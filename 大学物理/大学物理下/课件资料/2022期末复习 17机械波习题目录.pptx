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2.bin" ContentType="application/vnd.ms-office.activeX"/>
  <Override PartName="/ppt/activeX/activeX2.xml" ContentType="application/vnd.ms-office.activeX+xml"/>
  <Override PartName="/ppt/activeX/activeX3.bin" ContentType="application/vnd.ms-office.activeX"/>
  <Override PartName="/ppt/activeX/activeX3.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36"/>
  </p:handoutMasterIdLst>
  <p:sldIdLst>
    <p:sldId id="588" r:id="rId3"/>
    <p:sldId id="742" r:id="rId4"/>
    <p:sldId id="743" r:id="rId5"/>
    <p:sldId id="741" r:id="rId6"/>
    <p:sldId id="744" r:id="rId7"/>
    <p:sldId id="745" r:id="rId8"/>
    <p:sldId id="746" r:id="rId9"/>
    <p:sldId id="747" r:id="rId10"/>
    <p:sldId id="748" r:id="rId11"/>
    <p:sldId id="749" r:id="rId12"/>
    <p:sldId id="750" r:id="rId13"/>
    <p:sldId id="751" r:id="rId14"/>
    <p:sldId id="752" r:id="rId15"/>
    <p:sldId id="753" r:id="rId16"/>
    <p:sldId id="754" r:id="rId17"/>
    <p:sldId id="755" r:id="rId18"/>
    <p:sldId id="756" r:id="rId19"/>
    <p:sldId id="757" r:id="rId20"/>
    <p:sldId id="758" r:id="rId21"/>
    <p:sldId id="759" r:id="rId22"/>
    <p:sldId id="760" r:id="rId23"/>
    <p:sldId id="764" r:id="rId24"/>
    <p:sldId id="763" r:id="rId25"/>
    <p:sldId id="762" r:id="rId26"/>
    <p:sldId id="766" r:id="rId27"/>
    <p:sldId id="765" r:id="rId28"/>
    <p:sldId id="768" r:id="rId29"/>
    <p:sldId id="767" r:id="rId31"/>
    <p:sldId id="771" r:id="rId32"/>
    <p:sldId id="772" r:id="rId33"/>
    <p:sldId id="773" r:id="rId34"/>
    <p:sldId id="774" r:id="rId35"/>
  </p:sldIdLst>
  <p:sldSz cx="9144000" cy="6858000" type="screen4x3"/>
  <p:notesSz cx="5861050" cy="7961630"/>
  <p:custDataLst>
    <p:tags r:id="rId40"/>
  </p:custDataLst>
  <p:defaultTextStyle>
    <a:defPPr>
      <a:defRPr lang="zh-CN"/>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66FF"/>
    <a:srgbClr val="FFFF00"/>
    <a:srgbClr val="3366FF"/>
    <a:srgbClr val="0099FF"/>
    <a:srgbClr val="FFFFCC"/>
    <a:srgbClr val="99FFCC"/>
    <a:srgbClr val="FF99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3259"/>
    <p:restoredTop sz="76618"/>
  </p:normalViewPr>
  <p:slideViewPr>
    <p:cSldViewPr snapToObjects="1" showGuides="1">
      <p:cViewPr varScale="1">
        <p:scale>
          <a:sx n="57" d="100"/>
          <a:sy n="57" d="100"/>
        </p:scale>
        <p:origin x="1464" y="66"/>
      </p:cViewPr>
      <p:guideLst>
        <p:guide orient="horz" pos="935"/>
        <p:guide pos="248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gs" Target="tags/tag38.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image" Target="../media/image15.wmf"/><Relationship Id="rId7" Type="http://schemas.openxmlformats.org/officeDocument/2006/relationships/image" Target="../media/image14.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20.wmf"/><Relationship Id="rId8" Type="http://schemas.openxmlformats.org/officeDocument/2006/relationships/image" Target="../media/image19.wmf"/><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1.wmf"/><Relationship Id="rId3" Type="http://schemas.openxmlformats.org/officeDocument/2006/relationships/image" Target="../media/image17.wmf"/><Relationship Id="rId2" Type="http://schemas.openxmlformats.org/officeDocument/2006/relationships/image" Target="../media/image9.wmf"/><Relationship Id="rId16" Type="http://schemas.openxmlformats.org/officeDocument/2006/relationships/image" Target="../media/image27.wmf"/><Relationship Id="rId15" Type="http://schemas.openxmlformats.org/officeDocument/2006/relationships/image" Target="../media/image26.wmf"/><Relationship Id="rId14" Type="http://schemas.openxmlformats.org/officeDocument/2006/relationships/image" Target="../media/image25.wmf"/><Relationship Id="rId13" Type="http://schemas.openxmlformats.org/officeDocument/2006/relationships/image" Target="../media/image24.wmf"/><Relationship Id="rId12" Type="http://schemas.openxmlformats.org/officeDocument/2006/relationships/image" Target="../media/image23.wmf"/><Relationship Id="rId11" Type="http://schemas.openxmlformats.org/officeDocument/2006/relationships/image" Target="../media/image22.wmf"/><Relationship Id="rId10" Type="http://schemas.openxmlformats.org/officeDocument/2006/relationships/image" Target="../media/image21.wmf"/><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29.wmf"/><Relationship Id="rId8" Type="http://schemas.openxmlformats.org/officeDocument/2006/relationships/image" Target="../media/image28.wmf"/><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2" Type="http://schemas.openxmlformats.org/officeDocument/2006/relationships/image" Target="../media/image32.wmf"/><Relationship Id="rId11" Type="http://schemas.openxmlformats.org/officeDocument/2006/relationships/image" Target="../media/image31.wmf"/><Relationship Id="rId10" Type="http://schemas.openxmlformats.org/officeDocument/2006/relationships/image" Target="../media/image30.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image" Target="../media/image15.wmf"/><Relationship Id="rId7" Type="http://schemas.openxmlformats.org/officeDocument/2006/relationships/image" Target="../media/image14.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41.wmf"/><Relationship Id="rId8" Type="http://schemas.openxmlformats.org/officeDocument/2006/relationships/image" Target="../media/image40.wmf"/><Relationship Id="rId7" Type="http://schemas.openxmlformats.org/officeDocument/2006/relationships/image" Target="../media/image39.w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5" Type="http://schemas.openxmlformats.org/officeDocument/2006/relationships/image" Target="../media/image47.wmf"/><Relationship Id="rId14" Type="http://schemas.openxmlformats.org/officeDocument/2006/relationships/image" Target="../media/image46.wmf"/><Relationship Id="rId13" Type="http://schemas.openxmlformats.org/officeDocument/2006/relationships/image" Target="../media/image45.wmf"/><Relationship Id="rId12" Type="http://schemas.openxmlformats.org/officeDocument/2006/relationships/image" Target="../media/image44.wmf"/><Relationship Id="rId11" Type="http://schemas.openxmlformats.org/officeDocument/2006/relationships/image" Target="../media/image43.wmf"/><Relationship Id="rId10" Type="http://schemas.openxmlformats.org/officeDocument/2006/relationships/image" Target="../media/image42.wmf"/><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png"/><Relationship Id="rId1" Type="http://schemas.openxmlformats.org/officeDocument/2006/relationships/image" Target="../media/image5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emf"/><Relationship Id="rId1" Type="http://schemas.openxmlformats.org/officeDocument/2006/relationships/image" Target="../media/image51.png"/></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62.wmf"/><Relationship Id="rId7" Type="http://schemas.openxmlformats.org/officeDocument/2006/relationships/image" Target="../media/image61.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 Id="rId3" Type="http://schemas.openxmlformats.org/officeDocument/2006/relationships/image" Target="../media/image72.wmf"/><Relationship Id="rId2" Type="http://schemas.openxmlformats.org/officeDocument/2006/relationships/image" Target="../media/image36.wmf"/><Relationship Id="rId1" Type="http://schemas.openxmlformats.org/officeDocument/2006/relationships/image" Target="../media/image71.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87.emf"/><Relationship Id="rId7" Type="http://schemas.openxmlformats.org/officeDocument/2006/relationships/image" Target="../media/image86.wmf"/><Relationship Id="rId6" Type="http://schemas.openxmlformats.org/officeDocument/2006/relationships/image" Target="../media/image85.emf"/><Relationship Id="rId5" Type="http://schemas.openxmlformats.org/officeDocument/2006/relationships/image" Target="../media/image84.wmf"/><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emf"/></Relationships>
</file>

<file path=ppt/drawings/_rels/vmlDrawing18.vml.rels><?xml version="1.0" encoding="UTF-8" standalone="yes"?>
<Relationships xmlns="http://schemas.openxmlformats.org/package/2006/relationships"><Relationship Id="rId7" Type="http://schemas.openxmlformats.org/officeDocument/2006/relationships/image" Target="../media/image91.emf"/><Relationship Id="rId6" Type="http://schemas.openxmlformats.org/officeDocument/2006/relationships/image" Target="../media/image90.emf"/><Relationship Id="rId5" Type="http://schemas.openxmlformats.org/officeDocument/2006/relationships/image" Target="../media/image86.wmf"/><Relationship Id="rId4" Type="http://schemas.openxmlformats.org/officeDocument/2006/relationships/image" Target="../media/image89.wmf"/><Relationship Id="rId3" Type="http://schemas.openxmlformats.org/officeDocument/2006/relationships/image" Target="../media/image88.wmf"/><Relationship Id="rId2" Type="http://schemas.openxmlformats.org/officeDocument/2006/relationships/image" Target="../media/image82.wmf"/><Relationship Id="rId1" Type="http://schemas.openxmlformats.org/officeDocument/2006/relationships/image" Target="../media/image81.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97.wmf"/><Relationship Id="rId4" Type="http://schemas.openxmlformats.org/officeDocument/2006/relationships/image" Target="../media/image96.wmf"/><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2.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105.wmf"/><Relationship Id="rId8" Type="http://schemas.openxmlformats.org/officeDocument/2006/relationships/image" Target="../media/image104.wmf"/><Relationship Id="rId7" Type="http://schemas.openxmlformats.org/officeDocument/2006/relationships/image" Target="../media/image103.wmf"/><Relationship Id="rId6" Type="http://schemas.openxmlformats.org/officeDocument/2006/relationships/image" Target="../media/image102.emf"/><Relationship Id="rId5" Type="http://schemas.openxmlformats.org/officeDocument/2006/relationships/image" Target="../media/image101.wmf"/><Relationship Id="rId4" Type="http://schemas.openxmlformats.org/officeDocument/2006/relationships/image" Target="../media/image66.wmf"/><Relationship Id="rId3" Type="http://schemas.openxmlformats.org/officeDocument/2006/relationships/image" Target="../media/image100.wmf"/><Relationship Id="rId2" Type="http://schemas.openxmlformats.org/officeDocument/2006/relationships/image" Target="../media/image99.wmf"/><Relationship Id="rId12" Type="http://schemas.openxmlformats.org/officeDocument/2006/relationships/image" Target="../media/image108.wmf"/><Relationship Id="rId11" Type="http://schemas.openxmlformats.org/officeDocument/2006/relationships/image" Target="../media/image107.wmf"/><Relationship Id="rId10" Type="http://schemas.openxmlformats.org/officeDocument/2006/relationships/image" Target="../media/image106.wmf"/><Relationship Id="rId1" Type="http://schemas.openxmlformats.org/officeDocument/2006/relationships/image" Target="../media/image92.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117.wmf"/><Relationship Id="rId8" Type="http://schemas.openxmlformats.org/officeDocument/2006/relationships/image" Target="../media/image116.wmf"/><Relationship Id="rId7" Type="http://schemas.openxmlformats.org/officeDocument/2006/relationships/image" Target="../media/image115.emf"/><Relationship Id="rId6" Type="http://schemas.openxmlformats.org/officeDocument/2006/relationships/image" Target="../media/image114.wmf"/><Relationship Id="rId5" Type="http://schemas.openxmlformats.org/officeDocument/2006/relationships/image" Target="../media/image113.wmf"/><Relationship Id="rId4" Type="http://schemas.openxmlformats.org/officeDocument/2006/relationships/image" Target="../media/image112.emf"/><Relationship Id="rId3" Type="http://schemas.openxmlformats.org/officeDocument/2006/relationships/image" Target="../media/image111.wmf"/><Relationship Id="rId2" Type="http://schemas.openxmlformats.org/officeDocument/2006/relationships/image" Target="../media/image110.wmf"/><Relationship Id="rId10" Type="http://schemas.openxmlformats.org/officeDocument/2006/relationships/image" Target="../media/image118.wmf"/><Relationship Id="rId1" Type="http://schemas.openxmlformats.org/officeDocument/2006/relationships/image" Target="../media/image109.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30.wmf"/><Relationship Id="rId8" Type="http://schemas.openxmlformats.org/officeDocument/2006/relationships/image" Target="../media/image129.wmf"/><Relationship Id="rId7" Type="http://schemas.openxmlformats.org/officeDocument/2006/relationships/image" Target="../media/image128.wmf"/><Relationship Id="rId6" Type="http://schemas.openxmlformats.org/officeDocument/2006/relationships/image" Target="../media/image127.wmf"/><Relationship Id="rId5" Type="http://schemas.openxmlformats.org/officeDocument/2006/relationships/image" Target="../media/image126.wmf"/><Relationship Id="rId4" Type="http://schemas.openxmlformats.org/officeDocument/2006/relationships/image" Target="../media/image125.wmf"/><Relationship Id="rId3" Type="http://schemas.openxmlformats.org/officeDocument/2006/relationships/image" Target="../media/image124.wmf"/><Relationship Id="rId2" Type="http://schemas.openxmlformats.org/officeDocument/2006/relationships/image" Target="../media/image123.wmf"/><Relationship Id="rId14" Type="http://schemas.openxmlformats.org/officeDocument/2006/relationships/image" Target="../media/image135.wmf"/><Relationship Id="rId13" Type="http://schemas.openxmlformats.org/officeDocument/2006/relationships/image" Target="../media/image134.wmf"/><Relationship Id="rId12" Type="http://schemas.openxmlformats.org/officeDocument/2006/relationships/image" Target="../media/image133.wmf"/><Relationship Id="rId11" Type="http://schemas.openxmlformats.org/officeDocument/2006/relationships/image" Target="../media/image132.wmf"/><Relationship Id="rId10" Type="http://schemas.openxmlformats.org/officeDocument/2006/relationships/image" Target="../media/image131.wmf"/><Relationship Id="rId1" Type="http://schemas.openxmlformats.org/officeDocument/2006/relationships/image" Target="../media/image109.wmf"/></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127.wmf"/><Relationship Id="rId8" Type="http://schemas.openxmlformats.org/officeDocument/2006/relationships/image" Target="../media/image138.wmf"/><Relationship Id="rId7" Type="http://schemas.openxmlformats.org/officeDocument/2006/relationships/image" Target="../media/image137.wmf"/><Relationship Id="rId6" Type="http://schemas.openxmlformats.org/officeDocument/2006/relationships/image" Target="../media/image136.wmf"/><Relationship Id="rId5" Type="http://schemas.openxmlformats.org/officeDocument/2006/relationships/image" Target="../media/image135.wmf"/><Relationship Id="rId4" Type="http://schemas.openxmlformats.org/officeDocument/2006/relationships/image" Target="../media/image134.wmf"/><Relationship Id="rId3" Type="http://schemas.openxmlformats.org/officeDocument/2006/relationships/image" Target="../media/image129.wmf"/><Relationship Id="rId2" Type="http://schemas.openxmlformats.org/officeDocument/2006/relationships/image" Target="../media/image109.wmf"/><Relationship Id="rId16" Type="http://schemas.openxmlformats.org/officeDocument/2006/relationships/image" Target="../media/image144.wmf"/><Relationship Id="rId15" Type="http://schemas.openxmlformats.org/officeDocument/2006/relationships/image" Target="../media/image143.wmf"/><Relationship Id="rId14" Type="http://schemas.openxmlformats.org/officeDocument/2006/relationships/image" Target="../media/image128.wmf"/><Relationship Id="rId13" Type="http://schemas.openxmlformats.org/officeDocument/2006/relationships/image" Target="../media/image142.wmf"/><Relationship Id="rId12" Type="http://schemas.openxmlformats.org/officeDocument/2006/relationships/image" Target="../media/image141.wmf"/><Relationship Id="rId11" Type="http://schemas.openxmlformats.org/officeDocument/2006/relationships/image" Target="../media/image140.wmf"/><Relationship Id="rId10" Type="http://schemas.openxmlformats.org/officeDocument/2006/relationships/image" Target="../media/image139.wmf"/><Relationship Id="rId1" Type="http://schemas.openxmlformats.org/officeDocument/2006/relationships/image" Target="../media/image126.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540000" cy="398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78964" tIns="39481" rIns="78964" bIns="39481" numCol="1" anchor="t" anchorCtr="0" compatLnSpc="1"/>
          <a:lstStyle>
            <a:lvl1pPr defTabSz="787400" eaLnBrk="1" hangingPunct="1">
              <a:spcBef>
                <a:spcPct val="0"/>
              </a:spcBef>
              <a:buClrTx/>
              <a:buFontTx/>
              <a:buNone/>
              <a:defRPr sz="1000"/>
            </a:lvl1pPr>
          </a:lstStyle>
          <a:p>
            <a:pPr marL="0" marR="0" lvl="0" indent="0" algn="l" defTabSz="787400" rtl="0" eaLnBrk="1" fontAlgn="base" latinLnBrk="0" hangingPunct="1">
              <a:lnSpc>
                <a:spcPct val="100000"/>
              </a:lnSpc>
              <a:spcBef>
                <a:spcPct val="0"/>
              </a:spcBef>
              <a:spcAft>
                <a:spcPct val="0"/>
              </a:spcAft>
              <a:buClrTx/>
              <a:buSzTx/>
              <a:buFontTx/>
              <a:buNone/>
              <a:defRPr/>
            </a:pPr>
            <a:r>
              <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物理ch14</a:t>
            </a:r>
            <a:endPar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sz="quarter" idx="1"/>
          </p:nvPr>
        </p:nvSpPr>
        <p:spPr bwMode="auto">
          <a:xfrm>
            <a:off x="3321050" y="0"/>
            <a:ext cx="2540000" cy="398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78964" tIns="39481" rIns="78964" bIns="39481" numCol="1" anchor="t" anchorCtr="0" compatLnSpc="1"/>
          <a:lstStyle>
            <a:lvl1pPr algn="r" defTabSz="787400" eaLnBrk="1" hangingPunct="1">
              <a:spcBef>
                <a:spcPct val="0"/>
              </a:spcBef>
              <a:buClrTx/>
              <a:buFontTx/>
              <a:buNone/>
              <a:defRPr sz="1000"/>
            </a:lvl1pPr>
          </a:lstStyle>
          <a:p>
            <a:pPr marL="0" marR="0" lvl="0" indent="0" algn="r" defTabSz="787400" rtl="0" eaLnBrk="1" fontAlgn="base" latinLnBrk="0" hangingPunct="1">
              <a:lnSpc>
                <a:spcPct val="100000"/>
              </a:lnSpc>
              <a:spcBef>
                <a:spcPct val="0"/>
              </a:spcBef>
              <a:spcAft>
                <a:spcPct val="0"/>
              </a:spcAft>
              <a:buClrTx/>
              <a:buSzTx/>
              <a:buFontTx/>
              <a:buNone/>
              <a:defRPr/>
            </a:pPr>
            <a:endPar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ChangeArrowheads="1"/>
          </p:cNvSpPr>
          <p:nvPr>
            <p:ph type="ftr" sz="quarter" idx="2"/>
          </p:nvPr>
        </p:nvSpPr>
        <p:spPr bwMode="auto">
          <a:xfrm>
            <a:off x="0" y="7562850"/>
            <a:ext cx="2540000" cy="398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78964" tIns="39481" rIns="78964" bIns="39481" numCol="1" anchor="b" anchorCtr="0" compatLnSpc="1"/>
          <a:lstStyle>
            <a:lvl1pPr defTabSz="787400" eaLnBrk="1" hangingPunct="1">
              <a:spcBef>
                <a:spcPct val="0"/>
              </a:spcBef>
              <a:buClrTx/>
              <a:buFontTx/>
              <a:buNone/>
              <a:defRPr sz="1000"/>
            </a:lvl1pPr>
          </a:lstStyle>
          <a:p>
            <a:pPr marL="0" marR="0" lvl="0" indent="0" algn="l" defTabSz="787400" rtl="0" eaLnBrk="1" fontAlgn="base" latinLnBrk="0" hangingPunct="1">
              <a:lnSpc>
                <a:spcPct val="100000"/>
              </a:lnSpc>
              <a:spcBef>
                <a:spcPct val="0"/>
              </a:spcBef>
              <a:spcAft>
                <a:spcPct val="0"/>
              </a:spcAft>
              <a:buClrTx/>
              <a:buSzTx/>
              <a:buFontTx/>
              <a:buNone/>
              <a:defRPr/>
            </a:pPr>
            <a:endPar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sldNum" sz="quarter" idx="3"/>
          </p:nvPr>
        </p:nvSpPr>
        <p:spPr bwMode="auto">
          <a:xfrm>
            <a:off x="3321050" y="7562850"/>
            <a:ext cx="2540000" cy="398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78964" tIns="39481" rIns="78964" bIns="39481" numCol="1" anchor="b" anchorCtr="0" compatLnSpc="1"/>
          <a:lstStyle>
            <a:lvl1pPr algn="r" defTabSz="787400" eaLnBrk="1" hangingPunct="1">
              <a:spcBef>
                <a:spcPct val="0"/>
              </a:spcBef>
              <a:buClrTx/>
              <a:buFontTx/>
              <a:buNone/>
              <a:defRPr sz="1000"/>
            </a:lvl1pPr>
          </a:lstStyle>
          <a:p>
            <a:pPr marL="0" marR="0" lvl="0" indent="0" algn="r" defTabSz="787400" rtl="0" eaLnBrk="1" fontAlgn="base" latinLnBrk="0" hangingPunct="1">
              <a:lnSpc>
                <a:spcPct val="100000"/>
              </a:lnSpc>
              <a:spcBef>
                <a:spcPct val="0"/>
              </a:spcBef>
              <a:spcAft>
                <a:spcPct val="0"/>
              </a:spcAft>
              <a:buClrTx/>
              <a:buSzTx/>
              <a:buFontTx/>
              <a:buNone/>
              <a:defRPr/>
            </a:pPr>
            <a:fld id="{37797FDD-B458-4F77-9C3A-29475E7895B2}" type="slidenum">
              <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2540000" cy="398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78964" tIns="39481" rIns="78964" bIns="39481" numCol="1" anchor="t" anchorCtr="0" compatLnSpc="1"/>
          <a:lstStyle>
            <a:lvl1pPr defTabSz="787400" eaLnBrk="1" hangingPunct="1">
              <a:spcBef>
                <a:spcPct val="0"/>
              </a:spcBef>
              <a:buClrTx/>
              <a:buFontTx/>
              <a:buNone/>
              <a:defRPr sz="1000"/>
            </a:lvl1pPr>
          </a:lstStyle>
          <a:p>
            <a:pPr marL="0" marR="0" lvl="0" indent="0" algn="l" defTabSz="787400" rtl="0" eaLnBrk="1" fontAlgn="base" latinLnBrk="0" hangingPunct="1">
              <a:lnSpc>
                <a:spcPct val="100000"/>
              </a:lnSpc>
              <a:spcBef>
                <a:spcPct val="0"/>
              </a:spcBef>
              <a:spcAft>
                <a:spcPct val="0"/>
              </a:spcAft>
              <a:buClrTx/>
              <a:buSzTx/>
              <a:buFontTx/>
              <a:buNone/>
              <a:defRPr/>
            </a:pPr>
            <a:r>
              <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物理ch14</a:t>
            </a:r>
            <a:endPar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321050" y="0"/>
            <a:ext cx="2540000" cy="398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78964" tIns="39481" rIns="78964" bIns="39481" numCol="1" anchor="t" anchorCtr="0" compatLnSpc="1"/>
          <a:lstStyle>
            <a:lvl1pPr algn="r" defTabSz="787400" eaLnBrk="1" hangingPunct="1">
              <a:spcBef>
                <a:spcPct val="0"/>
              </a:spcBef>
              <a:buClrTx/>
              <a:buFontTx/>
              <a:buNone/>
              <a:defRPr sz="1000"/>
            </a:lvl1pPr>
          </a:lstStyle>
          <a:p>
            <a:pPr marL="0" marR="0" lvl="0" indent="0" algn="r" defTabSz="787400" rtl="0" eaLnBrk="1" fontAlgn="base" latinLnBrk="0" hangingPunct="1">
              <a:lnSpc>
                <a:spcPct val="100000"/>
              </a:lnSpc>
              <a:spcBef>
                <a:spcPct val="0"/>
              </a:spcBef>
              <a:spcAft>
                <a:spcPct val="0"/>
              </a:spcAft>
              <a:buClrTx/>
              <a:buSzTx/>
              <a:buFontTx/>
              <a:buNone/>
              <a:defRPr/>
            </a:pPr>
            <a:endPar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p:nvPr>
            <p:ph type="sldImg"/>
          </p:nvPr>
        </p:nvSpPr>
        <p:spPr>
          <a:xfrm>
            <a:off x="939800" y="596900"/>
            <a:ext cx="3981450" cy="2986088"/>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781050" y="3781425"/>
            <a:ext cx="4298950" cy="3582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78964" tIns="39481" rIns="78964" bIns="39481"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单击以编辑母版文本样式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7562850"/>
            <a:ext cx="2540000" cy="398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78964" tIns="39481" rIns="78964" bIns="39481" numCol="1" anchor="b" anchorCtr="0" compatLnSpc="1"/>
          <a:lstStyle>
            <a:lvl1pPr defTabSz="787400" eaLnBrk="1" hangingPunct="1">
              <a:spcBef>
                <a:spcPct val="0"/>
              </a:spcBef>
              <a:buClrTx/>
              <a:buFontTx/>
              <a:buNone/>
              <a:defRPr sz="1000"/>
            </a:lvl1pPr>
          </a:lstStyle>
          <a:p>
            <a:pPr marL="0" marR="0" lvl="0" indent="0" algn="l" defTabSz="787400" rtl="0" eaLnBrk="1" fontAlgn="base" latinLnBrk="0" hangingPunct="1">
              <a:lnSpc>
                <a:spcPct val="100000"/>
              </a:lnSpc>
              <a:spcBef>
                <a:spcPct val="0"/>
              </a:spcBef>
              <a:spcAft>
                <a:spcPct val="0"/>
              </a:spcAft>
              <a:buClrTx/>
              <a:buSzTx/>
              <a:buFontTx/>
              <a:buNone/>
              <a:defRPr/>
            </a:pPr>
            <a:endPar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321050" y="7562850"/>
            <a:ext cx="2540000" cy="398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78964" tIns="39481" rIns="78964" bIns="39481" numCol="1" anchor="b" anchorCtr="0" compatLnSpc="1"/>
          <a:lstStyle>
            <a:lvl1pPr algn="r" defTabSz="787400" eaLnBrk="1" hangingPunct="1">
              <a:spcBef>
                <a:spcPct val="0"/>
              </a:spcBef>
              <a:buClrTx/>
              <a:buFontTx/>
              <a:buNone/>
              <a:defRPr sz="1000"/>
            </a:lvl1pPr>
          </a:lstStyle>
          <a:p>
            <a:pPr marL="0" marR="0" lvl="0" indent="0" algn="r" defTabSz="787400" rtl="0" eaLnBrk="1" fontAlgn="base" latinLnBrk="0" hangingPunct="1">
              <a:lnSpc>
                <a:spcPct val="100000"/>
              </a:lnSpc>
              <a:spcBef>
                <a:spcPct val="0"/>
              </a:spcBef>
              <a:spcAft>
                <a:spcPct val="0"/>
              </a:spcAft>
              <a:buClrTx/>
              <a:buSzTx/>
              <a:buFontTx/>
              <a:buNone/>
              <a:defRPr/>
            </a:pPr>
            <a:fld id="{44D61D53-792A-419D-B837-D8E68E4B1BC9}" type="slidenum">
              <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628650" y="1825625"/>
            <a:ext cx="78867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6715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825625"/>
            <a:ext cx="386715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vmlDrawing" Target="../drawings/vmlDrawing1.vml"/><Relationship Id="rId18" Type="http://schemas.openxmlformats.org/officeDocument/2006/relationships/image" Target="../media/image6.png"/><Relationship Id="rId17" Type="http://schemas.openxmlformats.org/officeDocument/2006/relationships/image" Target="../media/image5.png"/><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oleObject" Target="../embeddings/oleObject1.bin"/><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157"/>
          <p:cNvGraphicFramePr>
            <a:graphicFrameLocks noChangeAspect="1"/>
          </p:cNvGraphicFramePr>
          <p:nvPr userDrawn="1"/>
        </p:nvGraphicFramePr>
        <p:xfrm>
          <a:off x="0" y="0"/>
          <a:ext cx="9144000" cy="904875"/>
        </p:xfrm>
        <a:graphic>
          <a:graphicData uri="http://schemas.openxmlformats.org/presentationml/2006/ole">
            <mc:AlternateContent xmlns:mc="http://schemas.openxmlformats.org/markup-compatibility/2006">
              <mc:Choice xmlns:v="urn:schemas-microsoft-com:vml" Requires="v">
                <p:oleObj spid="_x0000_s3077" name="" r:id="rId12" imgW="12192000" imgH="1206500" progId="Photoshop.Image.10">
                  <p:embed/>
                </p:oleObj>
              </mc:Choice>
              <mc:Fallback>
                <p:oleObj name="" r:id="rId12" imgW="12192000" imgH="1206500" progId="Photoshop.Image.10">
                  <p:embed/>
                  <p:pic>
                    <p:nvPicPr>
                      <p:cNvPr id="0" name="图片 3076"/>
                      <p:cNvPicPr/>
                      <p:nvPr/>
                    </p:nvPicPr>
                    <p:blipFill>
                      <a:blip r:embed="rId13">
                        <a:lum bright="-6000"/>
                      </a:blip>
                      <a:stretch>
                        <a:fillRect/>
                      </a:stretch>
                    </p:blipFill>
                    <p:spPr>
                      <a:xfrm>
                        <a:off x="0" y="0"/>
                        <a:ext cx="9144000" cy="904875"/>
                      </a:xfrm>
                      <a:prstGeom prst="rect">
                        <a:avLst/>
                      </a:prstGeom>
                      <a:noFill/>
                      <a:ln w="38100">
                        <a:noFill/>
                        <a:miter/>
                      </a:ln>
                    </p:spPr>
                  </p:pic>
                </p:oleObj>
              </mc:Fallback>
            </mc:AlternateContent>
          </a:graphicData>
        </a:graphic>
      </p:graphicFrame>
      <p:pic>
        <p:nvPicPr>
          <p:cNvPr id="1027" name="Picture 160"/>
          <p:cNvPicPr>
            <a:picLocks noChangeAspect="1"/>
          </p:cNvPicPr>
          <p:nvPr userDrawn="1"/>
        </p:nvPicPr>
        <p:blipFill>
          <a:blip r:embed="rId14"/>
          <a:stretch>
            <a:fillRect/>
          </a:stretch>
        </p:blipFill>
        <p:spPr>
          <a:xfrm>
            <a:off x="0" y="6524625"/>
            <a:ext cx="9144000" cy="342900"/>
          </a:xfrm>
          <a:prstGeom prst="rect">
            <a:avLst/>
          </a:prstGeom>
          <a:noFill/>
          <a:ln w="9525">
            <a:noFill/>
          </a:ln>
        </p:spPr>
      </p:pic>
      <p:pic>
        <p:nvPicPr>
          <p:cNvPr id="1028" name="Picture 161" descr="按钮1">
            <a:hlinkClick r:id="" action="ppaction://hlinkshowjump?jump=nextslide"/>
          </p:cNvPr>
          <p:cNvPicPr>
            <a:picLocks noChangeAspect="1"/>
          </p:cNvPicPr>
          <p:nvPr userDrawn="1"/>
        </p:nvPicPr>
        <p:blipFill>
          <a:blip r:embed="rId15"/>
          <a:stretch>
            <a:fillRect/>
          </a:stretch>
        </p:blipFill>
        <p:spPr>
          <a:xfrm>
            <a:off x="8243888" y="6537325"/>
            <a:ext cx="406400" cy="330200"/>
          </a:xfrm>
          <a:prstGeom prst="rect">
            <a:avLst/>
          </a:prstGeom>
          <a:noFill/>
          <a:ln w="9525">
            <a:noFill/>
          </a:ln>
        </p:spPr>
      </p:pic>
      <p:pic>
        <p:nvPicPr>
          <p:cNvPr id="1029" name="Picture 162" descr="按钮2">
            <a:hlinkClick r:id="" action="ppaction://hlinkshowjump?jump=previousslide"/>
          </p:cNvPr>
          <p:cNvPicPr>
            <a:picLocks noChangeAspect="1"/>
          </p:cNvPicPr>
          <p:nvPr userDrawn="1"/>
        </p:nvPicPr>
        <p:blipFill>
          <a:blip r:embed="rId16"/>
          <a:stretch>
            <a:fillRect/>
          </a:stretch>
        </p:blipFill>
        <p:spPr>
          <a:xfrm>
            <a:off x="7524750" y="6537325"/>
            <a:ext cx="406400" cy="330200"/>
          </a:xfrm>
          <a:prstGeom prst="rect">
            <a:avLst/>
          </a:prstGeom>
          <a:noFill/>
          <a:ln w="9525">
            <a:noFill/>
          </a:ln>
        </p:spPr>
      </p:pic>
      <p:pic>
        <p:nvPicPr>
          <p:cNvPr id="1030" name="Picture 163" descr="按钮3"/>
          <p:cNvPicPr>
            <a:picLocks noChangeAspect="1"/>
          </p:cNvPicPr>
          <p:nvPr userDrawn="1"/>
        </p:nvPicPr>
        <p:blipFill>
          <a:blip r:embed="rId17"/>
          <a:stretch>
            <a:fillRect/>
          </a:stretch>
        </p:blipFill>
        <p:spPr>
          <a:xfrm>
            <a:off x="7885113" y="6537325"/>
            <a:ext cx="406400" cy="330200"/>
          </a:xfrm>
          <a:prstGeom prst="rect">
            <a:avLst/>
          </a:prstGeom>
          <a:noFill/>
          <a:ln w="9525">
            <a:noFill/>
          </a:ln>
        </p:spPr>
      </p:pic>
      <p:pic>
        <p:nvPicPr>
          <p:cNvPr id="1031" name="Picture 164" descr="按钮5">
            <a:hlinkClick r:id="" action="ppaction://hlinkshowjump?jump=lastslide"/>
          </p:cNvPr>
          <p:cNvPicPr>
            <a:picLocks noChangeAspect="1"/>
          </p:cNvPicPr>
          <p:nvPr userDrawn="1"/>
        </p:nvPicPr>
        <p:blipFill>
          <a:blip r:embed="rId18"/>
          <a:stretch>
            <a:fillRect/>
          </a:stretch>
        </p:blipFill>
        <p:spPr>
          <a:xfrm>
            <a:off x="8604250" y="6537325"/>
            <a:ext cx="406400" cy="3302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r"/>
  </p:transition>
  <p:hf sldNum="0" hdr="0" ftr="0" dt="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control" Target="../activeX/activeX1.xml"/></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11.wmf"/><Relationship Id="rId7" Type="http://schemas.openxmlformats.org/officeDocument/2006/relationships/oleObject" Target="../embeddings/oleObject5.bin"/><Relationship Id="rId6" Type="http://schemas.openxmlformats.org/officeDocument/2006/relationships/image" Target="../media/image10.wmf"/><Relationship Id="rId5" Type="http://schemas.openxmlformats.org/officeDocument/2006/relationships/oleObject" Target="../embeddings/oleObject4.bin"/><Relationship Id="rId4" Type="http://schemas.openxmlformats.org/officeDocument/2006/relationships/image" Target="../media/image9.wmf"/><Relationship Id="rId3" Type="http://schemas.openxmlformats.org/officeDocument/2006/relationships/oleObject" Target="../embeddings/oleObject3.bin"/><Relationship Id="rId20" Type="http://schemas.openxmlformats.org/officeDocument/2006/relationships/vmlDrawing" Target="../drawings/vmlDrawing3.vml"/><Relationship Id="rId2" Type="http://schemas.openxmlformats.org/officeDocument/2006/relationships/image" Target="../media/image8.wmf"/><Relationship Id="rId19" Type="http://schemas.openxmlformats.org/officeDocument/2006/relationships/slideLayout" Target="../slideLayouts/slideLayout7.xml"/><Relationship Id="rId18" Type="http://schemas.openxmlformats.org/officeDocument/2006/relationships/image" Target="../media/image16.wmf"/><Relationship Id="rId17" Type="http://schemas.openxmlformats.org/officeDocument/2006/relationships/oleObject" Target="../embeddings/oleObject10.bin"/><Relationship Id="rId16" Type="http://schemas.openxmlformats.org/officeDocument/2006/relationships/image" Target="../media/image15.wmf"/><Relationship Id="rId15" Type="http://schemas.openxmlformats.org/officeDocument/2006/relationships/oleObject" Target="../embeddings/oleObject9.bin"/><Relationship Id="rId14" Type="http://schemas.openxmlformats.org/officeDocument/2006/relationships/image" Target="../media/image14.wmf"/><Relationship Id="rId13" Type="http://schemas.openxmlformats.org/officeDocument/2006/relationships/oleObject" Target="../embeddings/oleObject8.bin"/><Relationship Id="rId12" Type="http://schemas.openxmlformats.org/officeDocument/2006/relationships/image" Target="../media/image13.wmf"/><Relationship Id="rId11" Type="http://schemas.openxmlformats.org/officeDocument/2006/relationships/oleObject" Target="../embeddings/oleObject7.bin"/><Relationship Id="rId10" Type="http://schemas.openxmlformats.org/officeDocument/2006/relationships/image" Target="../media/image12.wmf"/><Relationship Id="rId1"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1.wmf"/><Relationship Id="rId7" Type="http://schemas.openxmlformats.org/officeDocument/2006/relationships/oleObject" Target="../embeddings/oleObject14.bin"/><Relationship Id="rId6" Type="http://schemas.openxmlformats.org/officeDocument/2006/relationships/image" Target="../media/image17.wmf"/><Relationship Id="rId5" Type="http://schemas.openxmlformats.org/officeDocument/2006/relationships/oleObject" Target="../embeddings/oleObject13.bin"/><Relationship Id="rId4" Type="http://schemas.openxmlformats.org/officeDocument/2006/relationships/image" Target="../media/image9.wmf"/><Relationship Id="rId35" Type="http://schemas.openxmlformats.org/officeDocument/2006/relationships/vmlDrawing" Target="../drawings/vmlDrawing4.vml"/><Relationship Id="rId34" Type="http://schemas.openxmlformats.org/officeDocument/2006/relationships/slideLayout" Target="../slideLayouts/slideLayout7.xml"/><Relationship Id="rId33" Type="http://schemas.openxmlformats.org/officeDocument/2006/relationships/image" Target="../media/image27.wmf"/><Relationship Id="rId32" Type="http://schemas.openxmlformats.org/officeDocument/2006/relationships/oleObject" Target="../embeddings/oleObject26.bin"/><Relationship Id="rId31" Type="http://schemas.openxmlformats.org/officeDocument/2006/relationships/image" Target="../media/image26.wmf"/><Relationship Id="rId30" Type="http://schemas.openxmlformats.org/officeDocument/2006/relationships/oleObject" Target="../embeddings/oleObject25.bin"/><Relationship Id="rId3" Type="http://schemas.openxmlformats.org/officeDocument/2006/relationships/oleObject" Target="../embeddings/oleObject12.bin"/><Relationship Id="rId29" Type="http://schemas.openxmlformats.org/officeDocument/2006/relationships/image" Target="../media/image25.wmf"/><Relationship Id="rId28" Type="http://schemas.openxmlformats.org/officeDocument/2006/relationships/oleObject" Target="../embeddings/oleObject24.bin"/><Relationship Id="rId27" Type="http://schemas.openxmlformats.org/officeDocument/2006/relationships/image" Target="../media/image24.wmf"/><Relationship Id="rId26" Type="http://schemas.openxmlformats.org/officeDocument/2006/relationships/oleObject" Target="../embeddings/oleObject23.bin"/><Relationship Id="rId25" Type="http://schemas.openxmlformats.org/officeDocument/2006/relationships/image" Target="../media/image23.wmf"/><Relationship Id="rId24" Type="http://schemas.openxmlformats.org/officeDocument/2006/relationships/oleObject" Target="../embeddings/oleObject22.bin"/><Relationship Id="rId23" Type="http://schemas.openxmlformats.org/officeDocument/2006/relationships/image" Target="../media/image22.wmf"/><Relationship Id="rId22" Type="http://schemas.openxmlformats.org/officeDocument/2006/relationships/oleObject" Target="../embeddings/oleObject21.bin"/><Relationship Id="rId21" Type="http://schemas.openxmlformats.org/officeDocument/2006/relationships/image" Target="../media/image21.wmf"/><Relationship Id="rId20" Type="http://schemas.openxmlformats.org/officeDocument/2006/relationships/oleObject" Target="../embeddings/oleObject20.bin"/><Relationship Id="rId2" Type="http://schemas.openxmlformats.org/officeDocument/2006/relationships/image" Target="../media/image8.wmf"/><Relationship Id="rId19" Type="http://schemas.openxmlformats.org/officeDocument/2006/relationships/image" Target="../media/image20.wmf"/><Relationship Id="rId18" Type="http://schemas.openxmlformats.org/officeDocument/2006/relationships/oleObject" Target="../embeddings/oleObject19.bin"/><Relationship Id="rId17" Type="http://schemas.openxmlformats.org/officeDocument/2006/relationships/image" Target="../media/image19.wmf"/><Relationship Id="rId16" Type="http://schemas.openxmlformats.org/officeDocument/2006/relationships/oleObject" Target="../embeddings/oleObject18.bin"/><Relationship Id="rId15" Type="http://schemas.openxmlformats.org/officeDocument/2006/relationships/image" Target="../media/image18.png"/><Relationship Id="rId14" Type="http://schemas.openxmlformats.org/officeDocument/2006/relationships/image" Target="../media/image16.wmf"/><Relationship Id="rId13" Type="http://schemas.openxmlformats.org/officeDocument/2006/relationships/oleObject" Target="../embeddings/oleObject17.bin"/><Relationship Id="rId12" Type="http://schemas.openxmlformats.org/officeDocument/2006/relationships/image" Target="../media/image15.wmf"/><Relationship Id="rId11" Type="http://schemas.openxmlformats.org/officeDocument/2006/relationships/oleObject" Target="../embeddings/oleObject16.bin"/><Relationship Id="rId10" Type="http://schemas.openxmlformats.org/officeDocument/2006/relationships/image" Target="../media/image14.wmf"/><Relationship Id="rId1" Type="http://schemas.openxmlformats.org/officeDocument/2006/relationships/oleObject" Target="../embeddings/oleObject11.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11.wmf"/><Relationship Id="rId7" Type="http://schemas.openxmlformats.org/officeDocument/2006/relationships/oleObject" Target="../embeddings/oleObject30.bin"/><Relationship Id="rId6" Type="http://schemas.openxmlformats.org/officeDocument/2006/relationships/image" Target="../media/image10.wmf"/><Relationship Id="rId5" Type="http://schemas.openxmlformats.org/officeDocument/2006/relationships/oleObject" Target="../embeddings/oleObject29.bin"/><Relationship Id="rId4" Type="http://schemas.openxmlformats.org/officeDocument/2006/relationships/image" Target="../media/image9.wmf"/><Relationship Id="rId3" Type="http://schemas.openxmlformats.org/officeDocument/2006/relationships/oleObject" Target="../embeddings/oleObject28.bin"/><Relationship Id="rId27" Type="http://schemas.openxmlformats.org/officeDocument/2006/relationships/vmlDrawing" Target="../drawings/vmlDrawing5.vml"/><Relationship Id="rId26" Type="http://schemas.openxmlformats.org/officeDocument/2006/relationships/slideLayout" Target="../slideLayouts/slideLayout7.xml"/><Relationship Id="rId25" Type="http://schemas.openxmlformats.org/officeDocument/2006/relationships/image" Target="../media/image32.wmf"/><Relationship Id="rId24" Type="http://schemas.openxmlformats.org/officeDocument/2006/relationships/oleObject" Target="../embeddings/oleObject38.bin"/><Relationship Id="rId23" Type="http://schemas.openxmlformats.org/officeDocument/2006/relationships/image" Target="../media/image31.wmf"/><Relationship Id="rId22" Type="http://schemas.openxmlformats.org/officeDocument/2006/relationships/oleObject" Target="../embeddings/oleObject37.bin"/><Relationship Id="rId21" Type="http://schemas.openxmlformats.org/officeDocument/2006/relationships/image" Target="../media/image30.wmf"/><Relationship Id="rId20" Type="http://schemas.openxmlformats.org/officeDocument/2006/relationships/oleObject" Target="../embeddings/oleObject36.bin"/><Relationship Id="rId2" Type="http://schemas.openxmlformats.org/officeDocument/2006/relationships/image" Target="../media/image8.wmf"/><Relationship Id="rId19" Type="http://schemas.openxmlformats.org/officeDocument/2006/relationships/image" Target="../media/image29.wmf"/><Relationship Id="rId18" Type="http://schemas.openxmlformats.org/officeDocument/2006/relationships/oleObject" Target="../embeddings/oleObject35.bin"/><Relationship Id="rId17" Type="http://schemas.openxmlformats.org/officeDocument/2006/relationships/image" Target="../media/image28.wmf"/><Relationship Id="rId16" Type="http://schemas.openxmlformats.org/officeDocument/2006/relationships/oleObject" Target="../embeddings/oleObject34.bin"/><Relationship Id="rId15" Type="http://schemas.openxmlformats.org/officeDocument/2006/relationships/image" Target="../media/image18.png"/><Relationship Id="rId14" Type="http://schemas.openxmlformats.org/officeDocument/2006/relationships/image" Target="../media/image16.wmf"/><Relationship Id="rId13" Type="http://schemas.openxmlformats.org/officeDocument/2006/relationships/oleObject" Target="../embeddings/oleObject33.bin"/><Relationship Id="rId12" Type="http://schemas.openxmlformats.org/officeDocument/2006/relationships/image" Target="../media/image15.wmf"/><Relationship Id="rId11" Type="http://schemas.openxmlformats.org/officeDocument/2006/relationships/oleObject" Target="../embeddings/oleObject32.bin"/><Relationship Id="rId10" Type="http://schemas.openxmlformats.org/officeDocument/2006/relationships/image" Target="../media/image14.wmf"/><Relationship Id="rId1" Type="http://schemas.openxmlformats.org/officeDocument/2006/relationships/oleObject" Target="../embeddings/oleObject27.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43.bin"/><Relationship Id="rId8" Type="http://schemas.openxmlformats.org/officeDocument/2006/relationships/image" Target="../media/image11.wmf"/><Relationship Id="rId7" Type="http://schemas.openxmlformats.org/officeDocument/2006/relationships/oleObject" Target="../embeddings/oleObject42.bin"/><Relationship Id="rId6" Type="http://schemas.openxmlformats.org/officeDocument/2006/relationships/image" Target="../media/image10.wmf"/><Relationship Id="rId5" Type="http://schemas.openxmlformats.org/officeDocument/2006/relationships/oleObject" Target="../embeddings/oleObject41.bin"/><Relationship Id="rId4" Type="http://schemas.openxmlformats.org/officeDocument/2006/relationships/image" Target="../media/image9.wmf"/><Relationship Id="rId3" Type="http://schemas.openxmlformats.org/officeDocument/2006/relationships/oleObject" Target="../embeddings/oleObject40.bin"/><Relationship Id="rId20" Type="http://schemas.openxmlformats.org/officeDocument/2006/relationships/vmlDrawing" Target="../drawings/vmlDrawing6.vml"/><Relationship Id="rId2" Type="http://schemas.openxmlformats.org/officeDocument/2006/relationships/image" Target="../media/image8.wmf"/><Relationship Id="rId19" Type="http://schemas.openxmlformats.org/officeDocument/2006/relationships/slideLayout" Target="../slideLayouts/slideLayout7.xml"/><Relationship Id="rId18" Type="http://schemas.openxmlformats.org/officeDocument/2006/relationships/image" Target="../media/image16.wmf"/><Relationship Id="rId17" Type="http://schemas.openxmlformats.org/officeDocument/2006/relationships/oleObject" Target="../embeddings/oleObject47.bin"/><Relationship Id="rId16" Type="http://schemas.openxmlformats.org/officeDocument/2006/relationships/image" Target="../media/image15.wmf"/><Relationship Id="rId15" Type="http://schemas.openxmlformats.org/officeDocument/2006/relationships/oleObject" Target="../embeddings/oleObject46.bin"/><Relationship Id="rId14" Type="http://schemas.openxmlformats.org/officeDocument/2006/relationships/image" Target="../media/image14.wmf"/><Relationship Id="rId13" Type="http://schemas.openxmlformats.org/officeDocument/2006/relationships/oleObject" Target="../embeddings/oleObject45.bin"/><Relationship Id="rId12" Type="http://schemas.openxmlformats.org/officeDocument/2006/relationships/image" Target="../media/image13.wmf"/><Relationship Id="rId11" Type="http://schemas.openxmlformats.org/officeDocument/2006/relationships/oleObject" Target="../embeddings/oleObject44.bin"/><Relationship Id="rId10" Type="http://schemas.openxmlformats.org/officeDocument/2006/relationships/image" Target="../media/image12.wmf"/><Relationship Id="rId1" Type="http://schemas.openxmlformats.org/officeDocument/2006/relationships/oleObject" Target="../embeddings/oleObject39.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52.bin"/><Relationship Id="rId8" Type="http://schemas.openxmlformats.org/officeDocument/2006/relationships/image" Target="../media/image36.wmf"/><Relationship Id="rId7" Type="http://schemas.openxmlformats.org/officeDocument/2006/relationships/oleObject" Target="../embeddings/oleObject51.bin"/><Relationship Id="rId6" Type="http://schemas.openxmlformats.org/officeDocument/2006/relationships/image" Target="../media/image35.wmf"/><Relationship Id="rId5" Type="http://schemas.openxmlformats.org/officeDocument/2006/relationships/oleObject" Target="../embeddings/oleObject50.bin"/><Relationship Id="rId4" Type="http://schemas.openxmlformats.org/officeDocument/2006/relationships/image" Target="../media/image34.wmf"/><Relationship Id="rId33" Type="http://schemas.openxmlformats.org/officeDocument/2006/relationships/vmlDrawing" Target="../drawings/vmlDrawing7.vml"/><Relationship Id="rId32" Type="http://schemas.openxmlformats.org/officeDocument/2006/relationships/slideLayout" Target="../slideLayouts/slideLayout7.xml"/><Relationship Id="rId31" Type="http://schemas.openxmlformats.org/officeDocument/2006/relationships/image" Target="../media/image47.wmf"/><Relationship Id="rId30" Type="http://schemas.openxmlformats.org/officeDocument/2006/relationships/oleObject" Target="../embeddings/oleObject63.bin"/><Relationship Id="rId3" Type="http://schemas.openxmlformats.org/officeDocument/2006/relationships/oleObject" Target="../embeddings/oleObject49.bin"/><Relationship Id="rId29" Type="http://schemas.openxmlformats.org/officeDocument/2006/relationships/image" Target="../media/image46.wmf"/><Relationship Id="rId28" Type="http://schemas.openxmlformats.org/officeDocument/2006/relationships/oleObject" Target="../embeddings/oleObject62.bin"/><Relationship Id="rId27" Type="http://schemas.openxmlformats.org/officeDocument/2006/relationships/image" Target="../media/image45.wmf"/><Relationship Id="rId26" Type="http://schemas.openxmlformats.org/officeDocument/2006/relationships/oleObject" Target="../embeddings/oleObject61.bin"/><Relationship Id="rId25" Type="http://schemas.openxmlformats.org/officeDocument/2006/relationships/image" Target="../media/image44.wmf"/><Relationship Id="rId24" Type="http://schemas.openxmlformats.org/officeDocument/2006/relationships/oleObject" Target="../embeddings/oleObject60.bin"/><Relationship Id="rId23" Type="http://schemas.openxmlformats.org/officeDocument/2006/relationships/image" Target="../media/image43.wmf"/><Relationship Id="rId22" Type="http://schemas.openxmlformats.org/officeDocument/2006/relationships/oleObject" Target="../embeddings/oleObject59.bin"/><Relationship Id="rId21" Type="http://schemas.openxmlformats.org/officeDocument/2006/relationships/image" Target="../media/image42.wmf"/><Relationship Id="rId20" Type="http://schemas.openxmlformats.org/officeDocument/2006/relationships/oleObject" Target="../embeddings/oleObject58.bin"/><Relationship Id="rId2" Type="http://schemas.openxmlformats.org/officeDocument/2006/relationships/image" Target="../media/image33.wmf"/><Relationship Id="rId19" Type="http://schemas.openxmlformats.org/officeDocument/2006/relationships/image" Target="../media/image41.wmf"/><Relationship Id="rId18" Type="http://schemas.openxmlformats.org/officeDocument/2006/relationships/oleObject" Target="../embeddings/oleObject57.bin"/><Relationship Id="rId17" Type="http://schemas.openxmlformats.org/officeDocument/2006/relationships/image" Target="../media/image40.wmf"/><Relationship Id="rId16" Type="http://schemas.openxmlformats.org/officeDocument/2006/relationships/oleObject" Target="../embeddings/oleObject56.bin"/><Relationship Id="rId15" Type="http://schemas.openxmlformats.org/officeDocument/2006/relationships/image" Target="../media/image39.wmf"/><Relationship Id="rId14" Type="http://schemas.openxmlformats.org/officeDocument/2006/relationships/oleObject" Target="../embeddings/oleObject55.bin"/><Relationship Id="rId13" Type="http://schemas.openxmlformats.org/officeDocument/2006/relationships/image" Target="../media/image38.wmf"/><Relationship Id="rId12" Type="http://schemas.openxmlformats.org/officeDocument/2006/relationships/oleObject" Target="../embeddings/oleObject54.bin"/><Relationship Id="rId11" Type="http://schemas.openxmlformats.org/officeDocument/2006/relationships/image" Target="../media/image37.wmf"/><Relationship Id="rId10" Type="http://schemas.openxmlformats.org/officeDocument/2006/relationships/oleObject" Target="../embeddings/oleObject53.bin"/><Relationship Id="rId1" Type="http://schemas.openxmlformats.org/officeDocument/2006/relationships/oleObject" Target="../embeddings/oleObject48.bin"/></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image" Target="../media/image49.wmf"/><Relationship Id="rId3" Type="http://schemas.openxmlformats.org/officeDocument/2006/relationships/oleObject" Target="../embeddings/oleObject65.bin"/><Relationship Id="rId2" Type="http://schemas.openxmlformats.org/officeDocument/2006/relationships/image" Target="../media/image48.wmf"/><Relationship Id="rId1" Type="http://schemas.openxmlformats.org/officeDocument/2006/relationships/oleObject" Target="../embeddings/oleObject64.bin"/></Relationships>
</file>

<file path=ppt/slides/_rels/slide8.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7.xml"/><Relationship Id="rId6" Type="http://schemas.openxmlformats.org/officeDocument/2006/relationships/image" Target="../media/image52.emf"/><Relationship Id="rId5" Type="http://schemas.openxmlformats.org/officeDocument/2006/relationships/oleObject" Target="../embeddings/oleObject68.bin"/><Relationship Id="rId4" Type="http://schemas.openxmlformats.org/officeDocument/2006/relationships/image" Target="../media/image51.png"/><Relationship Id="rId3" Type="http://schemas.openxmlformats.org/officeDocument/2006/relationships/oleObject" Target="../embeddings/oleObject67.bin"/><Relationship Id="rId2" Type="http://schemas.openxmlformats.org/officeDocument/2006/relationships/image" Target="../media/image50.wmf"/><Relationship Id="rId1" Type="http://schemas.openxmlformats.org/officeDocument/2006/relationships/oleObject" Target="../embeddings/oleObject66.bin"/></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53.wmf"/><Relationship Id="rId5" Type="http://schemas.openxmlformats.org/officeDocument/2006/relationships/oleObject" Target="../embeddings/oleObject71.bin"/><Relationship Id="rId4" Type="http://schemas.openxmlformats.org/officeDocument/2006/relationships/image" Target="../media/image52.emf"/><Relationship Id="rId3" Type="http://schemas.openxmlformats.org/officeDocument/2006/relationships/oleObject" Target="../embeddings/oleObject70.bin"/><Relationship Id="rId2" Type="http://schemas.openxmlformats.org/officeDocument/2006/relationships/image" Target="../media/image51.png"/><Relationship Id="rId1" Type="http://schemas.openxmlformats.org/officeDocument/2006/relationships/oleObject" Target="../embeddings/oleObject69.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9" Type="http://schemas.openxmlformats.org/officeDocument/2006/relationships/image" Target="../media/image58.wmf"/><Relationship Id="rId8" Type="http://schemas.openxmlformats.org/officeDocument/2006/relationships/oleObject" Target="../embeddings/oleObject75.bin"/><Relationship Id="rId7" Type="http://schemas.openxmlformats.org/officeDocument/2006/relationships/image" Target="../media/image57.wmf"/><Relationship Id="rId6" Type="http://schemas.openxmlformats.org/officeDocument/2006/relationships/oleObject" Target="../embeddings/oleObject74.bin"/><Relationship Id="rId5" Type="http://schemas.openxmlformats.org/officeDocument/2006/relationships/image" Target="../media/image56.wmf"/><Relationship Id="rId4" Type="http://schemas.openxmlformats.org/officeDocument/2006/relationships/oleObject" Target="../embeddings/oleObject73.bin"/><Relationship Id="rId3" Type="http://schemas.openxmlformats.org/officeDocument/2006/relationships/image" Target="../media/image55.wmf"/><Relationship Id="rId2" Type="http://schemas.openxmlformats.org/officeDocument/2006/relationships/oleObject" Target="../embeddings/oleObject72.bin"/><Relationship Id="rId19" Type="http://schemas.openxmlformats.org/officeDocument/2006/relationships/vmlDrawing" Target="../drawings/vmlDrawing11.vml"/><Relationship Id="rId18" Type="http://schemas.openxmlformats.org/officeDocument/2006/relationships/slideLayout" Target="../slideLayouts/slideLayout7.xml"/><Relationship Id="rId17" Type="http://schemas.openxmlformats.org/officeDocument/2006/relationships/image" Target="../media/image62.wmf"/><Relationship Id="rId16" Type="http://schemas.openxmlformats.org/officeDocument/2006/relationships/oleObject" Target="../embeddings/oleObject79.bin"/><Relationship Id="rId15" Type="http://schemas.openxmlformats.org/officeDocument/2006/relationships/image" Target="../media/image61.wmf"/><Relationship Id="rId14" Type="http://schemas.openxmlformats.org/officeDocument/2006/relationships/oleObject" Target="../embeddings/oleObject78.bin"/><Relationship Id="rId13" Type="http://schemas.openxmlformats.org/officeDocument/2006/relationships/image" Target="../media/image60.wmf"/><Relationship Id="rId12" Type="http://schemas.openxmlformats.org/officeDocument/2006/relationships/oleObject" Target="../embeddings/oleObject77.bin"/><Relationship Id="rId11" Type="http://schemas.openxmlformats.org/officeDocument/2006/relationships/image" Target="../media/image59.wmf"/><Relationship Id="rId10" Type="http://schemas.openxmlformats.org/officeDocument/2006/relationships/oleObject" Target="../embeddings/oleObject76.bin"/><Relationship Id="rId1" Type="http://schemas.openxmlformats.org/officeDocument/2006/relationships/image" Target="../media/image54.jpeg"/></Relationships>
</file>

<file path=ppt/slides/_rels/slide12.xml.rels><?xml version="1.0" encoding="UTF-8" standalone="yes"?>
<Relationships xmlns="http://schemas.openxmlformats.org/package/2006/relationships"><Relationship Id="rId9" Type="http://schemas.openxmlformats.org/officeDocument/2006/relationships/image" Target="../media/image66.wmf"/><Relationship Id="rId8" Type="http://schemas.openxmlformats.org/officeDocument/2006/relationships/oleObject" Target="../embeddings/oleObject83.bin"/><Relationship Id="rId7" Type="http://schemas.openxmlformats.org/officeDocument/2006/relationships/image" Target="../media/image65.wmf"/><Relationship Id="rId6" Type="http://schemas.openxmlformats.org/officeDocument/2006/relationships/oleObject" Target="../embeddings/oleObject82.bin"/><Relationship Id="rId5" Type="http://schemas.openxmlformats.org/officeDocument/2006/relationships/image" Target="../media/image64.wmf"/><Relationship Id="rId4" Type="http://schemas.openxmlformats.org/officeDocument/2006/relationships/oleObject" Target="../embeddings/oleObject81.bin"/><Relationship Id="rId3" Type="http://schemas.openxmlformats.org/officeDocument/2006/relationships/image" Target="../media/image63.wmf"/><Relationship Id="rId2" Type="http://schemas.openxmlformats.org/officeDocument/2006/relationships/oleObject" Target="../embeddings/oleObject80.bin"/><Relationship Id="rId11" Type="http://schemas.openxmlformats.org/officeDocument/2006/relationships/vmlDrawing" Target="../drawings/vmlDrawing12.vml"/><Relationship Id="rId10" Type="http://schemas.openxmlformats.org/officeDocument/2006/relationships/slideLayout" Target="../slideLayouts/slideLayout7.xml"/><Relationship Id="rId1" Type="http://schemas.openxmlformats.org/officeDocument/2006/relationships/image" Target="../media/image54.jpe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0.wmf"/><Relationship Id="rId7" Type="http://schemas.openxmlformats.org/officeDocument/2006/relationships/oleObject" Target="../embeddings/oleObject86.bin"/><Relationship Id="rId6" Type="http://schemas.openxmlformats.org/officeDocument/2006/relationships/image" Target="../media/image69.wmf"/><Relationship Id="rId5" Type="http://schemas.openxmlformats.org/officeDocument/2006/relationships/oleObject" Target="../embeddings/oleObject85.bin"/><Relationship Id="rId4" Type="http://schemas.openxmlformats.org/officeDocument/2006/relationships/image" Target="../media/image68.png"/><Relationship Id="rId3" Type="http://schemas.openxmlformats.org/officeDocument/2006/relationships/image" Target="../media/image54.jpeg"/><Relationship Id="rId2" Type="http://schemas.openxmlformats.org/officeDocument/2006/relationships/image" Target="../media/image67.wmf"/><Relationship Id="rId10" Type="http://schemas.openxmlformats.org/officeDocument/2006/relationships/vmlDrawing" Target="../drawings/vmlDrawing13.vml"/><Relationship Id="rId1" Type="http://schemas.openxmlformats.org/officeDocument/2006/relationships/oleObject" Target="../embeddings/oleObject84.bin"/></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67.wmf"/><Relationship Id="rId3" Type="http://schemas.openxmlformats.org/officeDocument/2006/relationships/oleObject" Target="../embeddings/oleObject87.bin"/><Relationship Id="rId2" Type="http://schemas.openxmlformats.org/officeDocument/2006/relationships/image" Target="../media/image68.png"/><Relationship Id="rId1" Type="http://schemas.openxmlformats.org/officeDocument/2006/relationships/image" Target="../media/image54.jpeg"/></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93.bin"/><Relationship Id="rId8" Type="http://schemas.openxmlformats.org/officeDocument/2006/relationships/image" Target="../media/image54.jpeg"/><Relationship Id="rId7" Type="http://schemas.openxmlformats.org/officeDocument/2006/relationships/oleObject" Target="../embeddings/oleObject92.bin"/><Relationship Id="rId6" Type="http://schemas.openxmlformats.org/officeDocument/2006/relationships/oleObject" Target="../embeddings/oleObject91.bin"/><Relationship Id="rId5" Type="http://schemas.openxmlformats.org/officeDocument/2006/relationships/oleObject" Target="../embeddings/oleObject90.bin"/><Relationship Id="rId4" Type="http://schemas.openxmlformats.org/officeDocument/2006/relationships/image" Target="../media/image36.wmf"/><Relationship Id="rId3" Type="http://schemas.openxmlformats.org/officeDocument/2006/relationships/oleObject" Target="../embeddings/oleObject89.bin"/><Relationship Id="rId2" Type="http://schemas.openxmlformats.org/officeDocument/2006/relationships/image" Target="../media/image71.wmf"/><Relationship Id="rId19" Type="http://schemas.openxmlformats.org/officeDocument/2006/relationships/vmlDrawing" Target="../drawings/vmlDrawing15.vml"/><Relationship Id="rId18" Type="http://schemas.openxmlformats.org/officeDocument/2006/relationships/slideLayout" Target="../slideLayouts/slideLayout7.xml"/><Relationship Id="rId17" Type="http://schemas.openxmlformats.org/officeDocument/2006/relationships/image" Target="../media/image75.wmf"/><Relationship Id="rId16" Type="http://schemas.openxmlformats.org/officeDocument/2006/relationships/oleObject" Target="../embeddings/oleObject97.bin"/><Relationship Id="rId15" Type="http://schemas.openxmlformats.org/officeDocument/2006/relationships/oleObject" Target="../embeddings/oleObject96.bin"/><Relationship Id="rId14" Type="http://schemas.openxmlformats.org/officeDocument/2006/relationships/image" Target="../media/image74.wmf"/><Relationship Id="rId13" Type="http://schemas.openxmlformats.org/officeDocument/2006/relationships/oleObject" Target="../embeddings/oleObject95.bin"/><Relationship Id="rId12" Type="http://schemas.openxmlformats.org/officeDocument/2006/relationships/image" Target="../media/image73.wmf"/><Relationship Id="rId11" Type="http://schemas.openxmlformats.org/officeDocument/2006/relationships/oleObject" Target="../embeddings/oleObject94.bin"/><Relationship Id="rId10" Type="http://schemas.openxmlformats.org/officeDocument/2006/relationships/image" Target="../media/image72.wmf"/><Relationship Id="rId1" Type="http://schemas.openxmlformats.org/officeDocument/2006/relationships/oleObject" Target="../embeddings/oleObject88.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9.wmf"/><Relationship Id="rId7" Type="http://schemas.openxmlformats.org/officeDocument/2006/relationships/oleObject" Target="../embeddings/oleObject101.bin"/><Relationship Id="rId6" Type="http://schemas.openxmlformats.org/officeDocument/2006/relationships/image" Target="../media/image78.wmf"/><Relationship Id="rId5" Type="http://schemas.openxmlformats.org/officeDocument/2006/relationships/oleObject" Target="../embeddings/oleObject100.bin"/><Relationship Id="rId4" Type="http://schemas.openxmlformats.org/officeDocument/2006/relationships/image" Target="../media/image77.wmf"/><Relationship Id="rId3" Type="http://schemas.openxmlformats.org/officeDocument/2006/relationships/oleObject" Target="../embeddings/oleObject99.bin"/><Relationship Id="rId2" Type="http://schemas.openxmlformats.org/officeDocument/2006/relationships/image" Target="../media/image76.wmf"/><Relationship Id="rId10" Type="http://schemas.openxmlformats.org/officeDocument/2006/relationships/vmlDrawing" Target="../drawings/vmlDrawing16.vml"/><Relationship Id="rId1" Type="http://schemas.openxmlformats.org/officeDocument/2006/relationships/oleObject" Target="../embeddings/oleObject98.bin"/></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jpeg"/></Relationships>
</file>

<file path=ppt/slides/_rels/slide18.xml.rels><?xml version="1.0" encoding="UTF-8" standalone="yes"?>
<Relationships xmlns="http://schemas.openxmlformats.org/package/2006/relationships"><Relationship Id="rId9" Type="http://schemas.openxmlformats.org/officeDocument/2006/relationships/image" Target="../media/image83.wmf"/><Relationship Id="rId8" Type="http://schemas.openxmlformats.org/officeDocument/2006/relationships/oleObject" Target="../embeddings/oleObject105.bin"/><Relationship Id="rId7" Type="http://schemas.openxmlformats.org/officeDocument/2006/relationships/image" Target="../media/image82.wmf"/><Relationship Id="rId6" Type="http://schemas.openxmlformats.org/officeDocument/2006/relationships/oleObject" Target="../embeddings/oleObject104.bin"/><Relationship Id="rId5" Type="http://schemas.openxmlformats.org/officeDocument/2006/relationships/image" Target="../media/image81.wmf"/><Relationship Id="rId4" Type="http://schemas.openxmlformats.org/officeDocument/2006/relationships/oleObject" Target="../embeddings/oleObject103.bin"/><Relationship Id="rId3" Type="http://schemas.openxmlformats.org/officeDocument/2006/relationships/image" Target="../media/image80.emf"/><Relationship Id="rId2" Type="http://schemas.openxmlformats.org/officeDocument/2006/relationships/oleObject" Target="../embeddings/oleObject102.bin"/><Relationship Id="rId19" Type="http://schemas.openxmlformats.org/officeDocument/2006/relationships/vmlDrawing" Target="../drawings/vmlDrawing17.vml"/><Relationship Id="rId18" Type="http://schemas.openxmlformats.org/officeDocument/2006/relationships/slideLayout" Target="../slideLayouts/slideLayout7.xml"/><Relationship Id="rId17" Type="http://schemas.openxmlformats.org/officeDocument/2006/relationships/image" Target="../media/image87.emf"/><Relationship Id="rId16" Type="http://schemas.openxmlformats.org/officeDocument/2006/relationships/oleObject" Target="../embeddings/oleObject109.bin"/><Relationship Id="rId15" Type="http://schemas.openxmlformats.org/officeDocument/2006/relationships/image" Target="../media/image86.wmf"/><Relationship Id="rId14" Type="http://schemas.openxmlformats.org/officeDocument/2006/relationships/oleObject" Target="../embeddings/oleObject108.bin"/><Relationship Id="rId13" Type="http://schemas.openxmlformats.org/officeDocument/2006/relationships/image" Target="../media/image85.emf"/><Relationship Id="rId12" Type="http://schemas.openxmlformats.org/officeDocument/2006/relationships/oleObject" Target="../embeddings/oleObject107.bin"/><Relationship Id="rId11" Type="http://schemas.openxmlformats.org/officeDocument/2006/relationships/image" Target="../media/image84.wmf"/><Relationship Id="rId10" Type="http://schemas.openxmlformats.org/officeDocument/2006/relationships/oleObject" Target="../embeddings/oleObject106.bin"/><Relationship Id="rId1" Type="http://schemas.openxmlformats.org/officeDocument/2006/relationships/image" Target="../media/image54.jpeg"/></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14.bin"/><Relationship Id="rId8" Type="http://schemas.openxmlformats.org/officeDocument/2006/relationships/image" Target="../media/image89.wmf"/><Relationship Id="rId7" Type="http://schemas.openxmlformats.org/officeDocument/2006/relationships/oleObject" Target="../embeddings/oleObject113.bin"/><Relationship Id="rId6" Type="http://schemas.openxmlformats.org/officeDocument/2006/relationships/image" Target="../media/image88.wmf"/><Relationship Id="rId5" Type="http://schemas.openxmlformats.org/officeDocument/2006/relationships/oleObject" Target="../embeddings/oleObject112.bin"/><Relationship Id="rId4" Type="http://schemas.openxmlformats.org/officeDocument/2006/relationships/image" Target="../media/image82.wmf"/><Relationship Id="rId3" Type="http://schemas.openxmlformats.org/officeDocument/2006/relationships/oleObject" Target="../embeddings/oleObject111.bin"/><Relationship Id="rId2" Type="http://schemas.openxmlformats.org/officeDocument/2006/relationships/image" Target="../media/image81.wmf"/><Relationship Id="rId16" Type="http://schemas.openxmlformats.org/officeDocument/2006/relationships/vmlDrawing" Target="../drawings/vmlDrawing18.vml"/><Relationship Id="rId15" Type="http://schemas.openxmlformats.org/officeDocument/2006/relationships/slideLayout" Target="../slideLayouts/slideLayout7.xml"/><Relationship Id="rId14" Type="http://schemas.openxmlformats.org/officeDocument/2006/relationships/image" Target="../media/image91.emf"/><Relationship Id="rId13" Type="http://schemas.openxmlformats.org/officeDocument/2006/relationships/oleObject" Target="../embeddings/oleObject116.bin"/><Relationship Id="rId12" Type="http://schemas.openxmlformats.org/officeDocument/2006/relationships/image" Target="../media/image90.emf"/><Relationship Id="rId11" Type="http://schemas.openxmlformats.org/officeDocument/2006/relationships/oleObject" Target="../embeddings/oleObject115.bin"/><Relationship Id="rId10" Type="http://schemas.openxmlformats.org/officeDocument/2006/relationships/image" Target="../media/image86.wmf"/><Relationship Id="rId1" Type="http://schemas.openxmlformats.org/officeDocument/2006/relationships/oleObject" Target="../embeddings/oleObject110.bin"/></Relationships>
</file>

<file path=ppt/slides/_rels/slide20.xml.rels><?xml version="1.0" encoding="UTF-8" standalone="yes"?>
<Relationships xmlns="http://schemas.openxmlformats.org/package/2006/relationships"><Relationship Id="rId9" Type="http://schemas.openxmlformats.org/officeDocument/2006/relationships/image" Target="../media/image96.wmf"/><Relationship Id="rId8" Type="http://schemas.openxmlformats.org/officeDocument/2006/relationships/oleObject" Target="../embeddings/oleObject120.bin"/><Relationship Id="rId7" Type="http://schemas.openxmlformats.org/officeDocument/2006/relationships/image" Target="../media/image95.wmf"/><Relationship Id="rId6" Type="http://schemas.openxmlformats.org/officeDocument/2006/relationships/oleObject" Target="../embeddings/oleObject119.bin"/><Relationship Id="rId5" Type="http://schemas.openxmlformats.org/officeDocument/2006/relationships/image" Target="../media/image94.wmf"/><Relationship Id="rId4" Type="http://schemas.openxmlformats.org/officeDocument/2006/relationships/oleObject" Target="../embeddings/oleObject118.bin"/><Relationship Id="rId3" Type="http://schemas.openxmlformats.org/officeDocument/2006/relationships/image" Target="../media/image93.png"/><Relationship Id="rId2" Type="http://schemas.openxmlformats.org/officeDocument/2006/relationships/image" Target="../media/image92.wmf"/><Relationship Id="rId13" Type="http://schemas.openxmlformats.org/officeDocument/2006/relationships/vmlDrawing" Target="../drawings/vmlDrawing19.vml"/><Relationship Id="rId12" Type="http://schemas.openxmlformats.org/officeDocument/2006/relationships/slideLayout" Target="../slideLayouts/slideLayout7.xml"/><Relationship Id="rId11" Type="http://schemas.openxmlformats.org/officeDocument/2006/relationships/image" Target="../media/image97.wmf"/><Relationship Id="rId10" Type="http://schemas.openxmlformats.org/officeDocument/2006/relationships/oleObject" Target="../embeddings/oleObject121.bin"/><Relationship Id="rId1" Type="http://schemas.openxmlformats.org/officeDocument/2006/relationships/oleObject" Target="../embeddings/oleObject117.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125.bin"/><Relationship Id="rId8" Type="http://schemas.openxmlformats.org/officeDocument/2006/relationships/image" Target="../media/image100.wmf"/><Relationship Id="rId7" Type="http://schemas.openxmlformats.org/officeDocument/2006/relationships/oleObject" Target="../embeddings/oleObject124.bin"/><Relationship Id="rId6" Type="http://schemas.openxmlformats.org/officeDocument/2006/relationships/image" Target="../media/image99.wmf"/><Relationship Id="rId5" Type="http://schemas.openxmlformats.org/officeDocument/2006/relationships/oleObject" Target="../embeddings/oleObject123.bin"/><Relationship Id="rId4" Type="http://schemas.openxmlformats.org/officeDocument/2006/relationships/image" Target="../media/image92.wmf"/><Relationship Id="rId30" Type="http://schemas.openxmlformats.org/officeDocument/2006/relationships/vmlDrawing" Target="../drawings/vmlDrawing20.vml"/><Relationship Id="rId3" Type="http://schemas.openxmlformats.org/officeDocument/2006/relationships/oleObject" Target="../embeddings/oleObject122.bin"/><Relationship Id="rId29" Type="http://schemas.openxmlformats.org/officeDocument/2006/relationships/slideLayout" Target="../slideLayouts/slideLayout7.xml"/><Relationship Id="rId28" Type="http://schemas.openxmlformats.org/officeDocument/2006/relationships/image" Target="../media/image108.wmf"/><Relationship Id="rId27" Type="http://schemas.openxmlformats.org/officeDocument/2006/relationships/oleObject" Target="../embeddings/oleObject135.bin"/><Relationship Id="rId26" Type="http://schemas.openxmlformats.org/officeDocument/2006/relationships/image" Target="../media/image107.wmf"/><Relationship Id="rId25" Type="http://schemas.openxmlformats.org/officeDocument/2006/relationships/oleObject" Target="../embeddings/oleObject134.bin"/><Relationship Id="rId24" Type="http://schemas.openxmlformats.org/officeDocument/2006/relationships/image" Target="../media/image106.wmf"/><Relationship Id="rId23" Type="http://schemas.openxmlformats.org/officeDocument/2006/relationships/oleObject" Target="../embeddings/oleObject133.bin"/><Relationship Id="rId22" Type="http://schemas.openxmlformats.org/officeDocument/2006/relationships/image" Target="../media/image105.wmf"/><Relationship Id="rId21" Type="http://schemas.openxmlformats.org/officeDocument/2006/relationships/oleObject" Target="../embeddings/oleObject132.bin"/><Relationship Id="rId20" Type="http://schemas.openxmlformats.org/officeDocument/2006/relationships/image" Target="../media/image104.wmf"/><Relationship Id="rId2" Type="http://schemas.openxmlformats.org/officeDocument/2006/relationships/image" Target="../media/image98.jpeg"/><Relationship Id="rId19" Type="http://schemas.openxmlformats.org/officeDocument/2006/relationships/oleObject" Target="../embeddings/oleObject131.bin"/><Relationship Id="rId18" Type="http://schemas.openxmlformats.org/officeDocument/2006/relationships/oleObject" Target="../embeddings/oleObject130.bin"/><Relationship Id="rId17" Type="http://schemas.openxmlformats.org/officeDocument/2006/relationships/image" Target="../media/image103.wmf"/><Relationship Id="rId16" Type="http://schemas.openxmlformats.org/officeDocument/2006/relationships/oleObject" Target="../embeddings/oleObject129.bin"/><Relationship Id="rId15" Type="http://schemas.openxmlformats.org/officeDocument/2006/relationships/oleObject" Target="../embeddings/oleObject128.bin"/><Relationship Id="rId14" Type="http://schemas.openxmlformats.org/officeDocument/2006/relationships/image" Target="../media/image102.emf"/><Relationship Id="rId13" Type="http://schemas.openxmlformats.org/officeDocument/2006/relationships/oleObject" Target="../embeddings/oleObject127.bin"/><Relationship Id="rId12" Type="http://schemas.openxmlformats.org/officeDocument/2006/relationships/image" Target="../media/image101.wmf"/><Relationship Id="rId11" Type="http://schemas.openxmlformats.org/officeDocument/2006/relationships/oleObject" Target="../embeddings/oleObject126.bin"/><Relationship Id="rId10" Type="http://schemas.openxmlformats.org/officeDocument/2006/relationships/image" Target="../media/image66.wmf"/><Relationship Id="rId1" Type="http://schemas.openxmlformats.org/officeDocument/2006/relationships/image" Target="../media/image93.png"/></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11.wmf"/><Relationship Id="rId7" Type="http://schemas.openxmlformats.org/officeDocument/2006/relationships/oleObject" Target="../embeddings/oleObject139.bin"/><Relationship Id="rId6" Type="http://schemas.openxmlformats.org/officeDocument/2006/relationships/image" Target="../media/image110.wmf"/><Relationship Id="rId5" Type="http://schemas.openxmlformats.org/officeDocument/2006/relationships/oleObject" Target="../embeddings/oleObject138.bin"/><Relationship Id="rId4" Type="http://schemas.openxmlformats.org/officeDocument/2006/relationships/oleObject" Target="../embeddings/oleObject137.bin"/><Relationship Id="rId30" Type="http://schemas.openxmlformats.org/officeDocument/2006/relationships/vmlDrawing" Target="../drawings/vmlDrawing21.vml"/><Relationship Id="rId3" Type="http://schemas.openxmlformats.org/officeDocument/2006/relationships/image" Target="../media/image109.wmf"/><Relationship Id="rId29" Type="http://schemas.openxmlformats.org/officeDocument/2006/relationships/slideLayout" Target="../slideLayouts/slideLayout7.xml"/><Relationship Id="rId28" Type="http://schemas.openxmlformats.org/officeDocument/2006/relationships/image" Target="../media/image118.wmf"/><Relationship Id="rId27" Type="http://schemas.openxmlformats.org/officeDocument/2006/relationships/oleObject" Target="../embeddings/oleObject152.bin"/><Relationship Id="rId26" Type="http://schemas.openxmlformats.org/officeDocument/2006/relationships/oleObject" Target="../embeddings/oleObject151.bin"/><Relationship Id="rId25" Type="http://schemas.openxmlformats.org/officeDocument/2006/relationships/image" Target="../media/image117.wmf"/><Relationship Id="rId24" Type="http://schemas.openxmlformats.org/officeDocument/2006/relationships/oleObject" Target="../embeddings/oleObject150.bin"/><Relationship Id="rId23" Type="http://schemas.openxmlformats.org/officeDocument/2006/relationships/image" Target="../media/image116.wmf"/><Relationship Id="rId22" Type="http://schemas.openxmlformats.org/officeDocument/2006/relationships/oleObject" Target="../embeddings/oleObject149.bin"/><Relationship Id="rId21" Type="http://schemas.openxmlformats.org/officeDocument/2006/relationships/oleObject" Target="../embeddings/oleObject148.bin"/><Relationship Id="rId20" Type="http://schemas.openxmlformats.org/officeDocument/2006/relationships/oleObject" Target="../embeddings/oleObject147.bin"/><Relationship Id="rId2" Type="http://schemas.openxmlformats.org/officeDocument/2006/relationships/oleObject" Target="../embeddings/oleObject136.bin"/><Relationship Id="rId19" Type="http://schemas.openxmlformats.org/officeDocument/2006/relationships/image" Target="../media/image115.emf"/><Relationship Id="rId18" Type="http://schemas.openxmlformats.org/officeDocument/2006/relationships/oleObject" Target="../embeddings/oleObject146.bin"/><Relationship Id="rId17" Type="http://schemas.openxmlformats.org/officeDocument/2006/relationships/oleObject" Target="../embeddings/oleObject145.bin"/><Relationship Id="rId16" Type="http://schemas.openxmlformats.org/officeDocument/2006/relationships/image" Target="../media/image114.wmf"/><Relationship Id="rId15" Type="http://schemas.openxmlformats.org/officeDocument/2006/relationships/oleObject" Target="../embeddings/oleObject144.bin"/><Relationship Id="rId14" Type="http://schemas.openxmlformats.org/officeDocument/2006/relationships/image" Target="../media/image113.wmf"/><Relationship Id="rId13" Type="http://schemas.openxmlformats.org/officeDocument/2006/relationships/oleObject" Target="../embeddings/oleObject143.bin"/><Relationship Id="rId12" Type="http://schemas.openxmlformats.org/officeDocument/2006/relationships/oleObject" Target="../embeddings/oleObject142.bin"/><Relationship Id="rId11" Type="http://schemas.openxmlformats.org/officeDocument/2006/relationships/image" Target="../media/image112.emf"/><Relationship Id="rId10" Type="http://schemas.openxmlformats.org/officeDocument/2006/relationships/oleObject" Target="../embeddings/oleObject141.bin"/><Relationship Id="rId1" Type="http://schemas.openxmlformats.org/officeDocument/2006/relationships/image" Target="../media/image54.jpeg"/></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119.wmf"/><Relationship Id="rId1" Type="http://schemas.openxmlformats.org/officeDocument/2006/relationships/control" Target="../activeX/activeX2.xml"/></Relationships>
</file>

<file path=ppt/slides/_rels/slide24.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122.wmf"/><Relationship Id="rId5" Type="http://schemas.openxmlformats.org/officeDocument/2006/relationships/control" Target="../activeX/activeX3.xml"/><Relationship Id="rId4" Type="http://schemas.openxmlformats.org/officeDocument/2006/relationships/image" Target="../media/image121.wmf"/><Relationship Id="rId3" Type="http://schemas.openxmlformats.org/officeDocument/2006/relationships/oleObject" Target="../embeddings/oleObject154.bin"/><Relationship Id="rId2" Type="http://schemas.openxmlformats.org/officeDocument/2006/relationships/image" Target="../media/image120.wmf"/><Relationship Id="rId1" Type="http://schemas.openxmlformats.org/officeDocument/2006/relationships/oleObject" Target="../embeddings/oleObject153.bin"/></Relationships>
</file>

<file path=ppt/slides/_rels/slide25.xml.rels><?xml version="1.0" encoding="UTF-8" standalone="yes"?>
<Relationships xmlns="http://schemas.openxmlformats.org/package/2006/relationships"><Relationship Id="rId9" Type="http://schemas.openxmlformats.org/officeDocument/2006/relationships/image" Target="../media/image124.wmf"/><Relationship Id="rId8" Type="http://schemas.openxmlformats.org/officeDocument/2006/relationships/oleObject" Target="../embeddings/oleObject159.bin"/><Relationship Id="rId7" Type="http://schemas.openxmlformats.org/officeDocument/2006/relationships/image" Target="../media/image123.wmf"/><Relationship Id="rId6" Type="http://schemas.openxmlformats.org/officeDocument/2006/relationships/oleObject" Target="../embeddings/oleObject158.bin"/><Relationship Id="rId5" Type="http://schemas.openxmlformats.org/officeDocument/2006/relationships/oleObject" Target="../embeddings/oleObject157.bin"/><Relationship Id="rId4" Type="http://schemas.openxmlformats.org/officeDocument/2006/relationships/oleObject" Target="../embeddings/oleObject156.bin"/><Relationship Id="rId34" Type="http://schemas.openxmlformats.org/officeDocument/2006/relationships/vmlDrawing" Target="../drawings/vmlDrawing24.vml"/><Relationship Id="rId33" Type="http://schemas.openxmlformats.org/officeDocument/2006/relationships/slideLayout" Target="../slideLayouts/slideLayout7.xml"/><Relationship Id="rId32" Type="http://schemas.openxmlformats.org/officeDocument/2006/relationships/image" Target="../media/image135.wmf"/><Relationship Id="rId31" Type="http://schemas.openxmlformats.org/officeDocument/2006/relationships/oleObject" Target="../embeddings/oleObject171.bin"/><Relationship Id="rId30" Type="http://schemas.openxmlformats.org/officeDocument/2006/relationships/image" Target="../media/image134.wmf"/><Relationship Id="rId3" Type="http://schemas.openxmlformats.org/officeDocument/2006/relationships/image" Target="../media/image109.wmf"/><Relationship Id="rId29" Type="http://schemas.openxmlformats.org/officeDocument/2006/relationships/oleObject" Target="../embeddings/oleObject170.bin"/><Relationship Id="rId28" Type="http://schemas.openxmlformats.org/officeDocument/2006/relationships/image" Target="../media/image133.wmf"/><Relationship Id="rId27" Type="http://schemas.openxmlformats.org/officeDocument/2006/relationships/oleObject" Target="../embeddings/oleObject169.bin"/><Relationship Id="rId26" Type="http://schemas.openxmlformats.org/officeDocument/2006/relationships/image" Target="../media/image132.wmf"/><Relationship Id="rId25" Type="http://schemas.openxmlformats.org/officeDocument/2006/relationships/oleObject" Target="../embeddings/oleObject168.bin"/><Relationship Id="rId24" Type="http://schemas.openxmlformats.org/officeDocument/2006/relationships/image" Target="../media/image131.wmf"/><Relationship Id="rId23" Type="http://schemas.openxmlformats.org/officeDocument/2006/relationships/oleObject" Target="../embeddings/oleObject167.bin"/><Relationship Id="rId22" Type="http://schemas.openxmlformats.org/officeDocument/2006/relationships/image" Target="../media/image130.wmf"/><Relationship Id="rId21" Type="http://schemas.openxmlformats.org/officeDocument/2006/relationships/oleObject" Target="../embeddings/oleObject166.bin"/><Relationship Id="rId20" Type="http://schemas.openxmlformats.org/officeDocument/2006/relationships/image" Target="../media/image129.wmf"/><Relationship Id="rId2" Type="http://schemas.openxmlformats.org/officeDocument/2006/relationships/oleObject" Target="../embeddings/oleObject155.bin"/><Relationship Id="rId19" Type="http://schemas.openxmlformats.org/officeDocument/2006/relationships/oleObject" Target="../embeddings/oleObject165.bin"/><Relationship Id="rId18" Type="http://schemas.openxmlformats.org/officeDocument/2006/relationships/image" Target="../media/image128.wmf"/><Relationship Id="rId17" Type="http://schemas.openxmlformats.org/officeDocument/2006/relationships/oleObject" Target="../embeddings/oleObject164.bin"/><Relationship Id="rId16" Type="http://schemas.openxmlformats.org/officeDocument/2006/relationships/image" Target="../media/image127.wmf"/><Relationship Id="rId15" Type="http://schemas.openxmlformats.org/officeDocument/2006/relationships/oleObject" Target="../embeddings/oleObject163.bin"/><Relationship Id="rId14" Type="http://schemas.openxmlformats.org/officeDocument/2006/relationships/oleObject" Target="../embeddings/oleObject162.bin"/><Relationship Id="rId13" Type="http://schemas.openxmlformats.org/officeDocument/2006/relationships/image" Target="../media/image126.wmf"/><Relationship Id="rId12" Type="http://schemas.openxmlformats.org/officeDocument/2006/relationships/oleObject" Target="../embeddings/oleObject161.bin"/><Relationship Id="rId11" Type="http://schemas.openxmlformats.org/officeDocument/2006/relationships/image" Target="../media/image125.wmf"/><Relationship Id="rId10" Type="http://schemas.openxmlformats.org/officeDocument/2006/relationships/oleObject" Target="../embeddings/oleObject160.bin"/><Relationship Id="rId1" Type="http://schemas.openxmlformats.org/officeDocument/2006/relationships/image" Target="../media/image5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9" Type="http://schemas.openxmlformats.org/officeDocument/2006/relationships/image" Target="../media/image134.wmf"/><Relationship Id="rId8" Type="http://schemas.openxmlformats.org/officeDocument/2006/relationships/oleObject" Target="../embeddings/oleObject175.bin"/><Relationship Id="rId7" Type="http://schemas.openxmlformats.org/officeDocument/2006/relationships/image" Target="../media/image129.wmf"/><Relationship Id="rId6" Type="http://schemas.openxmlformats.org/officeDocument/2006/relationships/oleObject" Target="../embeddings/oleObject174.bin"/><Relationship Id="rId5" Type="http://schemas.openxmlformats.org/officeDocument/2006/relationships/image" Target="../media/image109.wmf"/><Relationship Id="rId45" Type="http://schemas.openxmlformats.org/officeDocument/2006/relationships/notesSlide" Target="../notesSlides/notesSlide1.xml"/><Relationship Id="rId44" Type="http://schemas.openxmlformats.org/officeDocument/2006/relationships/vmlDrawing" Target="../drawings/vmlDrawing25.vml"/><Relationship Id="rId43" Type="http://schemas.openxmlformats.org/officeDocument/2006/relationships/slideLayout" Target="../slideLayouts/slideLayout7.xml"/><Relationship Id="rId42" Type="http://schemas.openxmlformats.org/officeDocument/2006/relationships/image" Target="../media/image144.wmf"/><Relationship Id="rId41" Type="http://schemas.openxmlformats.org/officeDocument/2006/relationships/oleObject" Target="../embeddings/oleObject196.bin"/><Relationship Id="rId40" Type="http://schemas.openxmlformats.org/officeDocument/2006/relationships/image" Target="../media/image143.wmf"/><Relationship Id="rId4" Type="http://schemas.openxmlformats.org/officeDocument/2006/relationships/oleObject" Target="../embeddings/oleObject173.bin"/><Relationship Id="rId39" Type="http://schemas.openxmlformats.org/officeDocument/2006/relationships/oleObject" Target="../embeddings/oleObject195.bin"/><Relationship Id="rId38" Type="http://schemas.openxmlformats.org/officeDocument/2006/relationships/image" Target="../media/image128.wmf"/><Relationship Id="rId37" Type="http://schemas.openxmlformats.org/officeDocument/2006/relationships/oleObject" Target="../embeddings/oleObject194.bin"/><Relationship Id="rId36" Type="http://schemas.openxmlformats.org/officeDocument/2006/relationships/oleObject" Target="../embeddings/oleObject193.bin"/><Relationship Id="rId35" Type="http://schemas.openxmlformats.org/officeDocument/2006/relationships/oleObject" Target="../embeddings/oleObject192.bin"/><Relationship Id="rId34" Type="http://schemas.openxmlformats.org/officeDocument/2006/relationships/oleObject" Target="../embeddings/oleObject191.bin"/><Relationship Id="rId33" Type="http://schemas.openxmlformats.org/officeDocument/2006/relationships/image" Target="../media/image142.wmf"/><Relationship Id="rId32" Type="http://schemas.openxmlformats.org/officeDocument/2006/relationships/oleObject" Target="../embeddings/oleObject190.bin"/><Relationship Id="rId31" Type="http://schemas.openxmlformats.org/officeDocument/2006/relationships/oleObject" Target="../embeddings/oleObject189.bin"/><Relationship Id="rId30" Type="http://schemas.openxmlformats.org/officeDocument/2006/relationships/oleObject" Target="../embeddings/oleObject188.bin"/><Relationship Id="rId3" Type="http://schemas.openxmlformats.org/officeDocument/2006/relationships/image" Target="../media/image126.wmf"/><Relationship Id="rId29" Type="http://schemas.openxmlformats.org/officeDocument/2006/relationships/image" Target="../media/image141.wmf"/><Relationship Id="rId28" Type="http://schemas.openxmlformats.org/officeDocument/2006/relationships/oleObject" Target="../embeddings/oleObject187.bin"/><Relationship Id="rId27" Type="http://schemas.openxmlformats.org/officeDocument/2006/relationships/image" Target="../media/image140.wmf"/><Relationship Id="rId26" Type="http://schemas.openxmlformats.org/officeDocument/2006/relationships/oleObject" Target="../embeddings/oleObject186.bin"/><Relationship Id="rId25" Type="http://schemas.openxmlformats.org/officeDocument/2006/relationships/image" Target="../media/image139.wmf"/><Relationship Id="rId24" Type="http://schemas.openxmlformats.org/officeDocument/2006/relationships/oleObject" Target="../embeddings/oleObject185.bin"/><Relationship Id="rId23" Type="http://schemas.openxmlformats.org/officeDocument/2006/relationships/oleObject" Target="../embeddings/oleObject184.bin"/><Relationship Id="rId22" Type="http://schemas.openxmlformats.org/officeDocument/2006/relationships/oleObject" Target="../embeddings/oleObject183.bin"/><Relationship Id="rId21" Type="http://schemas.openxmlformats.org/officeDocument/2006/relationships/oleObject" Target="../embeddings/oleObject182.bin"/><Relationship Id="rId20" Type="http://schemas.openxmlformats.org/officeDocument/2006/relationships/image" Target="../media/image127.wmf"/><Relationship Id="rId2" Type="http://schemas.openxmlformats.org/officeDocument/2006/relationships/oleObject" Target="../embeddings/oleObject172.bin"/><Relationship Id="rId19" Type="http://schemas.openxmlformats.org/officeDocument/2006/relationships/oleObject" Target="../embeddings/oleObject181.bin"/><Relationship Id="rId18" Type="http://schemas.openxmlformats.org/officeDocument/2006/relationships/oleObject" Target="../embeddings/oleObject180.bin"/><Relationship Id="rId17" Type="http://schemas.openxmlformats.org/officeDocument/2006/relationships/image" Target="../media/image138.wmf"/><Relationship Id="rId16" Type="http://schemas.openxmlformats.org/officeDocument/2006/relationships/oleObject" Target="../embeddings/oleObject179.bin"/><Relationship Id="rId15" Type="http://schemas.openxmlformats.org/officeDocument/2006/relationships/image" Target="../media/image137.wmf"/><Relationship Id="rId14" Type="http://schemas.openxmlformats.org/officeDocument/2006/relationships/oleObject" Target="../embeddings/oleObject178.bin"/><Relationship Id="rId13" Type="http://schemas.openxmlformats.org/officeDocument/2006/relationships/image" Target="../media/image136.wmf"/><Relationship Id="rId12" Type="http://schemas.openxmlformats.org/officeDocument/2006/relationships/oleObject" Target="../embeddings/oleObject177.bin"/><Relationship Id="rId11" Type="http://schemas.openxmlformats.org/officeDocument/2006/relationships/image" Target="../media/image135.wmf"/><Relationship Id="rId10" Type="http://schemas.openxmlformats.org/officeDocument/2006/relationships/oleObject" Target="../embeddings/oleObject176.bin"/><Relationship Id="rId1" Type="http://schemas.openxmlformats.org/officeDocument/2006/relationships/image" Target="../media/image54.jpeg"/></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7.xml"/><Relationship Id="rId6" Type="http://schemas.openxmlformats.org/officeDocument/2006/relationships/image" Target="../media/image147.wmf"/><Relationship Id="rId5" Type="http://schemas.openxmlformats.org/officeDocument/2006/relationships/oleObject" Target="../embeddings/oleObject199.bin"/><Relationship Id="rId4" Type="http://schemas.openxmlformats.org/officeDocument/2006/relationships/image" Target="../media/image146.wmf"/><Relationship Id="rId3" Type="http://schemas.openxmlformats.org/officeDocument/2006/relationships/oleObject" Target="../embeddings/oleObject198.bin"/><Relationship Id="rId2" Type="http://schemas.openxmlformats.org/officeDocument/2006/relationships/image" Target="../media/image145.wmf"/><Relationship Id="rId1" Type="http://schemas.openxmlformats.org/officeDocument/2006/relationships/oleObject" Target="../embeddings/oleObject197.bin"/></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31.xml.rels><?xml version="1.0" encoding="UTF-8" standalone="yes"?>
<Relationships xmlns="http://schemas.openxmlformats.org/package/2006/relationships"><Relationship Id="rId9" Type="http://schemas.openxmlformats.org/officeDocument/2006/relationships/image" Target="../media/image150.png"/><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image" Target="../media/image149.png"/><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148.png"/><Relationship Id="rId2" Type="http://schemas.openxmlformats.org/officeDocument/2006/relationships/tags" Target="../tags/tag12.xml"/><Relationship Id="rId18" Type="http://schemas.openxmlformats.org/officeDocument/2006/relationships/slideLayout" Target="../slideLayouts/slideLayout7.xml"/><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image" Target="../media/image152.png"/><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image" Target="../media/image151.png"/><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11.xml"/></Relationships>
</file>

<file path=ppt/slides/_rels/slide32.xml.rels><?xml version="1.0" encoding="UTF-8" standalone="yes"?>
<Relationships xmlns="http://schemas.openxmlformats.org/package/2006/relationships"><Relationship Id="rId9" Type="http://schemas.openxmlformats.org/officeDocument/2006/relationships/image" Target="../media/image154.png"/><Relationship Id="rId8" Type="http://schemas.openxmlformats.org/officeDocument/2006/relationships/image" Target="../media/image153.png"/><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2" Type="http://schemas.openxmlformats.org/officeDocument/2006/relationships/slideLayout" Target="../slideLayouts/slideLayout7.xml"/><Relationship Id="rId21" Type="http://schemas.openxmlformats.org/officeDocument/2006/relationships/image" Target="../media/image158.png"/><Relationship Id="rId20" Type="http://schemas.openxmlformats.org/officeDocument/2006/relationships/tags" Target="../tags/tag37.xml"/><Relationship Id="rId2" Type="http://schemas.openxmlformats.org/officeDocument/2006/relationships/tags" Target="../tags/tag24.xml"/><Relationship Id="rId19" Type="http://schemas.openxmlformats.org/officeDocument/2006/relationships/tags" Target="../tags/tag36.xml"/><Relationship Id="rId18" Type="http://schemas.openxmlformats.org/officeDocument/2006/relationships/image" Target="../media/image157.png"/><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image" Target="../media/image156.png"/><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image" Target="../media/image155.png"/><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2625" y="260350"/>
            <a:ext cx="1991360" cy="396875"/>
            <a:chOff x="816" y="139"/>
            <a:chExt cx="4459"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波函数</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6"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波函数</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Tree>
    <p:controls>
      <mc:AlternateContent xmlns:mc="http://schemas.openxmlformats.org/markup-compatibility/2006">
        <mc:Choice xmlns:v="urn:schemas-microsoft-com:vml" Requires="v">
          <p:control spid="1027" name="" r:id="rId1" imgW="6781800" imgH="2924175"/>
        </mc:Choice>
        <mc:Fallback>
          <p:control name="" r:id="rId1" imgW="6781800" imgH="2924175">
            <p:pic>
              <p:nvPicPr>
                <p:cNvPr id="0" name="Host Control  1026"/>
                <p:cNvPicPr/>
                <p:nvPr/>
              </p:nvPicPr>
              <p:blipFill>
                <a:blip r:embed="rId2"/>
                <a:stretch>
                  <a:fillRect/>
                </a:stretch>
              </p:blipFill>
              <p:spPr>
                <a:xfrm>
                  <a:off x="1181100" y="1268730"/>
                  <a:ext cx="6781800" cy="2924175"/>
                </a:xfrm>
                <a:prstGeom prst="rect">
                  <a:avLst/>
                </a:prstGeom>
                <a:noFill/>
                <a:ln w="9525">
                  <a:noFill/>
                </a:ln>
              </p:spPr>
            </p:pic>
          </p:control>
        </mc:Fallback>
      </mc:AlternateContent>
    </p:controls>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2625" y="260350"/>
            <a:ext cx="1991360" cy="396875"/>
            <a:chOff x="816" y="139"/>
            <a:chExt cx="4459"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波函数</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6"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波函数</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21506" name="Text Box 2"/>
          <p:cNvSpPr txBox="1"/>
          <p:nvPr/>
        </p:nvSpPr>
        <p:spPr>
          <a:xfrm>
            <a:off x="457200" y="990600"/>
            <a:ext cx="8458200" cy="1641475"/>
          </a:xfrm>
          <a:prstGeom prst="rect">
            <a:avLst/>
          </a:prstGeom>
          <a:noFill/>
          <a:ln w="19050">
            <a:noFill/>
          </a:ln>
        </p:spPr>
        <p:txBody>
          <a:bodyPr>
            <a:spAutoFit/>
          </a:bodyPr>
          <a:p>
            <a:pPr eaLnBrk="1" hangingPunct="1">
              <a:lnSpc>
                <a:spcPct val="120000"/>
              </a:lnSpc>
              <a:spcBef>
                <a:spcPct val="50000"/>
              </a:spcBef>
            </a:pPr>
            <a:r>
              <a:rPr lang="en-US" altLang="zh-CN" sz="2800" b="1" dirty="0">
                <a:solidFill>
                  <a:srgbClr val="000000"/>
                </a:solidFill>
                <a:latin typeface="微软雅黑" panose="020B0503020204020204" pitchFamily="34" charset="-122"/>
                <a:ea typeface="微软雅黑" panose="020B0503020204020204" pitchFamily="34" charset="-122"/>
              </a:rPr>
              <a:t>2</a:t>
            </a:r>
            <a:r>
              <a:rPr lang="zh-CN" altLang="en-US" sz="2800" b="1" dirty="0">
                <a:solidFill>
                  <a:srgbClr val="000000"/>
                </a:solidFill>
                <a:latin typeface="微软雅黑" panose="020B0503020204020204" pitchFamily="34" charset="-122"/>
                <a:ea typeface="微软雅黑" panose="020B0503020204020204" pitchFamily="34" charset="-122"/>
              </a:rPr>
              <a:t>、如图，平面简谐波向右移动，速度 </a:t>
            </a:r>
            <a:r>
              <a:rPr lang="en-US" altLang="zh-CN" sz="2800" b="1" i="1" dirty="0">
                <a:solidFill>
                  <a:srgbClr val="000000"/>
                </a:solidFill>
                <a:latin typeface="Times New Roman" panose="02020603050405020304" pitchFamily="18" charset="0"/>
                <a:ea typeface="微软雅黑" panose="020B0503020204020204" pitchFamily="34" charset="-122"/>
              </a:rPr>
              <a:t>u </a:t>
            </a:r>
            <a:r>
              <a:rPr lang="en-US" altLang="zh-CN" sz="2800" b="1" dirty="0">
                <a:solidFill>
                  <a:srgbClr val="000000"/>
                </a:solidFill>
                <a:latin typeface="Times New Roman" panose="02020603050405020304" pitchFamily="18" charset="0"/>
                <a:ea typeface="微软雅黑" panose="020B0503020204020204" pitchFamily="34" charset="-122"/>
              </a:rPr>
              <a:t>=0.08 m/s</a:t>
            </a:r>
            <a:r>
              <a:rPr lang="zh-CN" altLang="en-US" sz="2800" b="1" dirty="0">
                <a:solidFill>
                  <a:srgbClr val="000000"/>
                </a:solidFill>
                <a:latin typeface="微软雅黑" panose="020B0503020204020204" pitchFamily="34" charset="-122"/>
                <a:ea typeface="微软雅黑" panose="020B0503020204020204" pitchFamily="34" charset="-122"/>
              </a:rPr>
              <a:t>，</a:t>
            </a:r>
            <a:r>
              <a:rPr lang="zh-CN" altLang="zh-CN" sz="2800" b="1" dirty="0">
                <a:solidFill>
                  <a:srgbClr val="000000"/>
                </a:solidFill>
                <a:latin typeface="微软雅黑" panose="020B0503020204020204" pitchFamily="34" charset="-122"/>
                <a:ea typeface="微软雅黑" panose="020B0503020204020204" pitchFamily="34" charset="-122"/>
              </a:rPr>
              <a:t>求：①</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原点处的振动方程；</a:t>
            </a:r>
            <a:r>
              <a:rPr lang="zh-CN" altLang="zh-CN" sz="2800" b="1" dirty="0">
                <a:solidFill>
                  <a:srgbClr val="000000"/>
                </a:solidFill>
                <a:latin typeface="微软雅黑" panose="020B0503020204020204" pitchFamily="34" charset="-122"/>
                <a:ea typeface="微软雅黑" panose="020B0503020204020204" pitchFamily="34" charset="-122"/>
              </a:rPr>
              <a:t>②</a:t>
            </a:r>
            <a:r>
              <a:rPr lang="en-US" altLang="zh-CN" sz="2800" b="1" dirty="0">
                <a:solidFill>
                  <a:srgbClr val="000000"/>
                </a:solidFill>
                <a:latin typeface="微软雅黑" panose="020B0503020204020204" pitchFamily="34" charset="-122"/>
                <a:ea typeface="微软雅黑" panose="020B0503020204020204" pitchFamily="34" charset="-122"/>
              </a:rPr>
              <a:t>.</a:t>
            </a:r>
            <a:r>
              <a:rPr lang="en-US" altLang="zh-CN" b="1" i="1" dirty="0">
                <a:solidFill>
                  <a:srgbClr val="000000"/>
                </a:solidFill>
                <a:ea typeface="微软雅黑" panose="020B0503020204020204" pitchFamily="34" charset="-122"/>
                <a:sym typeface="+mn-ea"/>
              </a:rPr>
              <a:t>P </a:t>
            </a:r>
            <a:r>
              <a:rPr lang="zh-CN" altLang="zh-CN" b="1" dirty="0">
                <a:solidFill>
                  <a:srgbClr val="000000"/>
                </a:solidFill>
                <a:latin typeface="微软雅黑" panose="020B0503020204020204" pitchFamily="34" charset="-122"/>
                <a:ea typeface="微软雅黑" panose="020B0503020204020204" pitchFamily="34" charset="-122"/>
                <a:sym typeface="+mn-ea"/>
              </a:rPr>
              <a:t>点的振动方程；</a:t>
            </a:r>
            <a:r>
              <a:rPr lang="zh-CN" altLang="zh-CN" sz="2800" b="1" dirty="0">
                <a:solidFill>
                  <a:srgbClr val="000000"/>
                </a:solidFill>
                <a:latin typeface="微软雅黑" panose="020B0503020204020204" pitchFamily="34" charset="-122"/>
                <a:ea typeface="微软雅黑" panose="020B0503020204020204" pitchFamily="34" charset="-122"/>
              </a:rPr>
              <a:t>③</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b="1" dirty="0">
                <a:solidFill>
                  <a:srgbClr val="000000"/>
                </a:solidFill>
                <a:latin typeface="微软雅黑" panose="020B0503020204020204" pitchFamily="34" charset="-122"/>
                <a:ea typeface="微软雅黑" panose="020B0503020204020204" pitchFamily="34" charset="-122"/>
                <a:sym typeface="+mn-ea"/>
              </a:rPr>
              <a:t>波函数；</a:t>
            </a:r>
            <a:r>
              <a:rPr lang="en-US" altLang="zh-CN" sz="2800" b="1" dirty="0">
                <a:solidFill>
                  <a:srgbClr val="000000"/>
                </a:solidFill>
                <a:latin typeface="微软雅黑" panose="020B0503020204020204" pitchFamily="34" charset="-122"/>
                <a:ea typeface="微软雅黑" panose="020B0503020204020204" pitchFamily="34" charset="-122"/>
              </a:rPr>
              <a:t> </a:t>
            </a:r>
            <a:r>
              <a:rPr lang="zh-CN" altLang="zh-CN" sz="2800" b="1" dirty="0">
                <a:solidFill>
                  <a:srgbClr val="000000"/>
                </a:solidFill>
                <a:latin typeface="微软雅黑" panose="020B0503020204020204" pitchFamily="34" charset="-122"/>
                <a:ea typeface="微软雅黑" panose="020B0503020204020204" pitchFamily="34" charset="-122"/>
              </a:rPr>
              <a:t>④. </a:t>
            </a:r>
            <a:r>
              <a:rPr lang="en-US" altLang="zh-CN" sz="2800" b="1" i="1" dirty="0">
                <a:solidFill>
                  <a:srgbClr val="000000"/>
                </a:solidFill>
                <a:latin typeface="Times New Roman" panose="02020603050405020304" pitchFamily="18" charset="0"/>
                <a:ea typeface="微软雅黑" panose="020B0503020204020204" pitchFamily="34" charset="-122"/>
              </a:rPr>
              <a:t>a</a:t>
            </a:r>
            <a:r>
              <a:rPr lang="zh-CN" altLang="en-US" sz="2800" b="1" dirty="0">
                <a:solidFill>
                  <a:srgbClr val="000000"/>
                </a:solidFill>
                <a:latin typeface="Times New Roman" panose="02020603050405020304" pitchFamily="18" charset="0"/>
                <a:ea typeface="微软雅黑" panose="020B0503020204020204" pitchFamily="34" charset="-122"/>
              </a:rPr>
              <a:t>、</a:t>
            </a:r>
            <a:r>
              <a:rPr lang="en-US" altLang="zh-CN" sz="2800" b="1" i="1" dirty="0">
                <a:solidFill>
                  <a:srgbClr val="000000"/>
                </a:solidFill>
                <a:latin typeface="Times New Roman" panose="02020603050405020304" pitchFamily="18" charset="0"/>
                <a:ea typeface="微软雅黑" panose="020B0503020204020204" pitchFamily="34" charset="-122"/>
              </a:rPr>
              <a:t>b</a:t>
            </a:r>
            <a:r>
              <a:rPr lang="en-US" altLang="zh-CN" sz="2800" i="1" dirty="0">
                <a:solidFill>
                  <a:srgbClr val="000000"/>
                </a:solidFill>
                <a:latin typeface="微软雅黑" panose="020B0503020204020204" pitchFamily="34" charset="-122"/>
                <a:ea typeface="微软雅黑" panose="020B0503020204020204" pitchFamily="34" charset="-122"/>
              </a:rPr>
              <a:t> </a:t>
            </a:r>
            <a:r>
              <a:rPr lang="zh-CN" altLang="zh-CN" sz="2800" b="1" dirty="0">
                <a:solidFill>
                  <a:srgbClr val="000000"/>
                </a:solidFill>
                <a:latin typeface="微软雅黑" panose="020B0503020204020204" pitchFamily="34" charset="-122"/>
                <a:ea typeface="微软雅黑" panose="020B0503020204020204" pitchFamily="34" charset="-122"/>
              </a:rPr>
              <a:t>两点振动方向。</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pSp>
        <p:nvGrpSpPr>
          <p:cNvPr id="21507" name="Group 62"/>
          <p:cNvGrpSpPr/>
          <p:nvPr/>
        </p:nvGrpSpPr>
        <p:grpSpPr>
          <a:xfrm>
            <a:off x="2438400" y="3276600"/>
            <a:ext cx="4311650" cy="1905000"/>
            <a:chOff x="2832" y="1536"/>
            <a:chExt cx="2716" cy="1200"/>
          </a:xfrm>
        </p:grpSpPr>
        <p:grpSp>
          <p:nvGrpSpPr>
            <p:cNvPr id="21513" name="Group 63"/>
            <p:cNvGrpSpPr/>
            <p:nvPr/>
          </p:nvGrpSpPr>
          <p:grpSpPr>
            <a:xfrm>
              <a:off x="2976" y="1536"/>
              <a:ext cx="2572" cy="1200"/>
              <a:chOff x="3023" y="1824"/>
              <a:chExt cx="2572" cy="1200"/>
            </a:xfrm>
          </p:grpSpPr>
          <p:sp>
            <p:nvSpPr>
              <p:cNvPr id="21537" name="Line 64"/>
              <p:cNvSpPr/>
              <p:nvPr/>
            </p:nvSpPr>
            <p:spPr>
              <a:xfrm flipV="1">
                <a:off x="3456" y="1920"/>
                <a:ext cx="0" cy="1104"/>
              </a:xfrm>
              <a:prstGeom prst="line">
                <a:avLst/>
              </a:prstGeom>
              <a:ln w="19050" cap="flat" cmpd="sng">
                <a:solidFill>
                  <a:srgbClr val="800000"/>
                </a:solidFill>
                <a:prstDash val="solid"/>
                <a:headEnd type="none" w="med" len="med"/>
                <a:tailEnd type="stealth" w="med" len="lg"/>
              </a:ln>
            </p:spPr>
          </p:sp>
          <p:sp>
            <p:nvSpPr>
              <p:cNvPr id="21538" name="Line 65"/>
              <p:cNvSpPr/>
              <p:nvPr/>
            </p:nvSpPr>
            <p:spPr>
              <a:xfrm>
                <a:off x="3023" y="2499"/>
                <a:ext cx="2426" cy="0"/>
              </a:xfrm>
              <a:prstGeom prst="line">
                <a:avLst/>
              </a:prstGeom>
              <a:ln w="19050" cap="flat" cmpd="sng">
                <a:solidFill>
                  <a:srgbClr val="FF6600"/>
                </a:solidFill>
                <a:prstDash val="solid"/>
                <a:headEnd type="none" w="med" len="med"/>
                <a:tailEnd type="stealth" w="med" len="lg"/>
              </a:ln>
            </p:spPr>
          </p:sp>
          <p:graphicFrame>
            <p:nvGraphicFramePr>
              <p:cNvPr id="21539" name="Object 66"/>
              <p:cNvGraphicFramePr>
                <a:graphicFrameLocks noChangeAspect="1"/>
              </p:cNvGraphicFramePr>
              <p:nvPr/>
            </p:nvGraphicFramePr>
            <p:xfrm>
              <a:off x="3505" y="2530"/>
              <a:ext cx="159" cy="176"/>
            </p:xfrm>
            <a:graphic>
              <a:graphicData uri="http://schemas.openxmlformats.org/presentationml/2006/ole">
                <mc:AlternateContent xmlns:mc="http://schemas.openxmlformats.org/markup-compatibility/2006">
                  <mc:Choice xmlns:v="urn:schemas-microsoft-com:vml" Requires="v">
                    <p:oleObj spid="_x0000_s3176" name="" r:id="rId1" imgW="254000" imgH="279400" progId="Equation.3">
                      <p:embed/>
                    </p:oleObj>
                  </mc:Choice>
                  <mc:Fallback>
                    <p:oleObj name="" r:id="rId1" imgW="254000" imgH="279400" progId="Equation.3">
                      <p:embed/>
                      <p:pic>
                        <p:nvPicPr>
                          <p:cNvPr id="0" name="图片 3175"/>
                          <p:cNvPicPr/>
                          <p:nvPr/>
                        </p:nvPicPr>
                        <p:blipFill>
                          <a:blip r:embed="rId2"/>
                          <a:stretch>
                            <a:fillRect/>
                          </a:stretch>
                        </p:blipFill>
                        <p:spPr>
                          <a:xfrm>
                            <a:off x="3505" y="2530"/>
                            <a:ext cx="159" cy="176"/>
                          </a:xfrm>
                          <a:prstGeom prst="rect">
                            <a:avLst/>
                          </a:prstGeom>
                          <a:noFill/>
                          <a:ln w="38100">
                            <a:noFill/>
                            <a:miter/>
                          </a:ln>
                        </p:spPr>
                      </p:pic>
                    </p:oleObj>
                  </mc:Fallback>
                </mc:AlternateContent>
              </a:graphicData>
            </a:graphic>
          </p:graphicFrame>
          <p:graphicFrame>
            <p:nvGraphicFramePr>
              <p:cNvPr id="21540" name="Object 67"/>
              <p:cNvGraphicFramePr>
                <a:graphicFrameLocks noChangeAspect="1"/>
              </p:cNvGraphicFramePr>
              <p:nvPr/>
            </p:nvGraphicFramePr>
            <p:xfrm>
              <a:off x="3168" y="1824"/>
              <a:ext cx="183" cy="223"/>
            </p:xfrm>
            <a:graphic>
              <a:graphicData uri="http://schemas.openxmlformats.org/presentationml/2006/ole">
                <mc:AlternateContent xmlns:mc="http://schemas.openxmlformats.org/markup-compatibility/2006">
                  <mc:Choice xmlns:v="urn:schemas-microsoft-com:vml" Requires="v">
                    <p:oleObj spid="_x0000_s3177" name="" r:id="rId3" imgW="292100" imgH="355600" progId="Equation.3">
                      <p:embed/>
                    </p:oleObj>
                  </mc:Choice>
                  <mc:Fallback>
                    <p:oleObj name="" r:id="rId3" imgW="292100" imgH="355600" progId="Equation.3">
                      <p:embed/>
                      <p:pic>
                        <p:nvPicPr>
                          <p:cNvPr id="0" name="图片 3176"/>
                          <p:cNvPicPr/>
                          <p:nvPr/>
                        </p:nvPicPr>
                        <p:blipFill>
                          <a:blip r:embed="rId4"/>
                          <a:stretch>
                            <a:fillRect/>
                          </a:stretch>
                        </p:blipFill>
                        <p:spPr>
                          <a:xfrm>
                            <a:off x="3168" y="1824"/>
                            <a:ext cx="183" cy="223"/>
                          </a:xfrm>
                          <a:prstGeom prst="rect">
                            <a:avLst/>
                          </a:prstGeom>
                          <a:noFill/>
                          <a:ln w="38100">
                            <a:noFill/>
                            <a:miter/>
                          </a:ln>
                        </p:spPr>
                      </p:pic>
                    </p:oleObj>
                  </mc:Fallback>
                </mc:AlternateContent>
              </a:graphicData>
            </a:graphic>
          </p:graphicFrame>
          <p:graphicFrame>
            <p:nvGraphicFramePr>
              <p:cNvPr id="21541" name="Object 68"/>
              <p:cNvGraphicFramePr>
                <a:graphicFrameLocks noChangeAspect="1"/>
              </p:cNvGraphicFramePr>
              <p:nvPr/>
            </p:nvGraphicFramePr>
            <p:xfrm flipH="1">
              <a:off x="5358" y="2487"/>
              <a:ext cx="237" cy="176"/>
            </p:xfrm>
            <a:graphic>
              <a:graphicData uri="http://schemas.openxmlformats.org/presentationml/2006/ole">
                <mc:AlternateContent xmlns:mc="http://schemas.openxmlformats.org/markup-compatibility/2006">
                  <mc:Choice xmlns:v="urn:schemas-microsoft-com:vml" Requires="v">
                    <p:oleObj spid="_x0000_s3172" name="" r:id="rId5" imgW="292100" imgH="279400" progId="Equation.3">
                      <p:embed/>
                    </p:oleObj>
                  </mc:Choice>
                  <mc:Fallback>
                    <p:oleObj name="" r:id="rId5" imgW="292100" imgH="279400" progId="Equation.3">
                      <p:embed/>
                      <p:pic>
                        <p:nvPicPr>
                          <p:cNvPr id="0" name="图片 3171"/>
                          <p:cNvPicPr/>
                          <p:nvPr/>
                        </p:nvPicPr>
                        <p:blipFill>
                          <a:blip r:embed="rId6"/>
                          <a:stretch>
                            <a:fillRect/>
                          </a:stretch>
                        </p:blipFill>
                        <p:spPr>
                          <a:xfrm flipH="1">
                            <a:off x="5358" y="2487"/>
                            <a:ext cx="237" cy="176"/>
                          </a:xfrm>
                          <a:prstGeom prst="rect">
                            <a:avLst/>
                          </a:prstGeom>
                          <a:noFill/>
                          <a:ln w="38100">
                            <a:noFill/>
                            <a:miter/>
                          </a:ln>
                        </p:spPr>
                      </p:pic>
                    </p:oleObj>
                  </mc:Fallback>
                </mc:AlternateContent>
              </a:graphicData>
            </a:graphic>
          </p:graphicFrame>
        </p:grpSp>
        <p:grpSp>
          <p:nvGrpSpPr>
            <p:cNvPr id="21514" name="Group 69"/>
            <p:cNvGrpSpPr/>
            <p:nvPr/>
          </p:nvGrpSpPr>
          <p:grpSpPr>
            <a:xfrm>
              <a:off x="2832" y="1536"/>
              <a:ext cx="2501" cy="1200"/>
              <a:chOff x="2832" y="1536"/>
              <a:chExt cx="2501" cy="1200"/>
            </a:xfrm>
          </p:grpSpPr>
          <p:grpSp>
            <p:nvGrpSpPr>
              <p:cNvPr id="21515" name="Group 70"/>
              <p:cNvGrpSpPr/>
              <p:nvPr/>
            </p:nvGrpSpPr>
            <p:grpSpPr>
              <a:xfrm>
                <a:off x="3394" y="1920"/>
                <a:ext cx="1795" cy="576"/>
                <a:chOff x="3293" y="2092"/>
                <a:chExt cx="1007" cy="338"/>
              </a:xfrm>
            </p:grpSpPr>
            <p:sp>
              <p:nvSpPr>
                <p:cNvPr id="21535" name="Freeform 71"/>
                <p:cNvSpPr/>
                <p:nvPr/>
              </p:nvSpPr>
              <p:spPr>
                <a:xfrm>
                  <a:off x="3293" y="2092"/>
                  <a:ext cx="505" cy="170"/>
                </a:xfrm>
                <a:custGeom>
                  <a:avLst/>
                  <a:gdLst>
                    <a:gd name="txL" fmla="*/ 0 w 1235"/>
                    <a:gd name="txT" fmla="*/ 0 h 533"/>
                    <a:gd name="txR" fmla="*/ 1235 w 1235"/>
                    <a:gd name="txB" fmla="*/ 533 h 533"/>
                  </a:gdLst>
                  <a:ahLst/>
                  <a:cxnLst>
                    <a:cxn ang="0">
                      <a:pos x="0" y="0"/>
                    </a:cxn>
                    <a:cxn ang="0">
                      <a:pos x="1" y="0"/>
                    </a:cxn>
                    <a:cxn ang="0">
                      <a:pos x="2" y="0"/>
                    </a:cxn>
                  </a:cxnLst>
                  <a:rect l="txL" t="txT" r="txR" b="txB"/>
                  <a:pathLst>
                    <a:path w="1235" h="533">
                      <a:moveTo>
                        <a:pt x="0" y="529"/>
                      </a:moveTo>
                      <a:cubicBezTo>
                        <a:pt x="211" y="262"/>
                        <a:pt x="418" y="0"/>
                        <a:pt x="624" y="1"/>
                      </a:cubicBezTo>
                      <a:cubicBezTo>
                        <a:pt x="830" y="2"/>
                        <a:pt x="1108" y="422"/>
                        <a:pt x="1235" y="533"/>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sp>
              <p:nvSpPr>
                <p:cNvPr id="21536" name="Freeform 72"/>
                <p:cNvSpPr/>
                <p:nvPr/>
              </p:nvSpPr>
              <p:spPr>
                <a:xfrm>
                  <a:off x="3792" y="2256"/>
                  <a:ext cx="508" cy="174"/>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grpSp>
          <p:grpSp>
            <p:nvGrpSpPr>
              <p:cNvPr id="21516" name="Group 73"/>
              <p:cNvGrpSpPr/>
              <p:nvPr/>
            </p:nvGrpSpPr>
            <p:grpSpPr>
              <a:xfrm>
                <a:off x="4373" y="1536"/>
                <a:ext cx="672" cy="240"/>
                <a:chOff x="4276" y="1824"/>
                <a:chExt cx="672" cy="240"/>
              </a:xfrm>
            </p:grpSpPr>
            <p:sp>
              <p:nvSpPr>
                <p:cNvPr id="21533" name="Line 74"/>
                <p:cNvSpPr/>
                <p:nvPr/>
              </p:nvSpPr>
              <p:spPr>
                <a:xfrm>
                  <a:off x="4276" y="2064"/>
                  <a:ext cx="672" cy="0"/>
                </a:xfrm>
                <a:prstGeom prst="line">
                  <a:avLst/>
                </a:prstGeom>
                <a:ln w="19050" cap="flat" cmpd="sng">
                  <a:solidFill>
                    <a:srgbClr val="FF0000"/>
                  </a:solidFill>
                  <a:prstDash val="solid"/>
                  <a:headEnd type="none" w="med" len="lg"/>
                  <a:tailEnd type="stealth" w="med" len="lg"/>
                </a:ln>
              </p:spPr>
            </p:sp>
            <p:graphicFrame>
              <p:nvGraphicFramePr>
                <p:cNvPr id="21534" name="Object 75"/>
                <p:cNvGraphicFramePr>
                  <a:graphicFrameLocks noChangeAspect="1"/>
                </p:cNvGraphicFramePr>
                <p:nvPr/>
              </p:nvGraphicFramePr>
              <p:xfrm>
                <a:off x="4608" y="1824"/>
                <a:ext cx="183" cy="176"/>
              </p:xfrm>
              <a:graphic>
                <a:graphicData uri="http://schemas.openxmlformats.org/presentationml/2006/ole">
                  <mc:AlternateContent xmlns:mc="http://schemas.openxmlformats.org/markup-compatibility/2006">
                    <mc:Choice xmlns:v="urn:schemas-microsoft-com:vml" Requires="v">
                      <p:oleObj spid="_x0000_s3173" name="" r:id="rId7" imgW="292100" imgH="279400" progId="Equation.3">
                        <p:embed/>
                      </p:oleObj>
                    </mc:Choice>
                    <mc:Fallback>
                      <p:oleObj name="" r:id="rId7" imgW="292100" imgH="279400" progId="Equation.3">
                        <p:embed/>
                        <p:pic>
                          <p:nvPicPr>
                            <p:cNvPr id="0" name="图片 3172"/>
                            <p:cNvPicPr/>
                            <p:nvPr/>
                          </p:nvPicPr>
                          <p:blipFill>
                            <a:blip r:embed="rId8"/>
                            <a:stretch>
                              <a:fillRect/>
                            </a:stretch>
                          </p:blipFill>
                          <p:spPr>
                            <a:xfrm>
                              <a:off x="4608" y="1824"/>
                              <a:ext cx="183" cy="176"/>
                            </a:xfrm>
                            <a:prstGeom prst="rect">
                              <a:avLst/>
                            </a:prstGeom>
                            <a:noFill/>
                            <a:ln w="38100">
                              <a:noFill/>
                              <a:miter/>
                            </a:ln>
                          </p:spPr>
                        </p:pic>
                      </p:oleObj>
                    </mc:Fallback>
                  </mc:AlternateContent>
                </a:graphicData>
              </a:graphic>
            </p:graphicFrame>
          </p:grpSp>
          <p:grpSp>
            <p:nvGrpSpPr>
              <p:cNvPr id="21517" name="Group 76"/>
              <p:cNvGrpSpPr/>
              <p:nvPr/>
            </p:nvGrpSpPr>
            <p:grpSpPr>
              <a:xfrm>
                <a:off x="3505" y="1728"/>
                <a:ext cx="191" cy="336"/>
                <a:chOff x="3404" y="1776"/>
                <a:chExt cx="191" cy="336"/>
              </a:xfrm>
            </p:grpSpPr>
            <p:sp>
              <p:nvSpPr>
                <p:cNvPr id="21531" name="Oval 77"/>
                <p:cNvSpPr/>
                <p:nvPr/>
              </p:nvSpPr>
              <p:spPr>
                <a:xfrm>
                  <a:off x="3456" y="2064"/>
                  <a:ext cx="48" cy="48"/>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21532" name="Object 78"/>
                <p:cNvGraphicFramePr>
                  <a:graphicFrameLocks noChangeAspect="1"/>
                </p:cNvGraphicFramePr>
                <p:nvPr/>
              </p:nvGraphicFramePr>
              <p:xfrm>
                <a:off x="3404" y="1776"/>
                <a:ext cx="191" cy="176"/>
              </p:xfrm>
              <a:graphic>
                <a:graphicData uri="http://schemas.openxmlformats.org/presentationml/2006/ole">
                  <mc:AlternateContent xmlns:mc="http://schemas.openxmlformats.org/markup-compatibility/2006">
                    <mc:Choice xmlns:v="urn:schemas-microsoft-com:vml" Requires="v">
                      <p:oleObj spid="_x0000_s3174" name="" r:id="rId9" imgW="304800" imgH="279400" progId="Equation.3">
                        <p:embed/>
                      </p:oleObj>
                    </mc:Choice>
                    <mc:Fallback>
                      <p:oleObj name="" r:id="rId9" imgW="304800" imgH="279400" progId="Equation.3">
                        <p:embed/>
                        <p:pic>
                          <p:nvPicPr>
                            <p:cNvPr id="0" name="图片 3173"/>
                            <p:cNvPicPr/>
                            <p:nvPr/>
                          </p:nvPicPr>
                          <p:blipFill>
                            <a:blip r:embed="rId10"/>
                            <a:stretch>
                              <a:fillRect/>
                            </a:stretch>
                          </p:blipFill>
                          <p:spPr>
                            <a:xfrm>
                              <a:off x="3404" y="1776"/>
                              <a:ext cx="191" cy="176"/>
                            </a:xfrm>
                            <a:prstGeom prst="rect">
                              <a:avLst/>
                            </a:prstGeom>
                            <a:noFill/>
                            <a:ln w="38100">
                              <a:noFill/>
                              <a:miter/>
                            </a:ln>
                          </p:spPr>
                        </p:pic>
                      </p:oleObj>
                    </mc:Fallback>
                  </mc:AlternateContent>
                </a:graphicData>
              </a:graphic>
            </p:graphicFrame>
          </p:grpSp>
          <p:grpSp>
            <p:nvGrpSpPr>
              <p:cNvPr id="21518" name="Group 79"/>
              <p:cNvGrpSpPr/>
              <p:nvPr/>
            </p:nvGrpSpPr>
            <p:grpSpPr>
              <a:xfrm>
                <a:off x="4085" y="1680"/>
                <a:ext cx="159" cy="439"/>
                <a:chOff x="3984" y="1728"/>
                <a:chExt cx="159" cy="439"/>
              </a:xfrm>
            </p:grpSpPr>
            <p:sp>
              <p:nvSpPr>
                <p:cNvPr id="21529" name="Oval 80"/>
                <p:cNvSpPr/>
                <p:nvPr/>
              </p:nvSpPr>
              <p:spPr>
                <a:xfrm>
                  <a:off x="4032" y="2119"/>
                  <a:ext cx="48" cy="48"/>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21530" name="Object 81"/>
                <p:cNvGraphicFramePr>
                  <a:graphicFrameLocks noChangeAspect="1"/>
                </p:cNvGraphicFramePr>
                <p:nvPr/>
              </p:nvGraphicFramePr>
              <p:xfrm>
                <a:off x="3984" y="1728"/>
                <a:ext cx="159" cy="255"/>
              </p:xfrm>
              <a:graphic>
                <a:graphicData uri="http://schemas.openxmlformats.org/presentationml/2006/ole">
                  <mc:AlternateContent xmlns:mc="http://schemas.openxmlformats.org/markup-compatibility/2006">
                    <mc:Choice xmlns:v="urn:schemas-microsoft-com:vml" Requires="v">
                      <p:oleObj spid="_x0000_s3175" name="" r:id="rId11" imgW="254000" imgH="405765" progId="Equation.3">
                        <p:embed/>
                      </p:oleObj>
                    </mc:Choice>
                    <mc:Fallback>
                      <p:oleObj name="" r:id="rId11" imgW="254000" imgH="405765" progId="Equation.3">
                        <p:embed/>
                        <p:pic>
                          <p:nvPicPr>
                            <p:cNvPr id="0" name="图片 3174"/>
                            <p:cNvPicPr/>
                            <p:nvPr/>
                          </p:nvPicPr>
                          <p:blipFill>
                            <a:blip r:embed="rId12"/>
                            <a:stretch>
                              <a:fillRect/>
                            </a:stretch>
                          </p:blipFill>
                          <p:spPr>
                            <a:xfrm>
                              <a:off x="3984" y="1728"/>
                              <a:ext cx="159" cy="255"/>
                            </a:xfrm>
                            <a:prstGeom prst="rect">
                              <a:avLst/>
                            </a:prstGeom>
                            <a:noFill/>
                            <a:ln w="38100">
                              <a:noFill/>
                              <a:miter/>
                            </a:ln>
                          </p:spPr>
                        </p:pic>
                      </p:oleObj>
                    </mc:Fallback>
                  </mc:AlternateContent>
                </a:graphicData>
              </a:graphic>
            </p:graphicFrame>
          </p:grpSp>
          <p:grpSp>
            <p:nvGrpSpPr>
              <p:cNvPr id="21519" name="Group 82"/>
              <p:cNvGrpSpPr/>
              <p:nvPr/>
            </p:nvGrpSpPr>
            <p:grpSpPr>
              <a:xfrm>
                <a:off x="5093" y="1920"/>
                <a:ext cx="240" cy="309"/>
                <a:chOff x="4992" y="1968"/>
                <a:chExt cx="240" cy="309"/>
              </a:xfrm>
            </p:grpSpPr>
            <p:sp>
              <p:nvSpPr>
                <p:cNvPr id="21527" name="Oval 83"/>
                <p:cNvSpPr/>
                <p:nvPr/>
              </p:nvSpPr>
              <p:spPr>
                <a:xfrm>
                  <a:off x="5040" y="2229"/>
                  <a:ext cx="48" cy="48"/>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21528" name="Object 84"/>
                <p:cNvGraphicFramePr>
                  <a:graphicFrameLocks noChangeAspect="1"/>
                </p:cNvGraphicFramePr>
                <p:nvPr/>
              </p:nvGraphicFramePr>
              <p:xfrm>
                <a:off x="4992" y="1968"/>
                <a:ext cx="240" cy="240"/>
              </p:xfrm>
              <a:graphic>
                <a:graphicData uri="http://schemas.openxmlformats.org/presentationml/2006/ole">
                  <mc:AlternateContent xmlns:mc="http://schemas.openxmlformats.org/markup-compatibility/2006">
                    <mc:Choice xmlns:v="urn:schemas-microsoft-com:vml" Requires="v">
                      <p:oleObj spid="_x0000_s3178" name="" r:id="rId13" imgW="381000" imgH="381000" progId="Equation.3">
                        <p:embed/>
                      </p:oleObj>
                    </mc:Choice>
                    <mc:Fallback>
                      <p:oleObj name="" r:id="rId13" imgW="381000" imgH="381000" progId="Equation.3">
                        <p:embed/>
                        <p:pic>
                          <p:nvPicPr>
                            <p:cNvPr id="0" name="图片 3177"/>
                            <p:cNvPicPr/>
                            <p:nvPr/>
                          </p:nvPicPr>
                          <p:blipFill>
                            <a:blip r:embed="rId14"/>
                            <a:stretch>
                              <a:fillRect/>
                            </a:stretch>
                          </p:blipFill>
                          <p:spPr>
                            <a:xfrm>
                              <a:off x="4992" y="1968"/>
                              <a:ext cx="240" cy="240"/>
                            </a:xfrm>
                            <a:prstGeom prst="rect">
                              <a:avLst/>
                            </a:prstGeom>
                            <a:noFill/>
                            <a:ln w="38100">
                              <a:noFill/>
                              <a:miter/>
                            </a:ln>
                          </p:spPr>
                        </p:pic>
                      </p:oleObj>
                    </mc:Fallback>
                  </mc:AlternateContent>
                </a:graphicData>
              </a:graphic>
            </p:graphicFrame>
          </p:grpSp>
          <p:grpSp>
            <p:nvGrpSpPr>
              <p:cNvPr id="21520" name="Group 85"/>
              <p:cNvGrpSpPr/>
              <p:nvPr/>
            </p:nvGrpSpPr>
            <p:grpSpPr>
              <a:xfrm>
                <a:off x="3413" y="2208"/>
                <a:ext cx="864" cy="528"/>
                <a:chOff x="3316" y="2496"/>
                <a:chExt cx="864" cy="528"/>
              </a:xfrm>
            </p:grpSpPr>
            <p:sp>
              <p:nvSpPr>
                <p:cNvPr id="21524" name="Line 86"/>
                <p:cNvSpPr/>
                <p:nvPr/>
              </p:nvSpPr>
              <p:spPr>
                <a:xfrm>
                  <a:off x="4180" y="2496"/>
                  <a:ext cx="0" cy="288"/>
                </a:xfrm>
                <a:prstGeom prst="line">
                  <a:avLst/>
                </a:prstGeom>
                <a:ln w="19050" cap="flat" cmpd="sng">
                  <a:solidFill>
                    <a:schemeClr val="tx1"/>
                  </a:solidFill>
                  <a:prstDash val="solid"/>
                  <a:headEnd type="none" w="med" len="lg"/>
                  <a:tailEnd type="none" w="med" len="lg"/>
                </a:ln>
              </p:spPr>
            </p:sp>
            <p:sp>
              <p:nvSpPr>
                <p:cNvPr id="21525" name="Line 87"/>
                <p:cNvSpPr/>
                <p:nvPr/>
              </p:nvSpPr>
              <p:spPr>
                <a:xfrm>
                  <a:off x="3316" y="2736"/>
                  <a:ext cx="864" cy="0"/>
                </a:xfrm>
                <a:prstGeom prst="line">
                  <a:avLst/>
                </a:prstGeom>
                <a:ln w="19050" cap="flat" cmpd="sng">
                  <a:solidFill>
                    <a:schemeClr val="tx1"/>
                  </a:solidFill>
                  <a:prstDash val="solid"/>
                  <a:headEnd type="stealth" w="med" len="lg"/>
                  <a:tailEnd type="stealth" w="med" len="lg"/>
                </a:ln>
              </p:spPr>
            </p:sp>
            <p:graphicFrame>
              <p:nvGraphicFramePr>
                <p:cNvPr id="21526" name="Object 88"/>
                <p:cNvGraphicFramePr>
                  <a:graphicFrameLocks noChangeAspect="1"/>
                </p:cNvGraphicFramePr>
                <p:nvPr/>
              </p:nvGraphicFramePr>
              <p:xfrm>
                <a:off x="3460" y="2784"/>
                <a:ext cx="664" cy="240"/>
              </p:xfrm>
              <a:graphic>
                <a:graphicData uri="http://schemas.openxmlformats.org/presentationml/2006/ole">
                  <mc:AlternateContent xmlns:mc="http://schemas.openxmlformats.org/markup-compatibility/2006">
                    <mc:Choice xmlns:v="urn:schemas-microsoft-com:vml" Requires="v">
                      <p:oleObj spid="_x0000_s3179" name="" r:id="rId15" imgW="1054100" imgH="381000" progId="Equation.3">
                        <p:embed/>
                      </p:oleObj>
                    </mc:Choice>
                    <mc:Fallback>
                      <p:oleObj name="" r:id="rId15" imgW="1054100" imgH="381000" progId="Equation.3">
                        <p:embed/>
                        <p:pic>
                          <p:nvPicPr>
                            <p:cNvPr id="0" name="图片 3178"/>
                            <p:cNvPicPr/>
                            <p:nvPr/>
                          </p:nvPicPr>
                          <p:blipFill>
                            <a:blip r:embed="rId16"/>
                            <a:stretch>
                              <a:fillRect/>
                            </a:stretch>
                          </p:blipFill>
                          <p:spPr>
                            <a:xfrm>
                              <a:off x="3460" y="2784"/>
                              <a:ext cx="664" cy="240"/>
                            </a:xfrm>
                            <a:prstGeom prst="rect">
                              <a:avLst/>
                            </a:prstGeom>
                            <a:noFill/>
                            <a:ln w="38100">
                              <a:noFill/>
                              <a:miter/>
                            </a:ln>
                          </p:spPr>
                        </p:pic>
                      </p:oleObj>
                    </mc:Fallback>
                  </mc:AlternateContent>
                </a:graphicData>
              </a:graphic>
            </p:graphicFrame>
          </p:grpSp>
          <p:grpSp>
            <p:nvGrpSpPr>
              <p:cNvPr id="21521" name="Group 89"/>
              <p:cNvGrpSpPr/>
              <p:nvPr/>
            </p:nvGrpSpPr>
            <p:grpSpPr>
              <a:xfrm>
                <a:off x="2832" y="1825"/>
                <a:ext cx="1056" cy="191"/>
                <a:chOff x="2832" y="1825"/>
                <a:chExt cx="1056" cy="191"/>
              </a:xfrm>
            </p:grpSpPr>
            <p:sp>
              <p:nvSpPr>
                <p:cNvPr id="21522" name="Line 90"/>
                <p:cNvSpPr/>
                <p:nvPr/>
              </p:nvSpPr>
              <p:spPr>
                <a:xfrm flipH="1">
                  <a:off x="3375" y="1920"/>
                  <a:ext cx="513" cy="0"/>
                </a:xfrm>
                <a:prstGeom prst="line">
                  <a:avLst/>
                </a:prstGeom>
                <a:ln w="19050" cap="flat" cmpd="sng">
                  <a:solidFill>
                    <a:schemeClr val="tx1"/>
                  </a:solidFill>
                  <a:prstDash val="dash"/>
                  <a:headEnd type="none" w="med" len="lg"/>
                  <a:tailEnd type="none" w="med" len="lg"/>
                </a:ln>
              </p:spPr>
            </p:sp>
            <p:graphicFrame>
              <p:nvGraphicFramePr>
                <p:cNvPr id="21523" name="Object 91"/>
                <p:cNvGraphicFramePr>
                  <a:graphicFrameLocks noChangeAspect="1"/>
                </p:cNvGraphicFramePr>
                <p:nvPr/>
              </p:nvGraphicFramePr>
              <p:xfrm>
                <a:off x="2832" y="1825"/>
                <a:ext cx="559" cy="191"/>
              </p:xfrm>
              <a:graphic>
                <a:graphicData uri="http://schemas.openxmlformats.org/presentationml/2006/ole">
                  <mc:AlternateContent xmlns:mc="http://schemas.openxmlformats.org/markup-compatibility/2006">
                    <mc:Choice xmlns:v="urn:schemas-microsoft-com:vml" Requires="v">
                      <p:oleObj spid="_x0000_s3180" name="" r:id="rId17" imgW="1333500" imgH="381000" progId="Equation.3">
                        <p:embed/>
                      </p:oleObj>
                    </mc:Choice>
                    <mc:Fallback>
                      <p:oleObj name="" r:id="rId17" imgW="1333500" imgH="381000" progId="Equation.3">
                        <p:embed/>
                        <p:pic>
                          <p:nvPicPr>
                            <p:cNvPr id="0" name="图片 3179"/>
                            <p:cNvPicPr/>
                            <p:nvPr/>
                          </p:nvPicPr>
                          <p:blipFill>
                            <a:blip r:embed="rId18"/>
                            <a:stretch>
                              <a:fillRect/>
                            </a:stretch>
                          </p:blipFill>
                          <p:spPr>
                            <a:xfrm>
                              <a:off x="2832" y="1825"/>
                              <a:ext cx="559" cy="191"/>
                            </a:xfrm>
                            <a:prstGeom prst="rect">
                              <a:avLst/>
                            </a:prstGeom>
                            <a:noFill/>
                            <a:ln w="38100">
                              <a:noFill/>
                              <a:miter/>
                            </a:ln>
                          </p:spPr>
                        </p:pic>
                      </p:oleObj>
                    </mc:Fallback>
                  </mc:AlternateContent>
                </a:graphicData>
              </a:graphic>
            </p:graphicFrame>
          </p:grpSp>
        </p:grpSp>
      </p:grpSp>
      <p:sp>
        <p:nvSpPr>
          <p:cNvPr id="18" name="Freeform 72"/>
          <p:cNvSpPr/>
          <p:nvPr/>
        </p:nvSpPr>
        <p:spPr>
          <a:xfrm>
            <a:off x="1966595" y="4283075"/>
            <a:ext cx="1437640" cy="470535"/>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8"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2625" y="260350"/>
            <a:ext cx="1991360" cy="396875"/>
            <a:chOff x="816" y="139"/>
            <a:chExt cx="4459"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波函数</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6"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波函数</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grpSp>
        <p:nvGrpSpPr>
          <p:cNvPr id="21513" name="Group 63"/>
          <p:cNvGrpSpPr/>
          <p:nvPr/>
        </p:nvGrpSpPr>
        <p:grpSpPr>
          <a:xfrm rot="0">
            <a:off x="1116012" y="1052830"/>
            <a:ext cx="3773784" cy="1905000"/>
            <a:chOff x="3165" y="1824"/>
            <a:chExt cx="2377" cy="1200"/>
          </a:xfrm>
        </p:grpSpPr>
        <p:sp>
          <p:nvSpPr>
            <p:cNvPr id="21537" name="Line 64"/>
            <p:cNvSpPr/>
            <p:nvPr/>
          </p:nvSpPr>
          <p:spPr>
            <a:xfrm flipV="1">
              <a:off x="3456" y="1920"/>
              <a:ext cx="0" cy="1104"/>
            </a:xfrm>
            <a:prstGeom prst="line">
              <a:avLst/>
            </a:prstGeom>
            <a:ln w="19050" cap="flat" cmpd="sng">
              <a:solidFill>
                <a:srgbClr val="800000"/>
              </a:solidFill>
              <a:prstDash val="solid"/>
              <a:headEnd type="none" w="med" len="med"/>
              <a:tailEnd type="stealth" w="med" len="lg"/>
            </a:ln>
          </p:spPr>
        </p:sp>
        <p:sp>
          <p:nvSpPr>
            <p:cNvPr id="21538" name="Line 65"/>
            <p:cNvSpPr/>
            <p:nvPr/>
          </p:nvSpPr>
          <p:spPr>
            <a:xfrm>
              <a:off x="3165" y="2508"/>
              <a:ext cx="2313" cy="0"/>
            </a:xfrm>
            <a:prstGeom prst="line">
              <a:avLst/>
            </a:prstGeom>
            <a:ln w="19050" cap="flat" cmpd="sng">
              <a:solidFill>
                <a:srgbClr val="FF6600"/>
              </a:solidFill>
              <a:prstDash val="solid"/>
              <a:headEnd type="none" w="med" len="med"/>
              <a:tailEnd type="stealth" w="med" len="lg"/>
            </a:ln>
          </p:spPr>
        </p:sp>
        <p:graphicFrame>
          <p:nvGraphicFramePr>
            <p:cNvPr id="21539" name="Object 66"/>
            <p:cNvGraphicFramePr>
              <a:graphicFrameLocks noChangeAspect="1"/>
            </p:cNvGraphicFramePr>
            <p:nvPr/>
          </p:nvGraphicFramePr>
          <p:xfrm>
            <a:off x="3264" y="2308"/>
            <a:ext cx="159" cy="176"/>
          </p:xfrm>
          <a:graphic>
            <a:graphicData uri="http://schemas.openxmlformats.org/presentationml/2006/ole">
              <mc:AlternateContent xmlns:mc="http://schemas.openxmlformats.org/markup-compatibility/2006">
                <mc:Choice xmlns:v="urn:schemas-microsoft-com:vml" Requires="v">
                  <p:oleObj spid="_x0000_s3176" name="" r:id="rId1" imgW="254000" imgH="279400" progId="Equation.3">
                    <p:embed/>
                  </p:oleObj>
                </mc:Choice>
                <mc:Fallback>
                  <p:oleObj name="" r:id="rId1" imgW="254000" imgH="279400" progId="Equation.3">
                    <p:embed/>
                    <p:pic>
                      <p:nvPicPr>
                        <p:cNvPr id="0" name="图片 3175"/>
                        <p:cNvPicPr/>
                        <p:nvPr/>
                      </p:nvPicPr>
                      <p:blipFill>
                        <a:blip r:embed="rId2"/>
                        <a:stretch>
                          <a:fillRect/>
                        </a:stretch>
                      </p:blipFill>
                      <p:spPr>
                        <a:xfrm>
                          <a:off x="3264" y="2308"/>
                          <a:ext cx="159" cy="176"/>
                        </a:xfrm>
                        <a:prstGeom prst="rect">
                          <a:avLst/>
                        </a:prstGeom>
                        <a:noFill/>
                        <a:ln w="38100">
                          <a:noFill/>
                          <a:miter/>
                        </a:ln>
                      </p:spPr>
                    </p:pic>
                  </p:oleObj>
                </mc:Fallback>
              </mc:AlternateContent>
            </a:graphicData>
          </a:graphic>
        </p:graphicFrame>
        <p:graphicFrame>
          <p:nvGraphicFramePr>
            <p:cNvPr id="21540" name="Object 67"/>
            <p:cNvGraphicFramePr>
              <a:graphicFrameLocks noChangeAspect="1"/>
            </p:cNvGraphicFramePr>
            <p:nvPr/>
          </p:nvGraphicFramePr>
          <p:xfrm>
            <a:off x="3168" y="1824"/>
            <a:ext cx="183" cy="223"/>
          </p:xfrm>
          <a:graphic>
            <a:graphicData uri="http://schemas.openxmlformats.org/presentationml/2006/ole">
              <mc:AlternateContent xmlns:mc="http://schemas.openxmlformats.org/markup-compatibility/2006">
                <mc:Choice xmlns:v="urn:schemas-microsoft-com:vml" Requires="v">
                  <p:oleObj spid="_x0000_s3177" name="" r:id="rId3" imgW="292100" imgH="355600" progId="Equation.3">
                    <p:embed/>
                  </p:oleObj>
                </mc:Choice>
                <mc:Fallback>
                  <p:oleObj name="" r:id="rId3" imgW="292100" imgH="355600" progId="Equation.3">
                    <p:embed/>
                    <p:pic>
                      <p:nvPicPr>
                        <p:cNvPr id="0" name="图片 3176"/>
                        <p:cNvPicPr/>
                        <p:nvPr/>
                      </p:nvPicPr>
                      <p:blipFill>
                        <a:blip r:embed="rId4"/>
                        <a:stretch>
                          <a:fillRect/>
                        </a:stretch>
                      </p:blipFill>
                      <p:spPr>
                        <a:xfrm>
                          <a:off x="3168" y="1824"/>
                          <a:ext cx="183" cy="223"/>
                        </a:xfrm>
                        <a:prstGeom prst="rect">
                          <a:avLst/>
                        </a:prstGeom>
                        <a:noFill/>
                        <a:ln w="38100">
                          <a:noFill/>
                          <a:miter/>
                        </a:ln>
                      </p:spPr>
                    </p:pic>
                  </p:oleObj>
                </mc:Fallback>
              </mc:AlternateContent>
            </a:graphicData>
          </a:graphic>
        </p:graphicFrame>
        <p:graphicFrame>
          <p:nvGraphicFramePr>
            <p:cNvPr id="21541" name="Object 68"/>
            <p:cNvGraphicFramePr>
              <a:graphicFrameLocks noChangeAspect="1"/>
            </p:cNvGraphicFramePr>
            <p:nvPr/>
          </p:nvGraphicFramePr>
          <p:xfrm flipH="1">
            <a:off x="5236" y="2496"/>
            <a:ext cx="306" cy="198"/>
          </p:xfrm>
          <a:graphic>
            <a:graphicData uri="http://schemas.openxmlformats.org/presentationml/2006/ole">
              <mc:AlternateContent xmlns:mc="http://schemas.openxmlformats.org/markup-compatibility/2006">
                <mc:Choice xmlns:v="urn:schemas-microsoft-com:vml" Requires="v">
                  <p:oleObj spid="_x0000_s3172" name="" r:id="rId5" imgW="127000" imgH="139700" progId="Equation.3">
                    <p:embed/>
                  </p:oleObj>
                </mc:Choice>
                <mc:Fallback>
                  <p:oleObj name="" r:id="rId5" imgW="127000" imgH="139700" progId="Equation.3">
                    <p:embed/>
                    <p:pic>
                      <p:nvPicPr>
                        <p:cNvPr id="0" name="图片 3171"/>
                        <p:cNvPicPr/>
                        <p:nvPr/>
                      </p:nvPicPr>
                      <p:blipFill>
                        <a:blip r:embed="rId6"/>
                        <a:stretch>
                          <a:fillRect/>
                        </a:stretch>
                      </p:blipFill>
                      <p:spPr>
                        <a:xfrm flipH="1">
                          <a:off x="5236" y="2496"/>
                          <a:ext cx="306" cy="198"/>
                        </a:xfrm>
                        <a:prstGeom prst="rect">
                          <a:avLst/>
                        </a:prstGeom>
                        <a:noFill/>
                        <a:ln w="38100">
                          <a:noFill/>
                          <a:miter/>
                        </a:ln>
                      </p:spPr>
                    </p:pic>
                  </p:oleObj>
                </mc:Fallback>
              </mc:AlternateContent>
            </a:graphicData>
          </a:graphic>
        </p:graphicFrame>
      </p:grpSp>
      <p:sp>
        <p:nvSpPr>
          <p:cNvPr id="21535" name="Freeform 71"/>
          <p:cNvSpPr/>
          <p:nvPr/>
        </p:nvSpPr>
        <p:spPr>
          <a:xfrm>
            <a:off x="1553845" y="1662430"/>
            <a:ext cx="1429385" cy="459740"/>
          </a:xfrm>
          <a:custGeom>
            <a:avLst/>
            <a:gdLst>
              <a:gd name="txL" fmla="*/ 0 w 1235"/>
              <a:gd name="txT" fmla="*/ 0 h 533"/>
              <a:gd name="txR" fmla="*/ 1235 w 1235"/>
              <a:gd name="txB" fmla="*/ 533 h 533"/>
            </a:gdLst>
            <a:ahLst/>
            <a:cxnLst>
              <a:cxn ang="0">
                <a:pos x="0" y="0"/>
              </a:cxn>
              <a:cxn ang="0">
                <a:pos x="1" y="0"/>
              </a:cxn>
              <a:cxn ang="0">
                <a:pos x="2" y="0"/>
              </a:cxn>
            </a:cxnLst>
            <a:rect l="txL" t="txT" r="txR" b="txB"/>
            <a:pathLst>
              <a:path w="1235" h="533">
                <a:moveTo>
                  <a:pt x="0" y="529"/>
                </a:moveTo>
                <a:cubicBezTo>
                  <a:pt x="211" y="262"/>
                  <a:pt x="418" y="0"/>
                  <a:pt x="624" y="1"/>
                </a:cubicBezTo>
                <a:cubicBezTo>
                  <a:pt x="830" y="2"/>
                  <a:pt x="1108" y="422"/>
                  <a:pt x="1235" y="533"/>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sp>
        <p:nvSpPr>
          <p:cNvPr id="21536" name="Freeform 72"/>
          <p:cNvSpPr/>
          <p:nvPr/>
        </p:nvSpPr>
        <p:spPr>
          <a:xfrm>
            <a:off x="2966085" y="2106295"/>
            <a:ext cx="1437640" cy="470535"/>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grpSp>
        <p:nvGrpSpPr>
          <p:cNvPr id="21516" name="Group 73"/>
          <p:cNvGrpSpPr/>
          <p:nvPr/>
        </p:nvGrpSpPr>
        <p:grpSpPr>
          <a:xfrm rot="0">
            <a:off x="2987675" y="1291590"/>
            <a:ext cx="1066800" cy="381000"/>
            <a:chOff x="4276" y="1824"/>
            <a:chExt cx="672" cy="240"/>
          </a:xfrm>
        </p:grpSpPr>
        <p:sp>
          <p:nvSpPr>
            <p:cNvPr id="21533" name="Line 74"/>
            <p:cNvSpPr/>
            <p:nvPr/>
          </p:nvSpPr>
          <p:spPr>
            <a:xfrm>
              <a:off x="4276" y="2064"/>
              <a:ext cx="672" cy="0"/>
            </a:xfrm>
            <a:prstGeom prst="line">
              <a:avLst/>
            </a:prstGeom>
            <a:ln w="19050" cap="flat" cmpd="sng">
              <a:solidFill>
                <a:srgbClr val="FF0000"/>
              </a:solidFill>
              <a:prstDash val="solid"/>
              <a:headEnd type="none" w="med" len="lg"/>
              <a:tailEnd type="stealth" w="med" len="lg"/>
            </a:ln>
          </p:spPr>
        </p:sp>
        <p:graphicFrame>
          <p:nvGraphicFramePr>
            <p:cNvPr id="21534" name="Object 75"/>
            <p:cNvGraphicFramePr>
              <a:graphicFrameLocks noChangeAspect="1"/>
            </p:cNvGraphicFramePr>
            <p:nvPr/>
          </p:nvGraphicFramePr>
          <p:xfrm>
            <a:off x="4608" y="1824"/>
            <a:ext cx="183" cy="176"/>
          </p:xfrm>
          <a:graphic>
            <a:graphicData uri="http://schemas.openxmlformats.org/presentationml/2006/ole">
              <mc:AlternateContent xmlns:mc="http://schemas.openxmlformats.org/markup-compatibility/2006">
                <mc:Choice xmlns:v="urn:schemas-microsoft-com:vml" Requires="v">
                  <p:oleObj spid="_x0000_s3173" name="" r:id="rId7" imgW="292100" imgH="279400" progId="Equation.3">
                    <p:embed/>
                  </p:oleObj>
                </mc:Choice>
                <mc:Fallback>
                  <p:oleObj name="" r:id="rId7" imgW="292100" imgH="279400" progId="Equation.3">
                    <p:embed/>
                    <p:pic>
                      <p:nvPicPr>
                        <p:cNvPr id="0" name="图片 3172"/>
                        <p:cNvPicPr/>
                        <p:nvPr/>
                      </p:nvPicPr>
                      <p:blipFill>
                        <a:blip r:embed="rId8"/>
                        <a:stretch>
                          <a:fillRect/>
                        </a:stretch>
                      </p:blipFill>
                      <p:spPr>
                        <a:xfrm>
                          <a:off x="4608" y="1824"/>
                          <a:ext cx="183" cy="176"/>
                        </a:xfrm>
                        <a:prstGeom prst="rect">
                          <a:avLst/>
                        </a:prstGeom>
                        <a:noFill/>
                        <a:ln w="38100">
                          <a:noFill/>
                          <a:miter/>
                        </a:ln>
                      </p:spPr>
                    </p:pic>
                  </p:oleObj>
                </mc:Fallback>
              </mc:AlternateContent>
            </a:graphicData>
          </a:graphic>
        </p:graphicFrame>
      </p:grpSp>
      <p:sp>
        <p:nvSpPr>
          <p:cNvPr id="21529" name="Oval 80"/>
          <p:cNvSpPr/>
          <p:nvPr/>
        </p:nvSpPr>
        <p:spPr>
          <a:xfrm>
            <a:off x="1547270" y="2102230"/>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pSp>
        <p:nvGrpSpPr>
          <p:cNvPr id="21519" name="Group 82"/>
          <p:cNvGrpSpPr/>
          <p:nvPr/>
        </p:nvGrpSpPr>
        <p:grpSpPr>
          <a:xfrm rot="0">
            <a:off x="4251325" y="1662430"/>
            <a:ext cx="381000" cy="490855"/>
            <a:chOff x="4992" y="1968"/>
            <a:chExt cx="240" cy="309"/>
          </a:xfrm>
        </p:grpSpPr>
        <p:sp>
          <p:nvSpPr>
            <p:cNvPr id="21527" name="Oval 83"/>
            <p:cNvSpPr/>
            <p:nvPr/>
          </p:nvSpPr>
          <p:spPr>
            <a:xfrm>
              <a:off x="5040" y="2229"/>
              <a:ext cx="48" cy="48"/>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21528" name="Object 84"/>
            <p:cNvGraphicFramePr>
              <a:graphicFrameLocks noChangeAspect="1"/>
            </p:cNvGraphicFramePr>
            <p:nvPr/>
          </p:nvGraphicFramePr>
          <p:xfrm>
            <a:off x="4992" y="1968"/>
            <a:ext cx="240" cy="240"/>
          </p:xfrm>
          <a:graphic>
            <a:graphicData uri="http://schemas.openxmlformats.org/presentationml/2006/ole">
              <mc:AlternateContent xmlns:mc="http://schemas.openxmlformats.org/markup-compatibility/2006">
                <mc:Choice xmlns:v="urn:schemas-microsoft-com:vml" Requires="v">
                  <p:oleObj spid="_x0000_s3178" name="" r:id="rId9" imgW="381000" imgH="381000" progId="Equation.3">
                    <p:embed/>
                  </p:oleObj>
                </mc:Choice>
                <mc:Fallback>
                  <p:oleObj name="" r:id="rId9" imgW="381000" imgH="381000" progId="Equation.3">
                    <p:embed/>
                    <p:pic>
                      <p:nvPicPr>
                        <p:cNvPr id="0" name="图片 3177"/>
                        <p:cNvPicPr/>
                        <p:nvPr/>
                      </p:nvPicPr>
                      <p:blipFill>
                        <a:blip r:embed="rId10"/>
                        <a:stretch>
                          <a:fillRect/>
                        </a:stretch>
                      </p:blipFill>
                      <p:spPr>
                        <a:xfrm>
                          <a:off x="4992" y="1968"/>
                          <a:ext cx="240" cy="240"/>
                        </a:xfrm>
                        <a:prstGeom prst="rect">
                          <a:avLst/>
                        </a:prstGeom>
                        <a:noFill/>
                        <a:ln w="38100">
                          <a:noFill/>
                          <a:miter/>
                        </a:ln>
                      </p:spPr>
                    </p:pic>
                  </p:oleObj>
                </mc:Fallback>
              </mc:AlternateContent>
            </a:graphicData>
          </a:graphic>
        </p:graphicFrame>
      </p:grpSp>
      <p:grpSp>
        <p:nvGrpSpPr>
          <p:cNvPr id="21520" name="Group 85"/>
          <p:cNvGrpSpPr/>
          <p:nvPr/>
        </p:nvGrpSpPr>
        <p:grpSpPr>
          <a:xfrm rot="0">
            <a:off x="1584325" y="2119630"/>
            <a:ext cx="1371600" cy="838200"/>
            <a:chOff x="3316" y="2496"/>
            <a:chExt cx="864" cy="528"/>
          </a:xfrm>
        </p:grpSpPr>
        <p:sp>
          <p:nvSpPr>
            <p:cNvPr id="21524" name="Line 86"/>
            <p:cNvSpPr/>
            <p:nvPr/>
          </p:nvSpPr>
          <p:spPr>
            <a:xfrm>
              <a:off x="4180" y="2496"/>
              <a:ext cx="0" cy="288"/>
            </a:xfrm>
            <a:prstGeom prst="line">
              <a:avLst/>
            </a:prstGeom>
            <a:ln w="19050" cap="flat" cmpd="sng">
              <a:solidFill>
                <a:schemeClr val="tx1"/>
              </a:solidFill>
              <a:prstDash val="solid"/>
              <a:headEnd type="none" w="med" len="lg"/>
              <a:tailEnd type="none" w="med" len="lg"/>
            </a:ln>
          </p:spPr>
        </p:sp>
        <p:sp>
          <p:nvSpPr>
            <p:cNvPr id="21525" name="Line 87"/>
            <p:cNvSpPr/>
            <p:nvPr/>
          </p:nvSpPr>
          <p:spPr>
            <a:xfrm>
              <a:off x="3316" y="2736"/>
              <a:ext cx="864" cy="0"/>
            </a:xfrm>
            <a:prstGeom prst="line">
              <a:avLst/>
            </a:prstGeom>
            <a:ln w="19050" cap="flat" cmpd="sng">
              <a:solidFill>
                <a:schemeClr val="tx1"/>
              </a:solidFill>
              <a:prstDash val="solid"/>
              <a:headEnd type="stealth" w="med" len="lg"/>
              <a:tailEnd type="stealth" w="med" len="lg"/>
            </a:ln>
          </p:spPr>
        </p:sp>
        <p:graphicFrame>
          <p:nvGraphicFramePr>
            <p:cNvPr id="21526" name="Object 88"/>
            <p:cNvGraphicFramePr>
              <a:graphicFrameLocks noChangeAspect="1"/>
            </p:cNvGraphicFramePr>
            <p:nvPr/>
          </p:nvGraphicFramePr>
          <p:xfrm>
            <a:off x="3460" y="2784"/>
            <a:ext cx="664" cy="240"/>
          </p:xfrm>
          <a:graphic>
            <a:graphicData uri="http://schemas.openxmlformats.org/presentationml/2006/ole">
              <mc:AlternateContent xmlns:mc="http://schemas.openxmlformats.org/markup-compatibility/2006">
                <mc:Choice xmlns:v="urn:schemas-microsoft-com:vml" Requires="v">
                  <p:oleObj spid="_x0000_s3179" name="" r:id="rId11" imgW="1054100" imgH="381000" progId="Equation.3">
                    <p:embed/>
                  </p:oleObj>
                </mc:Choice>
                <mc:Fallback>
                  <p:oleObj name="" r:id="rId11" imgW="1054100" imgH="381000" progId="Equation.3">
                    <p:embed/>
                    <p:pic>
                      <p:nvPicPr>
                        <p:cNvPr id="0" name="图片 3178"/>
                        <p:cNvPicPr/>
                        <p:nvPr/>
                      </p:nvPicPr>
                      <p:blipFill>
                        <a:blip r:embed="rId12"/>
                        <a:stretch>
                          <a:fillRect/>
                        </a:stretch>
                      </p:blipFill>
                      <p:spPr>
                        <a:xfrm>
                          <a:off x="3460" y="2784"/>
                          <a:ext cx="664" cy="240"/>
                        </a:xfrm>
                        <a:prstGeom prst="rect">
                          <a:avLst/>
                        </a:prstGeom>
                        <a:noFill/>
                        <a:ln w="38100">
                          <a:noFill/>
                          <a:miter/>
                        </a:ln>
                      </p:spPr>
                    </p:pic>
                  </p:oleObj>
                </mc:Fallback>
              </mc:AlternateContent>
            </a:graphicData>
          </a:graphic>
        </p:graphicFrame>
      </p:grpSp>
      <p:grpSp>
        <p:nvGrpSpPr>
          <p:cNvPr id="21521" name="Group 89"/>
          <p:cNvGrpSpPr/>
          <p:nvPr/>
        </p:nvGrpSpPr>
        <p:grpSpPr>
          <a:xfrm rot="0">
            <a:off x="661670" y="1511935"/>
            <a:ext cx="1676400" cy="303530"/>
            <a:chOff x="2832" y="1825"/>
            <a:chExt cx="1056" cy="191"/>
          </a:xfrm>
        </p:grpSpPr>
        <p:sp>
          <p:nvSpPr>
            <p:cNvPr id="21522" name="Line 90"/>
            <p:cNvSpPr/>
            <p:nvPr/>
          </p:nvSpPr>
          <p:spPr>
            <a:xfrm flipH="1">
              <a:off x="3375" y="1920"/>
              <a:ext cx="513" cy="0"/>
            </a:xfrm>
            <a:prstGeom prst="line">
              <a:avLst/>
            </a:prstGeom>
            <a:ln w="19050" cap="flat" cmpd="sng">
              <a:solidFill>
                <a:schemeClr val="tx1"/>
              </a:solidFill>
              <a:prstDash val="dash"/>
              <a:headEnd type="none" w="med" len="lg"/>
              <a:tailEnd type="none" w="med" len="lg"/>
            </a:ln>
          </p:spPr>
        </p:sp>
        <p:graphicFrame>
          <p:nvGraphicFramePr>
            <p:cNvPr id="21523" name="Object 91"/>
            <p:cNvGraphicFramePr>
              <a:graphicFrameLocks noChangeAspect="1"/>
            </p:cNvGraphicFramePr>
            <p:nvPr/>
          </p:nvGraphicFramePr>
          <p:xfrm>
            <a:off x="2832" y="1825"/>
            <a:ext cx="559" cy="191"/>
          </p:xfrm>
          <a:graphic>
            <a:graphicData uri="http://schemas.openxmlformats.org/presentationml/2006/ole">
              <mc:AlternateContent xmlns:mc="http://schemas.openxmlformats.org/markup-compatibility/2006">
                <mc:Choice xmlns:v="urn:schemas-microsoft-com:vml" Requires="v">
                  <p:oleObj spid="_x0000_s3180" name="" r:id="rId13" imgW="1333500" imgH="381000" progId="Equation.3">
                    <p:embed/>
                  </p:oleObj>
                </mc:Choice>
                <mc:Fallback>
                  <p:oleObj name="" r:id="rId13" imgW="1333500" imgH="381000" progId="Equation.3">
                    <p:embed/>
                    <p:pic>
                      <p:nvPicPr>
                        <p:cNvPr id="0" name="图片 3179"/>
                        <p:cNvPicPr/>
                        <p:nvPr/>
                      </p:nvPicPr>
                      <p:blipFill>
                        <a:blip r:embed="rId14"/>
                        <a:stretch>
                          <a:fillRect/>
                        </a:stretch>
                      </p:blipFill>
                      <p:spPr>
                        <a:xfrm>
                          <a:off x="2832" y="1825"/>
                          <a:ext cx="559" cy="191"/>
                        </a:xfrm>
                        <a:prstGeom prst="rect">
                          <a:avLst/>
                        </a:prstGeom>
                        <a:noFill/>
                        <a:ln w="38100">
                          <a:noFill/>
                          <a:miter/>
                        </a:ln>
                      </p:spPr>
                    </p:pic>
                  </p:oleObj>
                </mc:Fallback>
              </mc:AlternateContent>
            </a:graphicData>
          </a:graphic>
        </p:graphicFrame>
      </p:grpSp>
      <p:sp>
        <p:nvSpPr>
          <p:cNvPr id="2" name="Freeform 72"/>
          <p:cNvSpPr/>
          <p:nvPr/>
        </p:nvSpPr>
        <p:spPr>
          <a:xfrm>
            <a:off x="113665" y="2135505"/>
            <a:ext cx="1437640" cy="470535"/>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sp>
        <p:nvSpPr>
          <p:cNvPr id="3" name="Oval 77"/>
          <p:cNvSpPr/>
          <p:nvPr/>
        </p:nvSpPr>
        <p:spPr>
          <a:xfrm>
            <a:off x="1349270" y="2246230"/>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lIns="0" tIns="0" rIns="0" bIns="0" anchor="ctr"/>
          <a:p>
            <a:pPr algn="ctr" eaLnBrk="1" hangingPunct="1"/>
            <a:endParaRPr lang="zh-CN" altLang="en-US" dirty="0">
              <a:latin typeface="Times New Roman" panose="02020603050405020304" pitchFamily="18" charset="0"/>
            </a:endParaRPr>
          </a:p>
        </p:txBody>
      </p:sp>
      <p:sp>
        <p:nvSpPr>
          <p:cNvPr id="4" name="Oval 77"/>
          <p:cNvSpPr/>
          <p:nvPr/>
        </p:nvSpPr>
        <p:spPr>
          <a:xfrm>
            <a:off x="1347470" y="210756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5" name="Text Box 2"/>
          <p:cNvSpPr txBox="1"/>
          <p:nvPr/>
        </p:nvSpPr>
        <p:spPr>
          <a:xfrm>
            <a:off x="316548" y="3140393"/>
            <a:ext cx="3103562" cy="521970"/>
          </a:xfrm>
          <a:prstGeom prst="rect">
            <a:avLst/>
          </a:prstGeom>
          <a:noFill/>
          <a:ln w="9525">
            <a:noFill/>
          </a:ln>
        </p:spPr>
        <p:txBody>
          <a:bodyPr>
            <a:spAutoFit/>
          </a:bodyPr>
          <a:p>
            <a:pPr eaLnBrk="1" hangingPunct="1">
              <a:spcBef>
                <a:spcPct val="50000"/>
              </a:spcBef>
            </a:pPr>
            <a:r>
              <a:rPr lang="en-US" altLang="zh-CN" sz="2400" b="1" dirty="0">
                <a:solidFill>
                  <a:srgbClr val="000000"/>
                </a:solidFill>
                <a:latin typeface="微软雅黑" panose="020B0503020204020204" pitchFamily="34" charset="-122"/>
                <a:ea typeface="微软雅黑" panose="020B0503020204020204" pitchFamily="34" charset="-122"/>
              </a:rPr>
              <a:t>  </a:t>
            </a:r>
            <a:r>
              <a:rPr lang="en-US" altLang="zh-CN" sz="2800" b="1" i="1" dirty="0">
                <a:solidFill>
                  <a:srgbClr val="000000"/>
                </a:solidFill>
                <a:ea typeface="微软雅黑" panose="020B0503020204020204" pitchFamily="34" charset="-122"/>
                <a:cs typeface="Times New Roman" panose="02020603050405020304" pitchFamily="18" charset="0"/>
              </a:rPr>
              <a:t>a</a:t>
            </a:r>
            <a:r>
              <a:rPr lang="zh-CN" altLang="en-US" sz="2800" b="1" dirty="0">
                <a:solidFill>
                  <a:srgbClr val="000000"/>
                </a:solidFill>
                <a:latin typeface="微软雅黑" panose="020B0503020204020204" pitchFamily="34" charset="-122"/>
                <a:ea typeface="微软雅黑" panose="020B0503020204020204" pitchFamily="34" charset="-122"/>
              </a:rPr>
              <a:t>）</a:t>
            </a:r>
            <a:r>
              <a:rPr lang="en-US" altLang="zh-CN" sz="2800" b="1" dirty="0">
                <a:solidFill>
                  <a:srgbClr val="000000"/>
                </a:solidFill>
                <a:latin typeface="微软雅黑" panose="020B0503020204020204" pitchFamily="34" charset="-122"/>
                <a:ea typeface="微软雅黑" panose="020B0503020204020204" pitchFamily="34" charset="-122"/>
              </a:rPr>
              <a:t>O</a:t>
            </a:r>
            <a:r>
              <a:rPr lang="zh-CN" altLang="en-US" sz="2800" b="1" dirty="0">
                <a:solidFill>
                  <a:srgbClr val="000000"/>
                </a:solidFill>
                <a:latin typeface="微软雅黑" panose="020B0503020204020204" pitchFamily="34" charset="-122"/>
                <a:ea typeface="微软雅黑" panose="020B0503020204020204" pitchFamily="34" charset="-122"/>
              </a:rPr>
              <a:t>的振动方程</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rot="5400000">
            <a:off x="6130813" y="929117"/>
            <a:ext cx="1812925" cy="2196240"/>
            <a:chOff x="6387" y="2291"/>
            <a:chExt cx="4429" cy="5690"/>
          </a:xfrm>
        </p:grpSpPr>
        <p:sp>
          <p:nvSpPr>
            <p:cNvPr id="8" name="椭圆 122"/>
            <p:cNvSpPr>
              <a:spLocks noChangeArrowheads="1"/>
            </p:cNvSpPr>
            <p:nvPr/>
          </p:nvSpPr>
          <p:spPr bwMode="auto">
            <a:xfrm>
              <a:off x="6660" y="3833"/>
              <a:ext cx="3825" cy="3825"/>
            </a:xfrm>
            <a:prstGeom prst="ellipse">
              <a:avLst/>
            </a:prstGeom>
            <a:noFill/>
            <a:ln w="9525" algn="ctr">
              <a:solidFill>
                <a:sysClr val="windowText" lastClr="000000"/>
              </a:solidFill>
              <a:prstDash val="lgDash"/>
              <a:round/>
            </a:ln>
          </p:spPr>
          <p:txBody>
            <a:bodyPr/>
            <a:p>
              <a:pPr marL="0" marR="0" lvl="0" indent="0" algn="l" defTabSz="914400" rtl="0" eaLnBrk="1" fontAlgn="auto" latinLnBrk="0" hangingPunct="1">
                <a:lnSpc>
                  <a:spcPct val="100000"/>
                </a:lnSpc>
                <a:spcBef>
                  <a:spcPct val="20000"/>
                </a:spcBef>
                <a:spcAft>
                  <a:spcPts val="0"/>
                </a:spcAft>
                <a:buClr>
                  <a:srgbClr val="EA157A"/>
                </a:buClr>
                <a:buSzTx/>
                <a:buFont typeface="Monotype Sorts" pitchFamily="2" charset="2"/>
                <a:buNone/>
                <a:defRPr/>
              </a:pPr>
              <a:endParaRPr kumimoji="0" lang="en-GB"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2" name="弧形 21"/>
            <p:cNvSpPr/>
            <p:nvPr/>
          </p:nvSpPr>
          <p:spPr bwMode="auto">
            <a:xfrm rot="2701582">
              <a:off x="6387" y="3951"/>
              <a:ext cx="3375" cy="3375"/>
            </a:xfrm>
            <a:prstGeom prst="arc">
              <a:avLst>
                <a:gd name="adj1" fmla="val 6786633"/>
                <a:gd name="adj2" fmla="val 11168483"/>
              </a:avLst>
            </a:prstGeom>
            <a:noFill/>
            <a:ln w="57150" cap="flat" cmpd="sng" algn="ctr">
              <a:solidFill>
                <a:sysClr val="windowText" lastClr="000000"/>
              </a:solidFill>
              <a:prstDash val="solid"/>
              <a:round/>
              <a:headEnd type="triangle" w="med" len="med"/>
              <a:tailEnd type="none" w="med" len="med"/>
            </a:ln>
            <a:effectLst/>
          </p:spPr>
          <p:txBody>
            <a:bodyPr/>
            <a:p>
              <a:pPr marL="0" marR="0" lvl="0" indent="0" algn="l" defTabSz="914400" rtl="0" eaLnBrk="1" fontAlgn="auto" latinLnBrk="0" hangingPunct="1">
                <a:lnSpc>
                  <a:spcPct val="100000"/>
                </a:lnSpc>
                <a:spcBef>
                  <a:spcPct val="20000"/>
                </a:spcBef>
                <a:spcAft>
                  <a:spcPts val="0"/>
                </a:spcAft>
                <a:buClr>
                  <a:srgbClr val="EA157A"/>
                </a:buClr>
                <a:buSzTx/>
                <a:buFont typeface="Monotype Sorts" pitchFamily="2" charset="2"/>
                <a:buNone/>
                <a:defRPr/>
              </a:pPr>
              <a:endParaRPr kumimoji="0" lang="en-GB"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cxnSp>
          <p:nvCxnSpPr>
            <p:cNvPr id="23" name="直接箭头连接符 125"/>
            <p:cNvCxnSpPr/>
            <p:nvPr/>
          </p:nvCxnSpPr>
          <p:spPr>
            <a:xfrm flipH="1" flipV="1">
              <a:off x="8546" y="2291"/>
              <a:ext cx="25" cy="5690"/>
            </a:xfrm>
            <a:prstGeom prst="straightConnector1">
              <a:avLst/>
            </a:prstGeom>
            <a:ln w="38100" cap="flat" cmpd="sng">
              <a:solidFill>
                <a:schemeClr val="tx1"/>
              </a:solidFill>
              <a:prstDash val="solid"/>
              <a:round/>
              <a:headEnd type="none" w="med" len="med"/>
              <a:tailEnd type="arrow" w="med" len="med"/>
            </a:ln>
          </p:spPr>
        </p:cxnSp>
        <p:sp>
          <p:nvSpPr>
            <p:cNvPr id="36" name="弧形 35"/>
            <p:cNvSpPr/>
            <p:nvPr/>
          </p:nvSpPr>
          <p:spPr>
            <a:xfrm rot="17400000">
              <a:off x="7980" y="5133"/>
              <a:ext cx="737" cy="729"/>
            </a:xfrm>
            <a:prstGeom prst="arc">
              <a:avLst>
                <a:gd name="adj1" fmla="val 14650993"/>
                <a:gd name="adj2" fmla="val 21401025"/>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7" name="文本框 36"/>
                <p:cNvSpPr txBox="1"/>
                <p:nvPr/>
              </p:nvSpPr>
              <p:spPr>
                <a:xfrm rot="16200000">
                  <a:off x="6849" y="3984"/>
                  <a:ext cx="1996" cy="1743"/>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f>
                          <m:fPr>
                            <m:ctrlPr>
                              <a:rPr lang="en-US" altLang="zh-CN" sz="2400" i="1">
                                <a:solidFill>
                                  <a:srgbClr val="000000"/>
                                </a:solidFill>
                                <a:latin typeface="Cambria Math" panose="02040503050406030204" charset="0"/>
                                <a:cs typeface="Cambria Math" panose="02040503050406030204" charset="0"/>
                              </a:rPr>
                            </m:ctrlPr>
                          </m:fPr>
                          <m:num>
                            <m:r>
                              <a:rPr lang="en-US" altLang="zh-CN" sz="2400" i="1">
                                <a:solidFill>
                                  <a:srgbClr val="000000"/>
                                </a:solidFill>
                                <a:latin typeface="Cambria Math" panose="02040503050406030204" charset="0"/>
                                <a:cs typeface="Cambria Math" panose="02040503050406030204" charset="0"/>
                              </a:rPr>
                              <m:t>𝜋</m:t>
                            </m:r>
                          </m:num>
                          <m:den>
                            <m:r>
                              <a:rPr lang="en-US" altLang="zh-CN" sz="2400" i="1">
                                <a:solidFill>
                                  <a:srgbClr val="000000"/>
                                </a:solidFill>
                                <a:latin typeface="Cambria Math" panose="02040503050406030204" charset="0"/>
                                <a:cs typeface="Cambria Math" panose="02040503050406030204" charset="0"/>
                              </a:rPr>
                              <m:t>2</m:t>
                            </m:r>
                          </m:den>
                        </m:f>
                      </m:oMath>
                    </m:oMathPara>
                  </a14:m>
                  <a:endParaRPr lang="en-US" altLang="zh-CN" sz="2400" i="1">
                    <a:solidFill>
                      <a:srgbClr val="000000"/>
                    </a:solidFill>
                    <a:latin typeface="Cambria Math" panose="02040503050406030204" charset="0"/>
                    <a:cs typeface="Cambria Math" panose="02040503050406030204" charset="0"/>
                  </a:endParaRPr>
                </a:p>
              </p:txBody>
            </p:sp>
          </mc:Choice>
          <mc:Fallback>
            <p:sp>
              <p:nvSpPr>
                <p:cNvPr id="37" name="文本框 36"/>
                <p:cNvSpPr txBox="1">
                  <a:spLocks noRot="1" noChangeAspect="1" noMove="1" noResize="1" noEditPoints="1" noAdjustHandles="1" noChangeArrowheads="1" noChangeShapeType="1" noTextEdit="1"/>
                </p:cNvSpPr>
                <p:nvPr/>
              </p:nvSpPr>
              <p:spPr>
                <a:xfrm rot="16200000">
                  <a:off x="6849" y="3984"/>
                  <a:ext cx="1996" cy="1743"/>
                </a:xfrm>
                <a:prstGeom prst="rect">
                  <a:avLst/>
                </a:prstGeom>
                <a:blipFill rotWithShape="1">
                  <a:blip r:embed="rId15"/>
                </a:blipFill>
              </p:spPr>
              <p:txBody>
                <a:bodyPr/>
                <a:lstStyle/>
                <a:p>
                  <a:r>
                    <a:rPr lang="zh-CN" altLang="en-US">
                      <a:noFill/>
                    </a:rPr>
                    <a:t> </a:t>
                  </a:r>
                </a:p>
              </p:txBody>
            </p:sp>
          </mc:Fallback>
        </mc:AlternateContent>
        <p:cxnSp>
          <p:nvCxnSpPr>
            <p:cNvPr id="39" name="直接箭头连接符 125"/>
            <p:cNvCxnSpPr/>
            <p:nvPr/>
          </p:nvCxnSpPr>
          <p:spPr>
            <a:xfrm flipH="1">
              <a:off x="6573" y="5676"/>
              <a:ext cx="2009" cy="31"/>
            </a:xfrm>
            <a:prstGeom prst="straightConnector1">
              <a:avLst/>
            </a:prstGeom>
            <a:ln w="38100" cap="flat" cmpd="sng">
              <a:solidFill>
                <a:srgbClr val="0000FF"/>
              </a:solidFill>
              <a:prstDash val="solid"/>
              <a:round/>
              <a:headEnd type="none" w="med" len="med"/>
              <a:tailEnd type="arrow" w="med" len="med"/>
            </a:ln>
          </p:spPr>
        </p:cxnSp>
        <p:sp>
          <p:nvSpPr>
            <p:cNvPr id="9" name="文本框 8"/>
            <p:cNvSpPr txBox="1"/>
            <p:nvPr/>
          </p:nvSpPr>
          <p:spPr>
            <a:xfrm rot="16200000">
              <a:off x="8630" y="2216"/>
              <a:ext cx="569" cy="1275"/>
            </a:xfrm>
            <a:prstGeom prst="rect">
              <a:avLst/>
            </a:prstGeom>
            <a:noFill/>
          </p:spPr>
          <p:txBody>
            <a:bodyPr wrap="square" rtlCol="0">
              <a:spAutoFit/>
            </a:bodyPr>
            <a:p>
              <a:r>
                <a:rPr lang="en-US" altLang="zh-CN" sz="2800" i="1">
                  <a:latin typeface="Times New Roman" panose="02020603050405020304" pitchFamily="18" charset="0"/>
                  <a:cs typeface="Times New Roman" panose="02020603050405020304" pitchFamily="18" charset="0"/>
                </a:rPr>
                <a:t>y</a:t>
              </a:r>
              <a:endParaRPr lang="en-US" altLang="zh-CN" sz="2800" i="1">
                <a:latin typeface="Times New Roman" panose="02020603050405020304" pitchFamily="18" charset="0"/>
                <a:cs typeface="Times New Roman" panose="02020603050405020304" pitchFamily="18" charset="0"/>
              </a:endParaRPr>
            </a:p>
          </p:txBody>
        </p:sp>
        <p:sp>
          <p:nvSpPr>
            <p:cNvPr id="10" name="弧形 9"/>
            <p:cNvSpPr/>
            <p:nvPr/>
          </p:nvSpPr>
          <p:spPr bwMode="auto">
            <a:xfrm rot="12601582">
              <a:off x="7441" y="4058"/>
              <a:ext cx="3375" cy="3375"/>
            </a:xfrm>
            <a:prstGeom prst="arc">
              <a:avLst>
                <a:gd name="adj1" fmla="val 6786633"/>
                <a:gd name="adj2" fmla="val 11168483"/>
              </a:avLst>
            </a:prstGeom>
            <a:noFill/>
            <a:ln w="57150" cap="flat" cmpd="sng" algn="ctr">
              <a:solidFill>
                <a:sysClr val="windowText" lastClr="000000"/>
              </a:solidFill>
              <a:prstDash val="solid"/>
              <a:round/>
              <a:headEnd type="triangle" w="med" len="med"/>
              <a:tailEnd type="none" w="med" len="med"/>
            </a:ln>
            <a:effectLst/>
          </p:spPr>
          <p:txBody>
            <a:bodyPr/>
            <a:p>
              <a:pPr marL="0" marR="0" lvl="0" indent="0" algn="l" defTabSz="914400" rtl="0" eaLnBrk="1" fontAlgn="auto" latinLnBrk="0" hangingPunct="1">
                <a:lnSpc>
                  <a:spcPct val="100000"/>
                </a:lnSpc>
                <a:spcBef>
                  <a:spcPct val="20000"/>
                </a:spcBef>
                <a:spcAft>
                  <a:spcPts val="0"/>
                </a:spcAft>
                <a:buClr>
                  <a:srgbClr val="EA157A"/>
                </a:buClr>
                <a:buSzTx/>
                <a:buFont typeface="Monotype Sorts" pitchFamily="2" charset="2"/>
                <a:buNone/>
                <a:defRPr/>
              </a:pPr>
              <a:endParaRPr kumimoji="0" lang="en-GB"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11" name="Object 24"/>
          <p:cNvGraphicFramePr>
            <a:graphicFrameLocks noChangeAspect="1"/>
          </p:cNvGraphicFramePr>
          <p:nvPr/>
        </p:nvGraphicFramePr>
        <p:xfrm>
          <a:off x="3131979" y="3860641"/>
          <a:ext cx="1951990" cy="547370"/>
        </p:xfrm>
        <a:graphic>
          <a:graphicData uri="http://schemas.openxmlformats.org/presentationml/2006/ole">
            <mc:AlternateContent xmlns:mc="http://schemas.openxmlformats.org/markup-compatibility/2006">
              <mc:Choice xmlns:v="urn:schemas-microsoft-com:vml" Requires="v">
                <p:oleObj spid="_x0000_s12" name="" r:id="rId16" imgW="723900" imgH="203200" progId="Equation.3">
                  <p:embed/>
                </p:oleObj>
              </mc:Choice>
              <mc:Fallback>
                <p:oleObj name="" r:id="rId16" imgW="723900" imgH="203200" progId="Equation.3">
                  <p:embed/>
                  <p:pic>
                    <p:nvPicPr>
                      <p:cNvPr id="0" name="图片 3164"/>
                      <p:cNvPicPr/>
                      <p:nvPr/>
                    </p:nvPicPr>
                    <p:blipFill>
                      <a:blip r:embed="rId17"/>
                      <a:stretch>
                        <a:fillRect/>
                      </a:stretch>
                    </p:blipFill>
                    <p:spPr>
                      <a:xfrm>
                        <a:off x="3131979" y="3860641"/>
                        <a:ext cx="1951990" cy="547370"/>
                      </a:xfrm>
                      <a:prstGeom prst="rect">
                        <a:avLst/>
                      </a:prstGeom>
                      <a:noFill/>
                      <a:ln w="38100">
                        <a:noFill/>
                        <a:miter/>
                      </a:ln>
                    </p:spPr>
                  </p:pic>
                </p:oleObj>
              </mc:Fallback>
            </mc:AlternateContent>
          </a:graphicData>
        </a:graphic>
      </p:graphicFrame>
      <p:graphicFrame>
        <p:nvGraphicFramePr>
          <p:cNvPr id="13" name="Object 23"/>
          <p:cNvGraphicFramePr>
            <a:graphicFrameLocks noChangeAspect="1"/>
          </p:cNvGraphicFramePr>
          <p:nvPr/>
        </p:nvGraphicFramePr>
        <p:xfrm>
          <a:off x="2867025" y="5740876"/>
          <a:ext cx="970280" cy="483235"/>
        </p:xfrm>
        <a:graphic>
          <a:graphicData uri="http://schemas.openxmlformats.org/presentationml/2006/ole">
            <mc:AlternateContent xmlns:mc="http://schemas.openxmlformats.org/markup-compatibility/2006">
              <mc:Choice xmlns:v="urn:schemas-microsoft-com:vml" Requires="v">
                <p:oleObj spid="_x0000_s14" name="" r:id="rId18" imgW="355600" imgH="177165" progId="Equation.3">
                  <p:embed/>
                </p:oleObj>
              </mc:Choice>
              <mc:Fallback>
                <p:oleObj name="" r:id="rId18" imgW="355600" imgH="177165" progId="Equation.3">
                  <p:embed/>
                  <p:pic>
                    <p:nvPicPr>
                      <p:cNvPr id="0" name="图片 3166"/>
                      <p:cNvPicPr/>
                      <p:nvPr/>
                    </p:nvPicPr>
                    <p:blipFill>
                      <a:blip r:embed="rId19"/>
                      <a:stretch>
                        <a:fillRect/>
                      </a:stretch>
                    </p:blipFill>
                    <p:spPr>
                      <a:xfrm>
                        <a:off x="2867025" y="5740876"/>
                        <a:ext cx="970280" cy="483235"/>
                      </a:xfrm>
                      <a:prstGeom prst="rect">
                        <a:avLst/>
                      </a:prstGeom>
                      <a:noFill/>
                      <a:ln w="38100">
                        <a:noFill/>
                        <a:miter/>
                      </a:ln>
                    </p:spPr>
                  </p:pic>
                </p:oleObj>
              </mc:Fallback>
            </mc:AlternateContent>
          </a:graphicData>
        </a:graphic>
      </p:graphicFrame>
      <p:graphicFrame>
        <p:nvGraphicFramePr>
          <p:cNvPr id="18" name="Object 23"/>
          <p:cNvGraphicFramePr>
            <a:graphicFrameLocks noChangeAspect="1"/>
          </p:cNvGraphicFramePr>
          <p:nvPr/>
        </p:nvGraphicFramePr>
        <p:xfrm>
          <a:off x="1756728" y="4508977"/>
          <a:ext cx="1663065" cy="483235"/>
        </p:xfrm>
        <a:graphic>
          <a:graphicData uri="http://schemas.openxmlformats.org/presentationml/2006/ole">
            <mc:AlternateContent xmlns:mc="http://schemas.openxmlformats.org/markup-compatibility/2006">
              <mc:Choice xmlns:v="urn:schemas-microsoft-com:vml" Requires="v">
                <p:oleObj spid="_x0000_s19" name="" r:id="rId20" imgW="609600" imgH="177165" progId="Equation.3">
                  <p:embed/>
                </p:oleObj>
              </mc:Choice>
              <mc:Fallback>
                <p:oleObj name="" r:id="rId20" imgW="609600" imgH="177165" progId="Equation.3">
                  <p:embed/>
                  <p:pic>
                    <p:nvPicPr>
                      <p:cNvPr id="0" name="图片 3166"/>
                      <p:cNvPicPr/>
                      <p:nvPr/>
                    </p:nvPicPr>
                    <p:blipFill>
                      <a:blip r:embed="rId21"/>
                      <a:stretch>
                        <a:fillRect/>
                      </a:stretch>
                    </p:blipFill>
                    <p:spPr>
                      <a:xfrm>
                        <a:off x="1756728" y="4508977"/>
                        <a:ext cx="1663065" cy="483235"/>
                      </a:xfrm>
                      <a:prstGeom prst="rect">
                        <a:avLst/>
                      </a:prstGeom>
                      <a:noFill/>
                      <a:ln w="38100">
                        <a:noFill/>
                        <a:miter/>
                      </a:ln>
                    </p:spPr>
                  </p:pic>
                </p:oleObj>
              </mc:Fallback>
            </mc:AlternateContent>
          </a:graphicData>
        </a:graphic>
      </p:graphicFrame>
      <p:graphicFrame>
        <p:nvGraphicFramePr>
          <p:cNvPr id="20" name="Object 23"/>
          <p:cNvGraphicFramePr>
            <a:graphicFrameLocks noChangeAspect="1"/>
          </p:cNvGraphicFramePr>
          <p:nvPr/>
        </p:nvGraphicFramePr>
        <p:xfrm>
          <a:off x="1705610" y="5013167"/>
          <a:ext cx="2078990" cy="483235"/>
        </p:xfrm>
        <a:graphic>
          <a:graphicData uri="http://schemas.openxmlformats.org/presentationml/2006/ole">
            <mc:AlternateContent xmlns:mc="http://schemas.openxmlformats.org/markup-compatibility/2006">
              <mc:Choice xmlns:v="urn:schemas-microsoft-com:vml" Requires="v">
                <p:oleObj spid="_x0000_s21" name="" r:id="rId22" imgW="762000" imgH="177165" progId="Equation.3">
                  <p:embed/>
                </p:oleObj>
              </mc:Choice>
              <mc:Fallback>
                <p:oleObj name="" r:id="rId22" imgW="762000" imgH="177165" progId="Equation.3">
                  <p:embed/>
                  <p:pic>
                    <p:nvPicPr>
                      <p:cNvPr id="0" name="图片 3166"/>
                      <p:cNvPicPr/>
                      <p:nvPr/>
                    </p:nvPicPr>
                    <p:blipFill>
                      <a:blip r:embed="rId23"/>
                      <a:stretch>
                        <a:fillRect/>
                      </a:stretch>
                    </p:blipFill>
                    <p:spPr>
                      <a:xfrm>
                        <a:off x="1705610" y="5013167"/>
                        <a:ext cx="2078990" cy="483235"/>
                      </a:xfrm>
                      <a:prstGeom prst="rect">
                        <a:avLst/>
                      </a:prstGeom>
                      <a:noFill/>
                      <a:ln w="38100">
                        <a:noFill/>
                        <a:miter/>
                      </a:ln>
                    </p:spPr>
                  </p:pic>
                </p:oleObj>
              </mc:Fallback>
            </mc:AlternateContent>
          </a:graphicData>
        </a:graphic>
      </p:graphicFrame>
      <p:graphicFrame>
        <p:nvGraphicFramePr>
          <p:cNvPr id="24" name="Object 23"/>
          <p:cNvGraphicFramePr>
            <a:graphicFrameLocks noChangeAspect="1"/>
          </p:cNvGraphicFramePr>
          <p:nvPr/>
        </p:nvGraphicFramePr>
        <p:xfrm>
          <a:off x="3514725" y="4509135"/>
          <a:ext cx="1818640" cy="952500"/>
        </p:xfrm>
        <a:graphic>
          <a:graphicData uri="http://schemas.openxmlformats.org/presentationml/2006/ole">
            <mc:AlternateContent xmlns:mc="http://schemas.openxmlformats.org/markup-compatibility/2006">
              <mc:Choice xmlns:v="urn:schemas-microsoft-com:vml" Requires="v">
                <p:oleObj spid="_x0000_s25" name="" r:id="rId24" imgW="939800" imgH="393700" progId="Equation.3">
                  <p:embed/>
                </p:oleObj>
              </mc:Choice>
              <mc:Fallback>
                <p:oleObj name="" r:id="rId24" imgW="939800" imgH="393700" progId="Equation.3">
                  <p:embed/>
                  <p:pic>
                    <p:nvPicPr>
                      <p:cNvPr id="0" name="图片 3166"/>
                      <p:cNvPicPr/>
                      <p:nvPr/>
                    </p:nvPicPr>
                    <p:blipFill>
                      <a:blip r:embed="rId25"/>
                      <a:stretch>
                        <a:fillRect/>
                      </a:stretch>
                    </p:blipFill>
                    <p:spPr>
                      <a:xfrm>
                        <a:off x="3514725" y="4509135"/>
                        <a:ext cx="1818640" cy="952500"/>
                      </a:xfrm>
                      <a:prstGeom prst="rect">
                        <a:avLst/>
                      </a:prstGeom>
                      <a:noFill/>
                      <a:ln w="38100">
                        <a:noFill/>
                        <a:miter/>
                      </a:ln>
                    </p:spPr>
                  </p:pic>
                </p:oleObj>
              </mc:Fallback>
            </mc:AlternateContent>
          </a:graphicData>
        </a:graphic>
      </p:graphicFrame>
      <p:graphicFrame>
        <p:nvGraphicFramePr>
          <p:cNvPr id="26" name="Object 23"/>
          <p:cNvGraphicFramePr>
            <a:graphicFrameLocks noChangeAspect="1"/>
          </p:cNvGraphicFramePr>
          <p:nvPr/>
        </p:nvGraphicFramePr>
        <p:xfrm>
          <a:off x="1705611" y="5740877"/>
          <a:ext cx="970280" cy="554355"/>
        </p:xfrm>
        <a:graphic>
          <a:graphicData uri="http://schemas.openxmlformats.org/presentationml/2006/ole">
            <mc:AlternateContent xmlns:mc="http://schemas.openxmlformats.org/markup-compatibility/2006">
              <mc:Choice xmlns:v="urn:schemas-microsoft-com:vml" Requires="v">
                <p:oleObj spid="_x0000_s27" name="" r:id="rId26" imgW="355600" imgH="203200" progId="Equation.3">
                  <p:embed/>
                </p:oleObj>
              </mc:Choice>
              <mc:Fallback>
                <p:oleObj name="" r:id="rId26" imgW="355600" imgH="203200" progId="Equation.3">
                  <p:embed/>
                  <p:pic>
                    <p:nvPicPr>
                      <p:cNvPr id="0" name="图片 3166"/>
                      <p:cNvPicPr/>
                      <p:nvPr/>
                    </p:nvPicPr>
                    <p:blipFill>
                      <a:blip r:embed="rId27"/>
                      <a:stretch>
                        <a:fillRect/>
                      </a:stretch>
                    </p:blipFill>
                    <p:spPr>
                      <a:xfrm>
                        <a:off x="1705611" y="5740877"/>
                        <a:ext cx="970280" cy="554355"/>
                      </a:xfrm>
                      <a:prstGeom prst="rect">
                        <a:avLst/>
                      </a:prstGeom>
                      <a:noFill/>
                      <a:ln w="38100">
                        <a:noFill/>
                        <a:miter/>
                      </a:ln>
                    </p:spPr>
                  </p:pic>
                </p:oleObj>
              </mc:Fallback>
            </mc:AlternateContent>
          </a:graphicData>
        </a:graphic>
      </p:graphicFrame>
      <p:sp>
        <p:nvSpPr>
          <p:cNvPr id="28" name="Freeform 71"/>
          <p:cNvSpPr/>
          <p:nvPr/>
        </p:nvSpPr>
        <p:spPr>
          <a:xfrm>
            <a:off x="1757045" y="1670230"/>
            <a:ext cx="1429385" cy="459740"/>
          </a:xfrm>
          <a:custGeom>
            <a:avLst/>
            <a:gdLst>
              <a:gd name="txL" fmla="*/ 0 w 1235"/>
              <a:gd name="txT" fmla="*/ 0 h 533"/>
              <a:gd name="txR" fmla="*/ 1235 w 1235"/>
              <a:gd name="txB" fmla="*/ 533 h 533"/>
            </a:gdLst>
            <a:ahLst/>
            <a:cxnLst>
              <a:cxn ang="0">
                <a:pos x="0" y="0"/>
              </a:cxn>
              <a:cxn ang="0">
                <a:pos x="1" y="0"/>
              </a:cxn>
              <a:cxn ang="0">
                <a:pos x="2" y="0"/>
              </a:cxn>
            </a:cxnLst>
            <a:rect l="txL" t="txT" r="txR" b="txB"/>
            <a:pathLst>
              <a:path w="1235" h="533">
                <a:moveTo>
                  <a:pt x="0" y="529"/>
                </a:moveTo>
                <a:cubicBezTo>
                  <a:pt x="211" y="262"/>
                  <a:pt x="418" y="0"/>
                  <a:pt x="624" y="1"/>
                </a:cubicBezTo>
                <a:cubicBezTo>
                  <a:pt x="830" y="2"/>
                  <a:pt x="1108" y="422"/>
                  <a:pt x="1235" y="533"/>
                </a:cubicBezTo>
              </a:path>
            </a:pathLst>
          </a:custGeom>
          <a:noFill/>
          <a:ln w="19050" cap="flat" cmpd="sng">
            <a:solidFill>
              <a:schemeClr val="accent2">
                <a:alpha val="100000"/>
              </a:schemeClr>
            </a:solidFill>
            <a:prstDash val="sysDash"/>
            <a:round/>
            <a:headEnd type="none" w="med" len="med"/>
            <a:tailEnd type="none" w="med" len="med"/>
          </a:ln>
        </p:spPr>
        <p:txBody>
          <a:bodyPr/>
          <a:p>
            <a:endParaRPr lang="zh-CN" altLang="en-US"/>
          </a:p>
        </p:txBody>
      </p:sp>
      <p:sp>
        <p:nvSpPr>
          <p:cNvPr id="30" name="Freeform 72"/>
          <p:cNvSpPr/>
          <p:nvPr/>
        </p:nvSpPr>
        <p:spPr>
          <a:xfrm>
            <a:off x="316865" y="2138230"/>
            <a:ext cx="1440000" cy="470535"/>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19050" cap="flat" cmpd="sng">
            <a:solidFill>
              <a:schemeClr val="accent2">
                <a:alpha val="100000"/>
              </a:schemeClr>
            </a:solidFill>
            <a:prstDash val="sysDash"/>
            <a:round/>
            <a:headEnd type="none" w="med" len="med"/>
            <a:tailEnd type="none" w="med" len="med"/>
          </a:ln>
        </p:spPr>
        <p:txBody>
          <a:bodyPr/>
          <a:p>
            <a:endParaRPr lang="zh-CN" altLang="en-US"/>
          </a:p>
        </p:txBody>
      </p:sp>
      <p:sp>
        <p:nvSpPr>
          <p:cNvPr id="31" name="Line 74"/>
          <p:cNvSpPr/>
          <p:nvPr/>
        </p:nvSpPr>
        <p:spPr>
          <a:xfrm rot="5400000">
            <a:off x="1450070" y="2245630"/>
            <a:ext cx="252000" cy="0"/>
          </a:xfrm>
          <a:prstGeom prst="line">
            <a:avLst/>
          </a:prstGeom>
          <a:ln w="31750" cap="flat" cmpd="sng">
            <a:solidFill>
              <a:srgbClr val="FF0000"/>
            </a:solidFill>
            <a:prstDash val="solid"/>
            <a:headEnd type="none" w="med" len="lg"/>
            <a:tailEnd type="stealth" w="med" len="lg"/>
          </a:ln>
        </p:spPr>
      </p:sp>
      <p:graphicFrame>
        <p:nvGraphicFramePr>
          <p:cNvPr id="15" name="Object 23"/>
          <p:cNvGraphicFramePr>
            <a:graphicFrameLocks noChangeAspect="1"/>
          </p:cNvGraphicFramePr>
          <p:nvPr/>
        </p:nvGraphicFramePr>
        <p:xfrm>
          <a:off x="4074795" y="5445284"/>
          <a:ext cx="1144270" cy="1074420"/>
        </p:xfrm>
        <a:graphic>
          <a:graphicData uri="http://schemas.openxmlformats.org/presentationml/2006/ole">
            <mc:AlternateContent xmlns:mc="http://schemas.openxmlformats.org/markup-compatibility/2006">
              <mc:Choice xmlns:v="urn:schemas-microsoft-com:vml" Requires="v">
                <p:oleObj spid="_x0000_s16" name="" r:id="rId28" imgW="419100" imgH="393700" progId="Equation.3">
                  <p:embed/>
                </p:oleObj>
              </mc:Choice>
              <mc:Fallback>
                <p:oleObj name="" r:id="rId28" imgW="419100" imgH="393700" progId="Equation.3">
                  <p:embed/>
                  <p:pic>
                    <p:nvPicPr>
                      <p:cNvPr id="0" name="图片 3166"/>
                      <p:cNvPicPr/>
                      <p:nvPr/>
                    </p:nvPicPr>
                    <p:blipFill>
                      <a:blip r:embed="rId29"/>
                      <a:stretch>
                        <a:fillRect/>
                      </a:stretch>
                    </p:blipFill>
                    <p:spPr>
                      <a:xfrm>
                        <a:off x="4074795" y="5445284"/>
                        <a:ext cx="1144270" cy="1074420"/>
                      </a:xfrm>
                      <a:prstGeom prst="rect">
                        <a:avLst/>
                      </a:prstGeom>
                      <a:noFill/>
                      <a:ln w="38100">
                        <a:noFill/>
                        <a:miter/>
                      </a:ln>
                    </p:spPr>
                  </p:pic>
                </p:oleObj>
              </mc:Fallback>
            </mc:AlternateContent>
          </a:graphicData>
        </a:graphic>
      </p:graphicFrame>
      <p:graphicFrame>
        <p:nvGraphicFramePr>
          <p:cNvPr id="29" name="Object 23"/>
          <p:cNvGraphicFramePr>
            <a:graphicFrameLocks noChangeAspect="1"/>
          </p:cNvGraphicFramePr>
          <p:nvPr/>
        </p:nvGraphicFramePr>
        <p:xfrm>
          <a:off x="5219065" y="3164681"/>
          <a:ext cx="3155950" cy="624205"/>
        </p:xfrm>
        <a:graphic>
          <a:graphicData uri="http://schemas.openxmlformats.org/presentationml/2006/ole">
            <mc:AlternateContent xmlns:mc="http://schemas.openxmlformats.org/markup-compatibility/2006">
              <mc:Choice xmlns:v="urn:schemas-microsoft-com:vml" Requires="v">
                <p:oleObj spid="_x0000_s32" name="" r:id="rId30" imgW="1155700" imgH="228600" progId="Equation.3">
                  <p:embed/>
                </p:oleObj>
              </mc:Choice>
              <mc:Fallback>
                <p:oleObj name="" r:id="rId30" imgW="1155700" imgH="228600" progId="Equation.3">
                  <p:embed/>
                  <p:pic>
                    <p:nvPicPr>
                      <p:cNvPr id="0" name="图片 3166"/>
                      <p:cNvPicPr/>
                      <p:nvPr/>
                    </p:nvPicPr>
                    <p:blipFill>
                      <a:blip r:embed="rId31"/>
                      <a:stretch>
                        <a:fillRect/>
                      </a:stretch>
                    </p:blipFill>
                    <p:spPr>
                      <a:xfrm>
                        <a:off x="5219065" y="3164681"/>
                        <a:ext cx="3155950" cy="624205"/>
                      </a:xfrm>
                      <a:prstGeom prst="rect">
                        <a:avLst/>
                      </a:prstGeom>
                      <a:noFill/>
                      <a:ln w="38100">
                        <a:noFill/>
                        <a:miter/>
                      </a:ln>
                    </p:spPr>
                  </p:pic>
                </p:oleObj>
              </mc:Fallback>
            </mc:AlternateContent>
          </a:graphicData>
        </a:graphic>
      </p:graphicFrame>
      <p:graphicFrame>
        <p:nvGraphicFramePr>
          <p:cNvPr id="6" name="Object 23"/>
          <p:cNvGraphicFramePr>
            <a:graphicFrameLocks noChangeAspect="1"/>
          </p:cNvGraphicFramePr>
          <p:nvPr/>
        </p:nvGraphicFramePr>
        <p:xfrm>
          <a:off x="5723890" y="3649980"/>
          <a:ext cx="3216275" cy="1075055"/>
        </p:xfrm>
        <a:graphic>
          <a:graphicData uri="http://schemas.openxmlformats.org/presentationml/2006/ole">
            <mc:AlternateContent xmlns:mc="http://schemas.openxmlformats.org/markup-compatibility/2006">
              <mc:Choice xmlns:v="urn:schemas-microsoft-com:vml" Requires="v">
                <p:oleObj spid="_x0000_s17" name="" r:id="rId32" imgW="1257300" imgH="393700" progId="Equation.3">
                  <p:embed/>
                </p:oleObj>
              </mc:Choice>
              <mc:Fallback>
                <p:oleObj name="" r:id="rId32" imgW="1257300" imgH="393700" progId="Equation.3">
                  <p:embed/>
                  <p:pic>
                    <p:nvPicPr>
                      <p:cNvPr id="0" name="图片 3166"/>
                      <p:cNvPicPr/>
                      <p:nvPr/>
                    </p:nvPicPr>
                    <p:blipFill>
                      <a:blip r:embed="rId33"/>
                      <a:stretch>
                        <a:fillRect/>
                      </a:stretch>
                    </p:blipFill>
                    <p:spPr>
                      <a:xfrm>
                        <a:off x="5723890" y="3649980"/>
                        <a:ext cx="3216275" cy="1075055"/>
                      </a:xfrm>
                      <a:prstGeom prst="rect">
                        <a:avLst/>
                      </a:prstGeom>
                      <a:noFill/>
                      <a:ln w="38100">
                        <a:noFill/>
                        <a:miter/>
                      </a:ln>
                    </p:spPr>
                  </p:pic>
                </p:oleObj>
              </mc:Fallback>
            </mc:AlternateContent>
          </a:graphicData>
        </a:graphic>
      </p:graphicFrame>
      <p:sp>
        <p:nvSpPr>
          <p:cNvPr id="33" name="Freeform 72"/>
          <p:cNvSpPr/>
          <p:nvPr/>
        </p:nvSpPr>
        <p:spPr>
          <a:xfrm>
            <a:off x="3186430" y="2139500"/>
            <a:ext cx="1440000" cy="470535"/>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19050" cap="flat" cmpd="sng">
            <a:solidFill>
              <a:schemeClr val="accent2">
                <a:alpha val="100000"/>
              </a:schemeClr>
            </a:solidFill>
            <a:prstDash val="sysDash"/>
            <a:round/>
            <a:headEnd type="none" w="med" len="med"/>
            <a:tailEnd type="none" w="med" len="med"/>
          </a:ln>
        </p:spPr>
        <p:txBody>
          <a:bodyPr/>
          <a:p>
            <a:endParaRPr lang="zh-CN" altLang="en-US"/>
          </a:p>
        </p:txBody>
      </p:sp>
      <p:sp>
        <p:nvSpPr>
          <p:cNvPr id="34" name="Text Box 2"/>
          <p:cNvSpPr txBox="1"/>
          <p:nvPr/>
        </p:nvSpPr>
        <p:spPr>
          <a:xfrm>
            <a:off x="179705" y="3789045"/>
            <a:ext cx="1505585" cy="521970"/>
          </a:xfrm>
          <a:prstGeom prst="rect">
            <a:avLst/>
          </a:prstGeom>
          <a:noFill/>
          <a:ln w="9525">
            <a:noFill/>
          </a:ln>
        </p:spPr>
        <p:txBody>
          <a:bodyPr wrap="square">
            <a:spAutoFit/>
          </a:bodyPr>
          <a:p>
            <a:pPr eaLnBrk="1" hangingPunct="1">
              <a:spcBef>
                <a:spcPct val="50000"/>
              </a:spcBef>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sz="2800" b="1" dirty="0">
                <a:solidFill>
                  <a:srgbClr val="000000"/>
                </a:solidFill>
                <a:ea typeface="微软雅黑" panose="020B0503020204020204" pitchFamily="34" charset="-122"/>
                <a:cs typeface="Times New Roman" panose="02020603050405020304" pitchFamily="18" charset="0"/>
              </a:rPr>
              <a:t>振幅：</a:t>
            </a:r>
            <a:endParaRPr lang="zh-CN" sz="2800" b="1" dirty="0">
              <a:solidFill>
                <a:srgbClr val="000000"/>
              </a:solidFill>
              <a:latin typeface="微软雅黑" panose="020B0503020204020204" pitchFamily="34" charset="-122"/>
              <a:ea typeface="微软雅黑" panose="020B0503020204020204" pitchFamily="34" charset="-122"/>
            </a:endParaRPr>
          </a:p>
        </p:txBody>
      </p:sp>
      <p:sp>
        <p:nvSpPr>
          <p:cNvPr id="35" name="Text Box 2"/>
          <p:cNvSpPr txBox="1"/>
          <p:nvPr/>
        </p:nvSpPr>
        <p:spPr>
          <a:xfrm>
            <a:off x="200025" y="4725035"/>
            <a:ext cx="1505585" cy="521970"/>
          </a:xfrm>
          <a:prstGeom prst="rect">
            <a:avLst/>
          </a:prstGeom>
          <a:noFill/>
          <a:ln w="9525">
            <a:noFill/>
          </a:ln>
        </p:spPr>
        <p:txBody>
          <a:bodyPr wrap="square">
            <a:spAutoFit/>
          </a:bodyPr>
          <a:p>
            <a:pPr eaLnBrk="1" hangingPunct="1">
              <a:spcBef>
                <a:spcPct val="50000"/>
              </a:spcBef>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sz="2800" b="1" dirty="0">
                <a:solidFill>
                  <a:srgbClr val="000000"/>
                </a:solidFill>
                <a:ea typeface="微软雅黑" panose="020B0503020204020204" pitchFamily="34" charset="-122"/>
                <a:cs typeface="Times New Roman" panose="02020603050405020304" pitchFamily="18" charset="0"/>
              </a:rPr>
              <a:t>圆频率</a:t>
            </a:r>
            <a:r>
              <a:rPr lang="zh-CN" sz="2800" b="1" dirty="0">
                <a:solidFill>
                  <a:srgbClr val="000000"/>
                </a:solidFill>
                <a:ea typeface="微软雅黑" panose="020B0503020204020204" pitchFamily="34" charset="-122"/>
                <a:cs typeface="Times New Roman" panose="02020603050405020304" pitchFamily="18" charset="0"/>
              </a:rPr>
              <a:t>：</a:t>
            </a:r>
            <a:endParaRPr lang="zh-CN" sz="2800" b="1" dirty="0">
              <a:solidFill>
                <a:srgbClr val="000000"/>
              </a:solidFill>
              <a:latin typeface="微软雅黑" panose="020B0503020204020204" pitchFamily="34" charset="-122"/>
              <a:ea typeface="微软雅黑" panose="020B0503020204020204" pitchFamily="34" charset="-122"/>
            </a:endParaRPr>
          </a:p>
        </p:txBody>
      </p:sp>
      <p:sp>
        <p:nvSpPr>
          <p:cNvPr id="38" name="Text Box 2"/>
          <p:cNvSpPr txBox="1"/>
          <p:nvPr/>
        </p:nvSpPr>
        <p:spPr>
          <a:xfrm>
            <a:off x="284480" y="5733415"/>
            <a:ext cx="1505585" cy="521970"/>
          </a:xfrm>
          <a:prstGeom prst="rect">
            <a:avLst/>
          </a:prstGeom>
          <a:noFill/>
          <a:ln w="9525">
            <a:noFill/>
          </a:ln>
        </p:spPr>
        <p:txBody>
          <a:bodyPr wrap="square">
            <a:spAutoFit/>
          </a:bodyPr>
          <a:p>
            <a:pPr eaLnBrk="1" hangingPunct="1">
              <a:spcBef>
                <a:spcPct val="50000"/>
              </a:spcBef>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sz="2800" b="1" dirty="0">
                <a:solidFill>
                  <a:srgbClr val="000000"/>
                </a:solidFill>
                <a:ea typeface="微软雅黑" panose="020B0503020204020204" pitchFamily="34" charset="-122"/>
                <a:cs typeface="Times New Roman" panose="02020603050405020304" pitchFamily="18" charset="0"/>
              </a:rPr>
              <a:t>初相</a:t>
            </a:r>
            <a:r>
              <a:rPr lang="zh-CN" sz="2800" b="1" dirty="0">
                <a:solidFill>
                  <a:srgbClr val="000000"/>
                </a:solidFill>
                <a:ea typeface="微软雅黑" panose="020B0503020204020204" pitchFamily="34" charset="-122"/>
                <a:cs typeface="Times New Roman" panose="02020603050405020304" pitchFamily="18" charset="0"/>
              </a:rPr>
              <a:t>：</a:t>
            </a:r>
            <a:endParaRPr lang="zh-CN" sz="28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left)">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29"/>
                                        </p:tgtEl>
                                        <p:attrNameLst>
                                          <p:attrName>style.visibility</p:attrName>
                                        </p:attrNameLst>
                                      </p:cBhvr>
                                      <p:to>
                                        <p:strVal val="visible"/>
                                      </p:to>
                                    </p:set>
                                    <p:animEffect transition="in" filter="wipe(left)">
                                      <p:cBhvr>
                                        <p:cTn id="27" dur="500"/>
                                        <p:tgtEl>
                                          <p:spTgt spid="21529"/>
                                        </p:tgtEl>
                                      </p:cBhvr>
                                    </p:animEffect>
                                  </p:childTnLst>
                                </p:cTn>
                              </p:par>
                              <p:par>
                                <p:cTn id="28" presetID="22" presetClass="entr" presetSubtype="8" fill="hold" nodeType="withEffect">
                                  <p:stCondLst>
                                    <p:cond delay="0"/>
                                  </p:stCondLst>
                                  <p:childTnLst>
                                    <p:set>
                                      <p:cBhvr>
                                        <p:cTn id="29" dur="1" fill="hold">
                                          <p:stCondLst>
                                            <p:cond delay="0"/>
                                          </p:stCondLst>
                                        </p:cTn>
                                        <p:tgtEl>
                                          <p:spTgt spid="21519"/>
                                        </p:tgtEl>
                                        <p:attrNameLst>
                                          <p:attrName>style.visibility</p:attrName>
                                        </p:attrNameLst>
                                      </p:cBhvr>
                                      <p:to>
                                        <p:strVal val="visible"/>
                                      </p:to>
                                    </p:set>
                                    <p:animEffect transition="in" filter="wipe(left)">
                                      <p:cBhvr>
                                        <p:cTn id="30" dur="500"/>
                                        <p:tgtEl>
                                          <p:spTgt spid="215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wipe(left)">
                                      <p:cBhvr>
                                        <p:cTn id="50" dur="500"/>
                                        <p:tgtEl>
                                          <p:spTgt spid="3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left)">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wipe(left)">
                                      <p:cBhvr>
                                        <p:cTn id="60" dur="500"/>
                                        <p:tgtEl>
                                          <p:spTgt spid="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wipe(left)">
                                      <p:cBhvr>
                                        <p:cTn id="65" dur="500"/>
                                        <p:tgtEl>
                                          <p:spTgt spid="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wipe(up)">
                                      <p:cBhvr>
                                        <p:cTn id="70" dur="500"/>
                                        <p:tgtEl>
                                          <p:spTgt spid="3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wipe(left)">
                                      <p:cBhvr>
                                        <p:cTn id="75" dur="500"/>
                                        <p:tgtEl>
                                          <p:spTgt spid="2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wipe(left)">
                                      <p:cBhvr>
                                        <p:cTn id="80" dur="500"/>
                                        <p:tgtEl>
                                          <p:spTgt spid="1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wipe(left)">
                                      <p:cBhvr>
                                        <p:cTn id="85" dur="500"/>
                                        <p:tgtEl>
                                          <p:spTgt spid="30"/>
                                        </p:tgtEl>
                                      </p:cBhvr>
                                    </p:animEffec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wipe(left)">
                                      <p:cBhvr>
                                        <p:cTn id="89" dur="500"/>
                                        <p:tgtEl>
                                          <p:spTgt spid="28"/>
                                        </p:tgtEl>
                                      </p:cBhvr>
                                    </p:animEffect>
                                  </p:childTnLst>
                                </p:cTn>
                              </p:par>
                            </p:childTnLst>
                          </p:cTn>
                        </p:par>
                        <p:par>
                          <p:cTn id="90" fill="hold">
                            <p:stCondLst>
                              <p:cond delay="1000"/>
                            </p:stCondLst>
                            <p:childTnLst>
                              <p:par>
                                <p:cTn id="91" presetID="22" presetClass="entr" presetSubtype="8" fill="hold" grpId="0" nodeType="after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wipe(left)">
                                      <p:cBhvr>
                                        <p:cTn id="93" dur="500"/>
                                        <p:tgtEl>
                                          <p:spTgt spid="3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7"/>
                                        </p:tgtEl>
                                        <p:attrNameLst>
                                          <p:attrName>style.visibility</p:attrName>
                                        </p:attrNameLst>
                                      </p:cBhvr>
                                      <p:to>
                                        <p:strVal val="visible"/>
                                      </p:to>
                                    </p:set>
                                    <p:animEffect transition="in" filter="wipe(left)">
                                      <p:cBhvr>
                                        <p:cTn id="98" dur="500"/>
                                        <p:tgtEl>
                                          <p:spTgt spid="7"/>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15"/>
                                        </p:tgtEl>
                                        <p:attrNameLst>
                                          <p:attrName>style.visibility</p:attrName>
                                        </p:attrNameLst>
                                      </p:cBhvr>
                                      <p:to>
                                        <p:strVal val="visible"/>
                                      </p:to>
                                    </p:set>
                                    <p:animEffect transition="in" filter="wipe(left)">
                                      <p:cBhvr>
                                        <p:cTn id="103" dur="500"/>
                                        <p:tgtEl>
                                          <p:spTgt spid="15"/>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29"/>
                                        </p:tgtEl>
                                        <p:attrNameLst>
                                          <p:attrName>style.visibility</p:attrName>
                                        </p:attrNameLst>
                                      </p:cBhvr>
                                      <p:to>
                                        <p:strVal val="visible"/>
                                      </p:to>
                                    </p:set>
                                    <p:animEffect transition="in" filter="wipe(left)">
                                      <p:cBhvr>
                                        <p:cTn id="108" dur="500"/>
                                        <p:tgtEl>
                                          <p:spTgt spid="29"/>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6"/>
                                        </p:tgtEl>
                                        <p:attrNameLst>
                                          <p:attrName>style.visibility</p:attrName>
                                        </p:attrNameLst>
                                      </p:cBhvr>
                                      <p:to>
                                        <p:strVal val="visible"/>
                                      </p:to>
                                    </p:set>
                                    <p:animEffect transition="in" filter="wipe(left)">
                                      <p:cBhvr>
                                        <p:cTn id="1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9" grpId="0" bldLvl="0" animBg="1"/>
      <p:bldP spid="2" grpId="0" bldLvl="0" animBg="1"/>
      <p:bldP spid="3" grpId="0" bldLvl="0" animBg="1"/>
      <p:bldP spid="4" grpId="0" bldLvl="0" animBg="1"/>
      <p:bldP spid="5" grpId="0"/>
      <p:bldP spid="28" grpId="0" bldLvl="0" animBg="1"/>
      <p:bldP spid="30" grpId="0" bldLvl="0" animBg="1"/>
      <p:bldP spid="21535" grpId="1" animBg="1"/>
      <p:bldP spid="21536" grpId="1" animBg="1"/>
      <p:bldP spid="21529" grpId="1" animBg="1"/>
      <p:bldP spid="2" grpId="1" animBg="1"/>
      <p:bldP spid="3" grpId="1" animBg="1"/>
      <p:bldP spid="4" grpId="1" animBg="1"/>
      <p:bldP spid="5" grpId="1"/>
      <p:bldP spid="28" grpId="1" animBg="1"/>
      <p:bldP spid="30" grpId="1" animBg="1"/>
      <p:bldP spid="33" grpId="0" bldLvl="0" animBg="1"/>
      <p:bldP spid="33" grpId="1" animBg="1"/>
      <p:bldP spid="34" grpId="0"/>
      <p:bldP spid="34" grpId="1"/>
      <p:bldP spid="35" grpId="0"/>
      <p:bldP spid="35" grpId="1"/>
      <p:bldP spid="38" grpId="0"/>
      <p:bldP spid="3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圆角矩形 5"/>
          <p:cNvSpPr/>
          <p:nvPr/>
        </p:nvSpPr>
        <p:spPr>
          <a:xfrm>
            <a:off x="5915025" y="4004945"/>
            <a:ext cx="1527810" cy="828040"/>
          </a:xfrm>
          <a:prstGeom prst="round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20000"/>
              </a:spcBef>
              <a:spcAft>
                <a:spcPct val="0"/>
              </a:spcAft>
              <a:buClr>
                <a:schemeClr val="accent2"/>
              </a:buClr>
              <a:buSzTx/>
              <a:buFont typeface="Monotype Sorts" pitchFamily="2" charset="2"/>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5" name="圆角矩形 4"/>
          <p:cNvSpPr/>
          <p:nvPr/>
        </p:nvSpPr>
        <p:spPr>
          <a:xfrm>
            <a:off x="6518940" y="4986020"/>
            <a:ext cx="900000" cy="828000"/>
          </a:xfrm>
          <a:prstGeom prst="round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20000"/>
              </a:spcBef>
              <a:spcAft>
                <a:spcPct val="0"/>
              </a:spcAft>
              <a:buClr>
                <a:schemeClr val="accent2"/>
              </a:buClr>
              <a:buSzTx/>
              <a:buFont typeface="Monotype Sorts" pitchFamily="2" charset="2"/>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53253" name="Group 27"/>
          <p:cNvGrpSpPr/>
          <p:nvPr/>
        </p:nvGrpSpPr>
        <p:grpSpPr>
          <a:xfrm>
            <a:off x="682625" y="260350"/>
            <a:ext cx="1991360" cy="396875"/>
            <a:chOff x="816" y="139"/>
            <a:chExt cx="4459"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波函数</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6"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波函数</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grpSp>
        <p:nvGrpSpPr>
          <p:cNvPr id="34" name="Group 63"/>
          <p:cNvGrpSpPr/>
          <p:nvPr/>
        </p:nvGrpSpPr>
        <p:grpSpPr>
          <a:xfrm rot="0">
            <a:off x="1140142" y="1043940"/>
            <a:ext cx="3672176" cy="1905000"/>
            <a:chOff x="3165" y="1824"/>
            <a:chExt cx="2313" cy="1200"/>
          </a:xfrm>
        </p:grpSpPr>
        <p:sp>
          <p:nvSpPr>
            <p:cNvPr id="35" name="Line 64"/>
            <p:cNvSpPr/>
            <p:nvPr/>
          </p:nvSpPr>
          <p:spPr>
            <a:xfrm flipV="1">
              <a:off x="3456" y="1920"/>
              <a:ext cx="0" cy="1104"/>
            </a:xfrm>
            <a:prstGeom prst="line">
              <a:avLst/>
            </a:prstGeom>
            <a:ln w="19050" cap="flat" cmpd="sng">
              <a:solidFill>
                <a:srgbClr val="800000"/>
              </a:solidFill>
              <a:prstDash val="solid"/>
              <a:headEnd type="none" w="med" len="med"/>
              <a:tailEnd type="stealth" w="med" len="lg"/>
            </a:ln>
          </p:spPr>
        </p:sp>
        <p:sp>
          <p:nvSpPr>
            <p:cNvPr id="38" name="Line 65"/>
            <p:cNvSpPr/>
            <p:nvPr/>
          </p:nvSpPr>
          <p:spPr>
            <a:xfrm>
              <a:off x="3165" y="2508"/>
              <a:ext cx="2313" cy="0"/>
            </a:xfrm>
            <a:prstGeom prst="line">
              <a:avLst/>
            </a:prstGeom>
            <a:ln w="19050" cap="flat" cmpd="sng">
              <a:solidFill>
                <a:srgbClr val="FF6600"/>
              </a:solidFill>
              <a:prstDash val="solid"/>
              <a:headEnd type="none" w="med" len="med"/>
              <a:tailEnd type="stealth" w="med" len="lg"/>
            </a:ln>
          </p:spPr>
        </p:sp>
        <p:graphicFrame>
          <p:nvGraphicFramePr>
            <p:cNvPr id="40" name="Object 66"/>
            <p:cNvGraphicFramePr>
              <a:graphicFrameLocks noChangeAspect="1"/>
            </p:cNvGraphicFramePr>
            <p:nvPr/>
          </p:nvGraphicFramePr>
          <p:xfrm>
            <a:off x="3264" y="2308"/>
            <a:ext cx="159" cy="176"/>
          </p:xfrm>
          <a:graphic>
            <a:graphicData uri="http://schemas.openxmlformats.org/presentationml/2006/ole">
              <mc:AlternateContent xmlns:mc="http://schemas.openxmlformats.org/markup-compatibility/2006">
                <mc:Choice xmlns:v="urn:schemas-microsoft-com:vml" Requires="v">
                  <p:oleObj spid="_x0000_s41" name="" r:id="rId1" imgW="254000" imgH="279400" progId="Equation.3">
                    <p:embed/>
                  </p:oleObj>
                </mc:Choice>
                <mc:Fallback>
                  <p:oleObj name="" r:id="rId1" imgW="254000" imgH="279400" progId="Equation.3">
                    <p:embed/>
                    <p:pic>
                      <p:nvPicPr>
                        <p:cNvPr id="0" name="图片 3175"/>
                        <p:cNvPicPr/>
                        <p:nvPr/>
                      </p:nvPicPr>
                      <p:blipFill>
                        <a:blip r:embed="rId2"/>
                        <a:stretch>
                          <a:fillRect/>
                        </a:stretch>
                      </p:blipFill>
                      <p:spPr>
                        <a:xfrm>
                          <a:off x="3264" y="2308"/>
                          <a:ext cx="159" cy="176"/>
                        </a:xfrm>
                        <a:prstGeom prst="rect">
                          <a:avLst/>
                        </a:prstGeom>
                        <a:noFill/>
                        <a:ln w="38100">
                          <a:noFill/>
                          <a:miter/>
                        </a:ln>
                      </p:spPr>
                    </p:pic>
                  </p:oleObj>
                </mc:Fallback>
              </mc:AlternateContent>
            </a:graphicData>
          </a:graphic>
        </p:graphicFrame>
        <p:graphicFrame>
          <p:nvGraphicFramePr>
            <p:cNvPr id="42" name="Object 67"/>
            <p:cNvGraphicFramePr>
              <a:graphicFrameLocks noChangeAspect="1"/>
            </p:cNvGraphicFramePr>
            <p:nvPr/>
          </p:nvGraphicFramePr>
          <p:xfrm>
            <a:off x="3168" y="1824"/>
            <a:ext cx="183" cy="223"/>
          </p:xfrm>
          <a:graphic>
            <a:graphicData uri="http://schemas.openxmlformats.org/presentationml/2006/ole">
              <mc:AlternateContent xmlns:mc="http://schemas.openxmlformats.org/markup-compatibility/2006">
                <mc:Choice xmlns:v="urn:schemas-microsoft-com:vml" Requires="v">
                  <p:oleObj spid="_x0000_s43" name="" r:id="rId3" imgW="292100" imgH="355600" progId="Equation.3">
                    <p:embed/>
                  </p:oleObj>
                </mc:Choice>
                <mc:Fallback>
                  <p:oleObj name="" r:id="rId3" imgW="292100" imgH="355600" progId="Equation.3">
                    <p:embed/>
                    <p:pic>
                      <p:nvPicPr>
                        <p:cNvPr id="0" name="图片 3176"/>
                        <p:cNvPicPr/>
                        <p:nvPr/>
                      </p:nvPicPr>
                      <p:blipFill>
                        <a:blip r:embed="rId4"/>
                        <a:stretch>
                          <a:fillRect/>
                        </a:stretch>
                      </p:blipFill>
                      <p:spPr>
                        <a:xfrm>
                          <a:off x="3168" y="1824"/>
                          <a:ext cx="183" cy="223"/>
                        </a:xfrm>
                        <a:prstGeom prst="rect">
                          <a:avLst/>
                        </a:prstGeom>
                        <a:noFill/>
                        <a:ln w="38100">
                          <a:noFill/>
                          <a:miter/>
                        </a:ln>
                      </p:spPr>
                    </p:pic>
                  </p:oleObj>
                </mc:Fallback>
              </mc:AlternateContent>
            </a:graphicData>
          </a:graphic>
        </p:graphicFrame>
        <p:graphicFrame>
          <p:nvGraphicFramePr>
            <p:cNvPr id="44" name="Object 68"/>
            <p:cNvGraphicFramePr>
              <a:graphicFrameLocks noChangeAspect="1"/>
            </p:cNvGraphicFramePr>
            <p:nvPr/>
          </p:nvGraphicFramePr>
          <p:xfrm flipH="1">
            <a:off x="5201" y="2534"/>
            <a:ext cx="273" cy="264"/>
          </p:xfrm>
          <a:graphic>
            <a:graphicData uri="http://schemas.openxmlformats.org/presentationml/2006/ole">
              <mc:AlternateContent xmlns:mc="http://schemas.openxmlformats.org/markup-compatibility/2006">
                <mc:Choice xmlns:v="urn:schemas-microsoft-com:vml" Requires="v">
                  <p:oleObj spid="_x0000_s45" name="" r:id="rId5" imgW="292100" imgH="279400" progId="Equation.3">
                    <p:embed/>
                  </p:oleObj>
                </mc:Choice>
                <mc:Fallback>
                  <p:oleObj name="" r:id="rId5" imgW="292100" imgH="279400" progId="Equation.3">
                    <p:embed/>
                    <p:pic>
                      <p:nvPicPr>
                        <p:cNvPr id="0" name="图片 3171"/>
                        <p:cNvPicPr/>
                        <p:nvPr/>
                      </p:nvPicPr>
                      <p:blipFill>
                        <a:blip r:embed="rId6"/>
                        <a:stretch>
                          <a:fillRect/>
                        </a:stretch>
                      </p:blipFill>
                      <p:spPr>
                        <a:xfrm flipH="1">
                          <a:off x="5201" y="2534"/>
                          <a:ext cx="273" cy="264"/>
                        </a:xfrm>
                        <a:prstGeom prst="rect">
                          <a:avLst/>
                        </a:prstGeom>
                        <a:noFill/>
                        <a:ln w="38100">
                          <a:noFill/>
                          <a:miter/>
                        </a:ln>
                      </p:spPr>
                    </p:pic>
                  </p:oleObj>
                </mc:Fallback>
              </mc:AlternateContent>
            </a:graphicData>
          </a:graphic>
        </p:graphicFrame>
      </p:grpSp>
      <p:sp>
        <p:nvSpPr>
          <p:cNvPr id="46" name="Freeform 71"/>
          <p:cNvSpPr/>
          <p:nvPr/>
        </p:nvSpPr>
        <p:spPr>
          <a:xfrm>
            <a:off x="1577975" y="1675765"/>
            <a:ext cx="1429385" cy="459740"/>
          </a:xfrm>
          <a:custGeom>
            <a:avLst/>
            <a:gdLst>
              <a:gd name="txL" fmla="*/ 0 w 1235"/>
              <a:gd name="txT" fmla="*/ 0 h 533"/>
              <a:gd name="txR" fmla="*/ 1235 w 1235"/>
              <a:gd name="txB" fmla="*/ 533 h 533"/>
            </a:gdLst>
            <a:ahLst/>
            <a:cxnLst>
              <a:cxn ang="0">
                <a:pos x="0" y="0"/>
              </a:cxn>
              <a:cxn ang="0">
                <a:pos x="1" y="0"/>
              </a:cxn>
              <a:cxn ang="0">
                <a:pos x="2" y="0"/>
              </a:cxn>
            </a:cxnLst>
            <a:rect l="txL" t="txT" r="txR" b="txB"/>
            <a:pathLst>
              <a:path w="1235" h="533">
                <a:moveTo>
                  <a:pt x="0" y="529"/>
                </a:moveTo>
                <a:cubicBezTo>
                  <a:pt x="211" y="262"/>
                  <a:pt x="418" y="0"/>
                  <a:pt x="624" y="1"/>
                </a:cubicBezTo>
                <a:cubicBezTo>
                  <a:pt x="830" y="2"/>
                  <a:pt x="1108" y="422"/>
                  <a:pt x="1235" y="533"/>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sp>
        <p:nvSpPr>
          <p:cNvPr id="47" name="Freeform 72"/>
          <p:cNvSpPr/>
          <p:nvPr/>
        </p:nvSpPr>
        <p:spPr>
          <a:xfrm>
            <a:off x="2990215" y="2119630"/>
            <a:ext cx="1437640" cy="470535"/>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grpSp>
        <p:nvGrpSpPr>
          <p:cNvPr id="48" name="Group 73"/>
          <p:cNvGrpSpPr/>
          <p:nvPr/>
        </p:nvGrpSpPr>
        <p:grpSpPr>
          <a:xfrm rot="0">
            <a:off x="3011805" y="1304925"/>
            <a:ext cx="1066800" cy="381000"/>
            <a:chOff x="4276" y="1824"/>
            <a:chExt cx="672" cy="240"/>
          </a:xfrm>
        </p:grpSpPr>
        <p:sp>
          <p:nvSpPr>
            <p:cNvPr id="49" name="Line 74"/>
            <p:cNvSpPr/>
            <p:nvPr/>
          </p:nvSpPr>
          <p:spPr>
            <a:xfrm>
              <a:off x="4276" y="2064"/>
              <a:ext cx="672" cy="0"/>
            </a:xfrm>
            <a:prstGeom prst="line">
              <a:avLst/>
            </a:prstGeom>
            <a:ln w="19050" cap="flat" cmpd="sng">
              <a:solidFill>
                <a:srgbClr val="FF0000"/>
              </a:solidFill>
              <a:prstDash val="solid"/>
              <a:headEnd type="none" w="med" len="lg"/>
              <a:tailEnd type="stealth" w="med" len="lg"/>
            </a:ln>
          </p:spPr>
        </p:sp>
        <p:graphicFrame>
          <p:nvGraphicFramePr>
            <p:cNvPr id="50" name="Object 75"/>
            <p:cNvGraphicFramePr>
              <a:graphicFrameLocks noChangeAspect="1"/>
            </p:cNvGraphicFramePr>
            <p:nvPr/>
          </p:nvGraphicFramePr>
          <p:xfrm>
            <a:off x="4608" y="1824"/>
            <a:ext cx="183" cy="176"/>
          </p:xfrm>
          <a:graphic>
            <a:graphicData uri="http://schemas.openxmlformats.org/presentationml/2006/ole">
              <mc:AlternateContent xmlns:mc="http://schemas.openxmlformats.org/markup-compatibility/2006">
                <mc:Choice xmlns:v="urn:schemas-microsoft-com:vml" Requires="v">
                  <p:oleObj spid="_x0000_s51" name="" r:id="rId7" imgW="292100" imgH="279400" progId="Equation.3">
                    <p:embed/>
                  </p:oleObj>
                </mc:Choice>
                <mc:Fallback>
                  <p:oleObj name="" r:id="rId7" imgW="292100" imgH="279400" progId="Equation.3">
                    <p:embed/>
                    <p:pic>
                      <p:nvPicPr>
                        <p:cNvPr id="0" name="图片 3172"/>
                        <p:cNvPicPr/>
                        <p:nvPr/>
                      </p:nvPicPr>
                      <p:blipFill>
                        <a:blip r:embed="rId8"/>
                        <a:stretch>
                          <a:fillRect/>
                        </a:stretch>
                      </p:blipFill>
                      <p:spPr>
                        <a:xfrm>
                          <a:off x="4608" y="1824"/>
                          <a:ext cx="183" cy="176"/>
                        </a:xfrm>
                        <a:prstGeom prst="rect">
                          <a:avLst/>
                        </a:prstGeom>
                        <a:noFill/>
                        <a:ln w="38100">
                          <a:noFill/>
                          <a:miter/>
                        </a:ln>
                      </p:spPr>
                    </p:pic>
                  </p:oleObj>
                </mc:Fallback>
              </mc:AlternateContent>
            </a:graphicData>
          </a:graphic>
        </p:graphicFrame>
      </p:grpSp>
      <p:sp>
        <p:nvSpPr>
          <p:cNvPr id="52" name="Oval 80"/>
          <p:cNvSpPr/>
          <p:nvPr/>
        </p:nvSpPr>
        <p:spPr>
          <a:xfrm>
            <a:off x="1571400" y="211556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pSp>
        <p:nvGrpSpPr>
          <p:cNvPr id="53" name="Group 82"/>
          <p:cNvGrpSpPr/>
          <p:nvPr/>
        </p:nvGrpSpPr>
        <p:grpSpPr>
          <a:xfrm rot="0">
            <a:off x="4275455" y="1675765"/>
            <a:ext cx="381000" cy="490855"/>
            <a:chOff x="4992" y="1968"/>
            <a:chExt cx="240" cy="309"/>
          </a:xfrm>
        </p:grpSpPr>
        <p:sp>
          <p:nvSpPr>
            <p:cNvPr id="54" name="Oval 83"/>
            <p:cNvSpPr/>
            <p:nvPr/>
          </p:nvSpPr>
          <p:spPr>
            <a:xfrm>
              <a:off x="5040" y="2229"/>
              <a:ext cx="48" cy="48"/>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55" name="Object 84"/>
            <p:cNvGraphicFramePr>
              <a:graphicFrameLocks noChangeAspect="1"/>
            </p:cNvGraphicFramePr>
            <p:nvPr/>
          </p:nvGraphicFramePr>
          <p:xfrm>
            <a:off x="4992" y="1968"/>
            <a:ext cx="240" cy="240"/>
          </p:xfrm>
          <a:graphic>
            <a:graphicData uri="http://schemas.openxmlformats.org/presentationml/2006/ole">
              <mc:AlternateContent xmlns:mc="http://schemas.openxmlformats.org/markup-compatibility/2006">
                <mc:Choice xmlns:v="urn:schemas-microsoft-com:vml" Requires="v">
                  <p:oleObj spid="_x0000_s56" name="" r:id="rId9" imgW="381000" imgH="381000" progId="Equation.3">
                    <p:embed/>
                  </p:oleObj>
                </mc:Choice>
                <mc:Fallback>
                  <p:oleObj name="" r:id="rId9" imgW="381000" imgH="381000" progId="Equation.3">
                    <p:embed/>
                    <p:pic>
                      <p:nvPicPr>
                        <p:cNvPr id="0" name="图片 3177"/>
                        <p:cNvPicPr/>
                        <p:nvPr/>
                      </p:nvPicPr>
                      <p:blipFill>
                        <a:blip r:embed="rId10"/>
                        <a:stretch>
                          <a:fillRect/>
                        </a:stretch>
                      </p:blipFill>
                      <p:spPr>
                        <a:xfrm>
                          <a:off x="4992" y="1968"/>
                          <a:ext cx="240" cy="240"/>
                        </a:xfrm>
                        <a:prstGeom prst="rect">
                          <a:avLst/>
                        </a:prstGeom>
                        <a:noFill/>
                        <a:ln w="38100">
                          <a:noFill/>
                          <a:miter/>
                        </a:ln>
                      </p:spPr>
                    </p:pic>
                  </p:oleObj>
                </mc:Fallback>
              </mc:AlternateContent>
            </a:graphicData>
          </a:graphic>
        </p:graphicFrame>
      </p:grpSp>
      <p:grpSp>
        <p:nvGrpSpPr>
          <p:cNvPr id="57" name="Group 85"/>
          <p:cNvGrpSpPr/>
          <p:nvPr/>
        </p:nvGrpSpPr>
        <p:grpSpPr>
          <a:xfrm rot="0">
            <a:off x="1608455" y="2132965"/>
            <a:ext cx="1371600" cy="838200"/>
            <a:chOff x="3316" y="2496"/>
            <a:chExt cx="864" cy="528"/>
          </a:xfrm>
        </p:grpSpPr>
        <p:sp>
          <p:nvSpPr>
            <p:cNvPr id="58" name="Line 86"/>
            <p:cNvSpPr/>
            <p:nvPr/>
          </p:nvSpPr>
          <p:spPr>
            <a:xfrm>
              <a:off x="4180" y="2496"/>
              <a:ext cx="0" cy="288"/>
            </a:xfrm>
            <a:prstGeom prst="line">
              <a:avLst/>
            </a:prstGeom>
            <a:ln w="19050" cap="flat" cmpd="sng">
              <a:solidFill>
                <a:schemeClr val="tx1"/>
              </a:solidFill>
              <a:prstDash val="solid"/>
              <a:headEnd type="none" w="med" len="lg"/>
              <a:tailEnd type="none" w="med" len="lg"/>
            </a:ln>
          </p:spPr>
        </p:sp>
        <p:sp>
          <p:nvSpPr>
            <p:cNvPr id="59" name="Line 87"/>
            <p:cNvSpPr/>
            <p:nvPr/>
          </p:nvSpPr>
          <p:spPr>
            <a:xfrm>
              <a:off x="3316" y="2736"/>
              <a:ext cx="864" cy="0"/>
            </a:xfrm>
            <a:prstGeom prst="line">
              <a:avLst/>
            </a:prstGeom>
            <a:ln w="19050" cap="flat" cmpd="sng">
              <a:solidFill>
                <a:schemeClr val="tx1"/>
              </a:solidFill>
              <a:prstDash val="solid"/>
              <a:headEnd type="stealth" w="med" len="lg"/>
              <a:tailEnd type="stealth" w="med" len="lg"/>
            </a:ln>
          </p:spPr>
        </p:sp>
        <p:graphicFrame>
          <p:nvGraphicFramePr>
            <p:cNvPr id="60" name="Object 88"/>
            <p:cNvGraphicFramePr>
              <a:graphicFrameLocks noChangeAspect="1"/>
            </p:cNvGraphicFramePr>
            <p:nvPr/>
          </p:nvGraphicFramePr>
          <p:xfrm>
            <a:off x="3460" y="2784"/>
            <a:ext cx="664" cy="240"/>
          </p:xfrm>
          <a:graphic>
            <a:graphicData uri="http://schemas.openxmlformats.org/presentationml/2006/ole">
              <mc:AlternateContent xmlns:mc="http://schemas.openxmlformats.org/markup-compatibility/2006">
                <mc:Choice xmlns:v="urn:schemas-microsoft-com:vml" Requires="v">
                  <p:oleObj spid="_x0000_s61" name="" r:id="rId11" imgW="1054100" imgH="381000" progId="Equation.3">
                    <p:embed/>
                  </p:oleObj>
                </mc:Choice>
                <mc:Fallback>
                  <p:oleObj name="" r:id="rId11" imgW="1054100" imgH="381000" progId="Equation.3">
                    <p:embed/>
                    <p:pic>
                      <p:nvPicPr>
                        <p:cNvPr id="0" name="图片 3178"/>
                        <p:cNvPicPr/>
                        <p:nvPr/>
                      </p:nvPicPr>
                      <p:blipFill>
                        <a:blip r:embed="rId12"/>
                        <a:stretch>
                          <a:fillRect/>
                        </a:stretch>
                      </p:blipFill>
                      <p:spPr>
                        <a:xfrm>
                          <a:off x="3460" y="2784"/>
                          <a:ext cx="664" cy="240"/>
                        </a:xfrm>
                        <a:prstGeom prst="rect">
                          <a:avLst/>
                        </a:prstGeom>
                        <a:noFill/>
                        <a:ln w="38100">
                          <a:noFill/>
                          <a:miter/>
                        </a:ln>
                      </p:spPr>
                    </p:pic>
                  </p:oleObj>
                </mc:Fallback>
              </mc:AlternateContent>
            </a:graphicData>
          </a:graphic>
        </p:graphicFrame>
      </p:grpSp>
      <p:grpSp>
        <p:nvGrpSpPr>
          <p:cNvPr id="62" name="Group 89"/>
          <p:cNvGrpSpPr/>
          <p:nvPr/>
        </p:nvGrpSpPr>
        <p:grpSpPr>
          <a:xfrm rot="0">
            <a:off x="685800" y="1525270"/>
            <a:ext cx="1676400" cy="303530"/>
            <a:chOff x="2832" y="1825"/>
            <a:chExt cx="1056" cy="191"/>
          </a:xfrm>
        </p:grpSpPr>
        <p:sp>
          <p:nvSpPr>
            <p:cNvPr id="63" name="Line 90"/>
            <p:cNvSpPr/>
            <p:nvPr/>
          </p:nvSpPr>
          <p:spPr>
            <a:xfrm flipH="1">
              <a:off x="3375" y="1920"/>
              <a:ext cx="513" cy="0"/>
            </a:xfrm>
            <a:prstGeom prst="line">
              <a:avLst/>
            </a:prstGeom>
            <a:ln w="19050" cap="flat" cmpd="sng">
              <a:solidFill>
                <a:schemeClr val="tx1"/>
              </a:solidFill>
              <a:prstDash val="dash"/>
              <a:headEnd type="none" w="med" len="lg"/>
              <a:tailEnd type="none" w="med" len="lg"/>
            </a:ln>
          </p:spPr>
        </p:sp>
        <p:graphicFrame>
          <p:nvGraphicFramePr>
            <p:cNvPr id="64" name="Object 91"/>
            <p:cNvGraphicFramePr>
              <a:graphicFrameLocks noChangeAspect="1"/>
            </p:cNvGraphicFramePr>
            <p:nvPr/>
          </p:nvGraphicFramePr>
          <p:xfrm>
            <a:off x="2832" y="1825"/>
            <a:ext cx="559" cy="191"/>
          </p:xfrm>
          <a:graphic>
            <a:graphicData uri="http://schemas.openxmlformats.org/presentationml/2006/ole">
              <mc:AlternateContent xmlns:mc="http://schemas.openxmlformats.org/markup-compatibility/2006">
                <mc:Choice xmlns:v="urn:schemas-microsoft-com:vml" Requires="v">
                  <p:oleObj spid="_x0000_s65" name="" r:id="rId13" imgW="1333500" imgH="381000" progId="Equation.3">
                    <p:embed/>
                  </p:oleObj>
                </mc:Choice>
                <mc:Fallback>
                  <p:oleObj name="" r:id="rId13" imgW="1333500" imgH="381000" progId="Equation.3">
                    <p:embed/>
                    <p:pic>
                      <p:nvPicPr>
                        <p:cNvPr id="0" name="图片 3179"/>
                        <p:cNvPicPr/>
                        <p:nvPr/>
                      </p:nvPicPr>
                      <p:blipFill>
                        <a:blip r:embed="rId14"/>
                        <a:stretch>
                          <a:fillRect/>
                        </a:stretch>
                      </p:blipFill>
                      <p:spPr>
                        <a:xfrm>
                          <a:off x="2832" y="1825"/>
                          <a:ext cx="559" cy="191"/>
                        </a:xfrm>
                        <a:prstGeom prst="rect">
                          <a:avLst/>
                        </a:prstGeom>
                        <a:noFill/>
                        <a:ln w="38100">
                          <a:noFill/>
                          <a:miter/>
                        </a:ln>
                      </p:spPr>
                    </p:pic>
                  </p:oleObj>
                </mc:Fallback>
              </mc:AlternateContent>
            </a:graphicData>
          </a:graphic>
        </p:graphicFrame>
      </p:grpSp>
      <p:sp>
        <p:nvSpPr>
          <p:cNvPr id="66" name="Freeform 72"/>
          <p:cNvSpPr/>
          <p:nvPr/>
        </p:nvSpPr>
        <p:spPr>
          <a:xfrm>
            <a:off x="137795" y="2148840"/>
            <a:ext cx="1437640" cy="470535"/>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sp>
        <p:nvSpPr>
          <p:cNvPr id="67" name="Oval 77"/>
          <p:cNvSpPr/>
          <p:nvPr/>
        </p:nvSpPr>
        <p:spPr>
          <a:xfrm>
            <a:off x="1373400" y="225956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lIns="0" tIns="0" rIns="0" bIns="0" anchor="ctr"/>
          <a:p>
            <a:pPr algn="ctr" eaLnBrk="1" hangingPunct="1"/>
            <a:endParaRPr lang="zh-CN" altLang="en-US" dirty="0">
              <a:latin typeface="Times New Roman" panose="02020603050405020304" pitchFamily="18" charset="0"/>
            </a:endParaRPr>
          </a:p>
        </p:txBody>
      </p:sp>
      <p:sp>
        <p:nvSpPr>
          <p:cNvPr id="68" name="Oval 77"/>
          <p:cNvSpPr/>
          <p:nvPr/>
        </p:nvSpPr>
        <p:spPr>
          <a:xfrm>
            <a:off x="1371600" y="2120900"/>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pSp>
        <p:nvGrpSpPr>
          <p:cNvPr id="69" name="组合 68"/>
          <p:cNvGrpSpPr/>
          <p:nvPr/>
        </p:nvGrpSpPr>
        <p:grpSpPr>
          <a:xfrm rot="5400000">
            <a:off x="6154943" y="942452"/>
            <a:ext cx="1812925" cy="2196240"/>
            <a:chOff x="6387" y="2291"/>
            <a:chExt cx="4429" cy="5690"/>
          </a:xfrm>
        </p:grpSpPr>
        <p:sp>
          <p:nvSpPr>
            <p:cNvPr id="70" name="椭圆 122"/>
            <p:cNvSpPr>
              <a:spLocks noChangeArrowheads="1"/>
            </p:cNvSpPr>
            <p:nvPr/>
          </p:nvSpPr>
          <p:spPr bwMode="auto">
            <a:xfrm>
              <a:off x="6660" y="3833"/>
              <a:ext cx="3825" cy="3825"/>
            </a:xfrm>
            <a:prstGeom prst="ellipse">
              <a:avLst/>
            </a:prstGeom>
            <a:noFill/>
            <a:ln w="9525" algn="ctr">
              <a:solidFill>
                <a:sysClr val="windowText" lastClr="000000"/>
              </a:solidFill>
              <a:prstDash val="lgDash"/>
              <a:round/>
            </a:ln>
          </p:spPr>
          <p:txBody>
            <a:bodyPr/>
            <a:p>
              <a:pPr marL="0" marR="0" lvl="0" indent="0" algn="l" defTabSz="914400" rtl="0" eaLnBrk="1" fontAlgn="auto" latinLnBrk="0" hangingPunct="1">
                <a:lnSpc>
                  <a:spcPct val="100000"/>
                </a:lnSpc>
                <a:spcBef>
                  <a:spcPct val="20000"/>
                </a:spcBef>
                <a:spcAft>
                  <a:spcPts val="0"/>
                </a:spcAft>
                <a:buClr>
                  <a:srgbClr val="EA157A"/>
                </a:buClr>
                <a:buSzTx/>
                <a:buFont typeface="Monotype Sorts" pitchFamily="2" charset="2"/>
                <a:buNone/>
                <a:defRPr/>
              </a:pPr>
              <a:endParaRPr kumimoji="0" lang="en-GB"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71" name="弧形 70"/>
            <p:cNvSpPr/>
            <p:nvPr/>
          </p:nvSpPr>
          <p:spPr bwMode="auto">
            <a:xfrm rot="2701582">
              <a:off x="6387" y="3951"/>
              <a:ext cx="3375" cy="3375"/>
            </a:xfrm>
            <a:prstGeom prst="arc">
              <a:avLst>
                <a:gd name="adj1" fmla="val 6786633"/>
                <a:gd name="adj2" fmla="val 11168483"/>
              </a:avLst>
            </a:prstGeom>
            <a:noFill/>
            <a:ln w="57150" cap="flat" cmpd="sng" algn="ctr">
              <a:solidFill>
                <a:sysClr val="windowText" lastClr="000000"/>
              </a:solidFill>
              <a:prstDash val="solid"/>
              <a:round/>
              <a:headEnd type="triangle" w="med" len="med"/>
              <a:tailEnd type="none" w="med" len="med"/>
            </a:ln>
            <a:effectLst/>
          </p:spPr>
          <p:txBody>
            <a:bodyPr/>
            <a:p>
              <a:pPr marL="0" marR="0" lvl="0" indent="0" algn="l" defTabSz="914400" rtl="0" eaLnBrk="1" fontAlgn="auto" latinLnBrk="0" hangingPunct="1">
                <a:lnSpc>
                  <a:spcPct val="100000"/>
                </a:lnSpc>
                <a:spcBef>
                  <a:spcPct val="20000"/>
                </a:spcBef>
                <a:spcAft>
                  <a:spcPts val="0"/>
                </a:spcAft>
                <a:buClr>
                  <a:srgbClr val="EA157A"/>
                </a:buClr>
                <a:buSzTx/>
                <a:buFont typeface="Monotype Sorts" pitchFamily="2" charset="2"/>
                <a:buNone/>
                <a:defRPr/>
              </a:pPr>
              <a:endParaRPr kumimoji="0" lang="en-GB"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cxnSp>
          <p:nvCxnSpPr>
            <p:cNvPr id="72" name="直接箭头连接符 125"/>
            <p:cNvCxnSpPr/>
            <p:nvPr/>
          </p:nvCxnSpPr>
          <p:spPr>
            <a:xfrm flipH="1" flipV="1">
              <a:off x="8546" y="2291"/>
              <a:ext cx="25" cy="5690"/>
            </a:xfrm>
            <a:prstGeom prst="straightConnector1">
              <a:avLst/>
            </a:prstGeom>
            <a:ln w="38100" cap="flat" cmpd="sng">
              <a:solidFill>
                <a:schemeClr val="tx1"/>
              </a:solidFill>
              <a:prstDash val="solid"/>
              <a:round/>
              <a:headEnd type="none" w="med" len="med"/>
              <a:tailEnd type="arrow" w="med" len="med"/>
            </a:ln>
          </p:spPr>
        </p:cxnSp>
        <p:sp>
          <p:nvSpPr>
            <p:cNvPr id="73" name="弧形 72"/>
            <p:cNvSpPr/>
            <p:nvPr/>
          </p:nvSpPr>
          <p:spPr>
            <a:xfrm rot="17400000">
              <a:off x="7980" y="5133"/>
              <a:ext cx="737" cy="729"/>
            </a:xfrm>
            <a:prstGeom prst="arc">
              <a:avLst>
                <a:gd name="adj1" fmla="val 14650993"/>
                <a:gd name="adj2" fmla="val 21401025"/>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74" name="文本框 73"/>
                <p:cNvSpPr txBox="1"/>
                <p:nvPr/>
              </p:nvSpPr>
              <p:spPr>
                <a:xfrm rot="16200000">
                  <a:off x="6849" y="3984"/>
                  <a:ext cx="1996" cy="1743"/>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f>
                          <m:fPr>
                            <m:ctrlPr>
                              <a:rPr lang="en-US" altLang="zh-CN" sz="2400" i="1">
                                <a:solidFill>
                                  <a:srgbClr val="000000"/>
                                </a:solidFill>
                                <a:latin typeface="Cambria Math" panose="02040503050406030204" charset="0"/>
                                <a:cs typeface="Cambria Math" panose="02040503050406030204" charset="0"/>
                              </a:rPr>
                            </m:ctrlPr>
                          </m:fPr>
                          <m:num>
                            <m:r>
                              <a:rPr lang="en-US" altLang="zh-CN" sz="2400" i="1">
                                <a:solidFill>
                                  <a:srgbClr val="000000"/>
                                </a:solidFill>
                                <a:latin typeface="Cambria Math" panose="02040503050406030204" charset="0"/>
                                <a:cs typeface="Cambria Math" panose="02040503050406030204" charset="0"/>
                              </a:rPr>
                              <m:t>𝜋</m:t>
                            </m:r>
                          </m:num>
                          <m:den>
                            <m:r>
                              <a:rPr lang="en-US" altLang="zh-CN" sz="2400" i="1">
                                <a:solidFill>
                                  <a:srgbClr val="000000"/>
                                </a:solidFill>
                                <a:latin typeface="Cambria Math" panose="02040503050406030204" charset="0"/>
                                <a:cs typeface="Cambria Math" panose="02040503050406030204" charset="0"/>
                              </a:rPr>
                              <m:t>2</m:t>
                            </m:r>
                          </m:den>
                        </m:f>
                      </m:oMath>
                    </m:oMathPara>
                  </a14:m>
                  <a:endParaRPr lang="en-US" altLang="zh-CN" sz="2400" i="1">
                    <a:solidFill>
                      <a:srgbClr val="000000"/>
                    </a:solidFill>
                    <a:latin typeface="Cambria Math" panose="02040503050406030204" charset="0"/>
                    <a:cs typeface="Cambria Math" panose="02040503050406030204" charset="0"/>
                  </a:endParaRPr>
                </a:p>
              </p:txBody>
            </p:sp>
          </mc:Choice>
          <mc:Fallback>
            <p:sp>
              <p:nvSpPr>
                <p:cNvPr id="74" name="文本框 73"/>
                <p:cNvSpPr txBox="1">
                  <a:spLocks noRot="1" noChangeAspect="1" noMove="1" noResize="1" noEditPoints="1" noAdjustHandles="1" noChangeArrowheads="1" noChangeShapeType="1" noTextEdit="1"/>
                </p:cNvSpPr>
                <p:nvPr/>
              </p:nvSpPr>
              <p:spPr>
                <a:xfrm rot="16200000">
                  <a:off x="6849" y="3984"/>
                  <a:ext cx="1996" cy="1743"/>
                </a:xfrm>
                <a:prstGeom prst="rect">
                  <a:avLst/>
                </a:prstGeom>
                <a:blipFill rotWithShape="1">
                  <a:blip r:embed="rId15"/>
                </a:blipFill>
              </p:spPr>
              <p:txBody>
                <a:bodyPr/>
                <a:lstStyle/>
                <a:p>
                  <a:r>
                    <a:rPr lang="zh-CN" altLang="en-US">
                      <a:noFill/>
                    </a:rPr>
                    <a:t> </a:t>
                  </a:r>
                </a:p>
              </p:txBody>
            </p:sp>
          </mc:Fallback>
        </mc:AlternateContent>
        <p:cxnSp>
          <p:nvCxnSpPr>
            <p:cNvPr id="75" name="直接箭头连接符 125"/>
            <p:cNvCxnSpPr/>
            <p:nvPr/>
          </p:nvCxnSpPr>
          <p:spPr>
            <a:xfrm flipH="1">
              <a:off x="6573" y="5676"/>
              <a:ext cx="2009" cy="31"/>
            </a:xfrm>
            <a:prstGeom prst="straightConnector1">
              <a:avLst/>
            </a:prstGeom>
            <a:ln w="38100" cap="flat" cmpd="sng">
              <a:solidFill>
                <a:srgbClr val="0000FF"/>
              </a:solidFill>
              <a:prstDash val="solid"/>
              <a:round/>
              <a:headEnd type="none" w="med" len="med"/>
              <a:tailEnd type="arrow" w="med" len="med"/>
            </a:ln>
          </p:spPr>
        </p:cxnSp>
        <p:sp>
          <p:nvSpPr>
            <p:cNvPr id="76" name="文本框 75"/>
            <p:cNvSpPr txBox="1"/>
            <p:nvPr/>
          </p:nvSpPr>
          <p:spPr>
            <a:xfrm rot="16200000">
              <a:off x="8630" y="2402"/>
              <a:ext cx="569" cy="1275"/>
            </a:xfrm>
            <a:prstGeom prst="rect">
              <a:avLst/>
            </a:prstGeom>
            <a:noFill/>
          </p:spPr>
          <p:txBody>
            <a:bodyPr wrap="square" rtlCol="0">
              <a:spAutoFit/>
            </a:bodyPr>
            <a:p>
              <a:r>
                <a:rPr lang="en-US" altLang="zh-CN" sz="2800" i="1">
                  <a:latin typeface="Times New Roman" panose="02020603050405020304" pitchFamily="18" charset="0"/>
                  <a:cs typeface="Times New Roman" panose="02020603050405020304" pitchFamily="18" charset="0"/>
                </a:rPr>
                <a:t>y</a:t>
              </a:r>
              <a:endParaRPr lang="en-US" altLang="zh-CN" sz="2800" i="1">
                <a:latin typeface="Times New Roman" panose="02020603050405020304" pitchFamily="18" charset="0"/>
                <a:cs typeface="Times New Roman" panose="02020603050405020304" pitchFamily="18" charset="0"/>
              </a:endParaRPr>
            </a:p>
          </p:txBody>
        </p:sp>
        <p:sp>
          <p:nvSpPr>
            <p:cNvPr id="77" name="弧形 76"/>
            <p:cNvSpPr/>
            <p:nvPr/>
          </p:nvSpPr>
          <p:spPr bwMode="auto">
            <a:xfrm rot="12601582">
              <a:off x="7441" y="4058"/>
              <a:ext cx="3375" cy="3375"/>
            </a:xfrm>
            <a:prstGeom prst="arc">
              <a:avLst>
                <a:gd name="adj1" fmla="val 6786633"/>
                <a:gd name="adj2" fmla="val 11168483"/>
              </a:avLst>
            </a:prstGeom>
            <a:noFill/>
            <a:ln w="57150" cap="flat" cmpd="sng" algn="ctr">
              <a:solidFill>
                <a:sysClr val="windowText" lastClr="000000"/>
              </a:solidFill>
              <a:prstDash val="solid"/>
              <a:round/>
              <a:headEnd type="triangle" w="med" len="med"/>
              <a:tailEnd type="none" w="med" len="med"/>
            </a:ln>
            <a:effectLst/>
          </p:spPr>
          <p:txBody>
            <a:bodyPr/>
            <a:p>
              <a:pPr marL="0" marR="0" lvl="0" indent="0" algn="l" defTabSz="914400" rtl="0" eaLnBrk="1" fontAlgn="auto" latinLnBrk="0" hangingPunct="1">
                <a:lnSpc>
                  <a:spcPct val="100000"/>
                </a:lnSpc>
                <a:spcBef>
                  <a:spcPct val="20000"/>
                </a:spcBef>
                <a:spcAft>
                  <a:spcPts val="0"/>
                </a:spcAft>
                <a:buClr>
                  <a:srgbClr val="EA157A"/>
                </a:buClr>
                <a:buSzTx/>
                <a:buFont typeface="Monotype Sorts" pitchFamily="2" charset="2"/>
                <a:buNone/>
                <a:defRPr/>
              </a:pPr>
              <a:endParaRPr kumimoji="0" lang="en-GB"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78" name="Text Box 2"/>
          <p:cNvSpPr txBox="1"/>
          <p:nvPr/>
        </p:nvSpPr>
        <p:spPr>
          <a:xfrm>
            <a:off x="179388" y="3140393"/>
            <a:ext cx="3103562" cy="521970"/>
          </a:xfrm>
          <a:prstGeom prst="rect">
            <a:avLst/>
          </a:prstGeom>
          <a:noFill/>
          <a:ln w="9525">
            <a:noFill/>
          </a:ln>
        </p:spPr>
        <p:txBody>
          <a:bodyPr>
            <a:spAutoFit/>
          </a:bodyPr>
          <a:p>
            <a:pPr eaLnBrk="1" hangingPunct="1">
              <a:spcBef>
                <a:spcPct val="50000"/>
              </a:spcBef>
            </a:pPr>
            <a:r>
              <a:rPr lang="en-US" altLang="zh-CN" sz="2400" b="1" dirty="0">
                <a:solidFill>
                  <a:srgbClr val="000000"/>
                </a:solidFill>
                <a:latin typeface="微软雅黑" panose="020B0503020204020204" pitchFamily="34" charset="-122"/>
                <a:ea typeface="微软雅黑" panose="020B0503020204020204" pitchFamily="34" charset="-122"/>
              </a:rPr>
              <a:t>  </a:t>
            </a:r>
            <a:r>
              <a:rPr lang="en-US" altLang="zh-CN" sz="2800" b="1" i="1" dirty="0">
                <a:solidFill>
                  <a:srgbClr val="000000"/>
                </a:solidFill>
                <a:ea typeface="微软雅黑" panose="020B0503020204020204" pitchFamily="34" charset="-122"/>
                <a:cs typeface="Times New Roman" panose="02020603050405020304" pitchFamily="18" charset="0"/>
              </a:rPr>
              <a:t>a</a:t>
            </a:r>
            <a:r>
              <a:rPr lang="zh-CN" altLang="en-US" sz="2800" b="1" dirty="0">
                <a:solidFill>
                  <a:srgbClr val="000000"/>
                </a:solidFill>
                <a:latin typeface="微软雅黑" panose="020B0503020204020204" pitchFamily="34" charset="-122"/>
                <a:ea typeface="微软雅黑" panose="020B0503020204020204" pitchFamily="34" charset="-122"/>
              </a:rPr>
              <a:t>）</a:t>
            </a:r>
            <a:r>
              <a:rPr lang="en-US" altLang="zh-CN" sz="2800" b="1" dirty="0">
                <a:solidFill>
                  <a:srgbClr val="000000"/>
                </a:solidFill>
                <a:latin typeface="微软雅黑" panose="020B0503020204020204" pitchFamily="34" charset="-122"/>
                <a:ea typeface="微软雅黑" panose="020B0503020204020204" pitchFamily="34" charset="-122"/>
              </a:rPr>
              <a:t>O</a:t>
            </a:r>
            <a:r>
              <a:rPr lang="zh-CN" altLang="en-US" sz="2800" b="1" dirty="0">
                <a:solidFill>
                  <a:srgbClr val="000000"/>
                </a:solidFill>
                <a:latin typeface="微软雅黑" panose="020B0503020204020204" pitchFamily="34" charset="-122"/>
                <a:ea typeface="微软雅黑" panose="020B0503020204020204" pitchFamily="34" charset="-122"/>
              </a:rPr>
              <a:t>的振动方程</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80" name="Text Box 2"/>
          <p:cNvSpPr txBox="1"/>
          <p:nvPr/>
        </p:nvSpPr>
        <p:spPr>
          <a:xfrm>
            <a:off x="251460" y="4164330"/>
            <a:ext cx="3170555" cy="521970"/>
          </a:xfrm>
          <a:prstGeom prst="rect">
            <a:avLst/>
          </a:prstGeom>
          <a:noFill/>
          <a:ln w="9525">
            <a:noFill/>
          </a:ln>
        </p:spPr>
        <p:txBody>
          <a:bodyPr wrap="square">
            <a:spAutoFit/>
          </a:bodyPr>
          <a:p>
            <a:pPr eaLnBrk="1" hangingPunct="1">
              <a:spcBef>
                <a:spcPct val="50000"/>
              </a:spcBef>
            </a:pPr>
            <a:r>
              <a:rPr lang="en-US" altLang="zh-CN" sz="2400" b="1" dirty="0">
                <a:solidFill>
                  <a:srgbClr val="000000"/>
                </a:solidFill>
                <a:latin typeface="微软雅黑" panose="020B0503020204020204" pitchFamily="34" charset="-122"/>
                <a:ea typeface="微软雅黑" panose="020B0503020204020204" pitchFamily="34" charset="-122"/>
              </a:rPr>
              <a:t>  b</a:t>
            </a:r>
            <a:r>
              <a:rPr lang="zh-CN" altLang="en-US" sz="2800" b="1" dirty="0">
                <a:solidFill>
                  <a:srgbClr val="000000"/>
                </a:solidFill>
                <a:latin typeface="微软雅黑" panose="020B0503020204020204" pitchFamily="34" charset="-122"/>
                <a:ea typeface="微软雅黑" panose="020B0503020204020204" pitchFamily="34" charset="-122"/>
              </a:rPr>
              <a:t>）</a:t>
            </a:r>
            <a:r>
              <a:rPr lang="en-US" altLang="zh-CN" sz="2800" b="1" i="1" dirty="0">
                <a:solidFill>
                  <a:srgbClr val="000000"/>
                </a:solidFill>
                <a:ea typeface="微软雅黑" panose="020B0503020204020204" pitchFamily="34" charset="-122"/>
                <a:cs typeface="Times New Roman" panose="02020603050405020304" pitchFamily="18" charset="0"/>
              </a:rPr>
              <a:t>x</a:t>
            </a:r>
            <a:r>
              <a:rPr lang="zh-CN" altLang="en-US" sz="2800" b="1" dirty="0">
                <a:solidFill>
                  <a:srgbClr val="000000"/>
                </a:solidFill>
                <a:latin typeface="微软雅黑" panose="020B0503020204020204" pitchFamily="34" charset="-122"/>
                <a:ea typeface="微软雅黑" panose="020B0503020204020204" pitchFamily="34" charset="-122"/>
              </a:rPr>
              <a:t>与</a:t>
            </a:r>
            <a:r>
              <a:rPr lang="en-US" altLang="zh-CN" sz="2800" b="1" i="1" dirty="0">
                <a:solidFill>
                  <a:srgbClr val="000000"/>
                </a:solidFill>
                <a:ea typeface="微软雅黑" panose="020B0503020204020204" pitchFamily="34" charset="-122"/>
                <a:cs typeface="Times New Roman" panose="02020603050405020304" pitchFamily="18" charset="0"/>
              </a:rPr>
              <a:t>o</a:t>
            </a:r>
            <a:r>
              <a:rPr lang="zh-CN" altLang="en-US" sz="2800" b="1" dirty="0">
                <a:solidFill>
                  <a:srgbClr val="000000"/>
                </a:solidFill>
                <a:latin typeface="微软雅黑" panose="020B0503020204020204" pitchFamily="34" charset="-122"/>
                <a:ea typeface="微软雅黑" panose="020B0503020204020204" pitchFamily="34" charset="-122"/>
              </a:rPr>
              <a:t>的相位差</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aphicFrame>
        <p:nvGraphicFramePr>
          <p:cNvPr id="123946" name="Object 42"/>
          <p:cNvGraphicFramePr>
            <a:graphicFrameLocks noChangeAspect="1"/>
          </p:cNvGraphicFramePr>
          <p:nvPr/>
        </p:nvGraphicFramePr>
        <p:xfrm>
          <a:off x="4288791" y="4004945"/>
          <a:ext cx="1378585" cy="843280"/>
        </p:xfrm>
        <a:graphic>
          <a:graphicData uri="http://schemas.openxmlformats.org/presentationml/2006/ole">
            <mc:AlternateContent xmlns:mc="http://schemas.openxmlformats.org/markup-compatibility/2006">
              <mc:Choice xmlns:v="urn:schemas-microsoft-com:vml" Requires="v">
                <p:oleObj spid="_x0000_s3133" name="" r:id="rId16" imgW="736600" imgH="393700" progId="Equation.3">
                  <p:embed/>
                </p:oleObj>
              </mc:Choice>
              <mc:Fallback>
                <p:oleObj name="" r:id="rId16" imgW="736600" imgH="393700" progId="Equation.3">
                  <p:embed/>
                  <p:pic>
                    <p:nvPicPr>
                      <p:cNvPr id="0" name="图片 3132"/>
                      <p:cNvPicPr/>
                      <p:nvPr/>
                    </p:nvPicPr>
                    <p:blipFill>
                      <a:blip r:embed="rId17"/>
                      <a:stretch>
                        <a:fillRect/>
                      </a:stretch>
                    </p:blipFill>
                    <p:spPr>
                      <a:xfrm>
                        <a:off x="4288791" y="4004945"/>
                        <a:ext cx="1378585" cy="843280"/>
                      </a:xfrm>
                      <a:prstGeom prst="rect">
                        <a:avLst/>
                      </a:prstGeom>
                      <a:noFill/>
                      <a:ln w="38100">
                        <a:noFill/>
                        <a:miter/>
                      </a:ln>
                    </p:spPr>
                  </p:pic>
                </p:oleObj>
              </mc:Fallback>
            </mc:AlternateContent>
          </a:graphicData>
        </a:graphic>
      </p:graphicFrame>
      <p:sp>
        <p:nvSpPr>
          <p:cNvPr id="81" name="Text Box 2"/>
          <p:cNvSpPr txBox="1"/>
          <p:nvPr/>
        </p:nvSpPr>
        <p:spPr>
          <a:xfrm>
            <a:off x="204470" y="5187950"/>
            <a:ext cx="3015615" cy="521970"/>
          </a:xfrm>
          <a:prstGeom prst="rect">
            <a:avLst/>
          </a:prstGeom>
          <a:noFill/>
          <a:ln w="9525">
            <a:noFill/>
          </a:ln>
        </p:spPr>
        <p:txBody>
          <a:bodyPr wrap="square">
            <a:spAutoFit/>
          </a:bodyPr>
          <a:p>
            <a:pPr eaLnBrk="1" hangingPunct="1">
              <a:spcBef>
                <a:spcPct val="50000"/>
              </a:spcBef>
            </a:pPr>
            <a:r>
              <a:rPr lang="en-US" altLang="zh-CN" sz="2400" b="1" dirty="0">
                <a:solidFill>
                  <a:srgbClr val="000000"/>
                </a:solidFill>
                <a:latin typeface="微软雅黑" panose="020B0503020204020204" pitchFamily="34" charset="-122"/>
                <a:ea typeface="微软雅黑" panose="020B0503020204020204" pitchFamily="34" charset="-122"/>
              </a:rPr>
              <a:t>  c</a:t>
            </a:r>
            <a:r>
              <a:rPr lang="zh-CN" altLang="en-US" sz="2800" b="1" dirty="0">
                <a:solidFill>
                  <a:srgbClr val="000000"/>
                </a:solidFill>
                <a:latin typeface="微软雅黑" panose="020B0503020204020204" pitchFamily="34" charset="-122"/>
                <a:ea typeface="微软雅黑" panose="020B0503020204020204" pitchFamily="34" charset="-122"/>
              </a:rPr>
              <a:t>）</a:t>
            </a:r>
            <a:r>
              <a:rPr lang="en-US" altLang="zh-CN" sz="2800" b="1" i="1" dirty="0">
                <a:solidFill>
                  <a:srgbClr val="000000"/>
                </a:solidFill>
                <a:ea typeface="微软雅黑" panose="020B0503020204020204" pitchFamily="34" charset="-122"/>
                <a:cs typeface="Times New Roman" panose="02020603050405020304" pitchFamily="18" charset="0"/>
              </a:rPr>
              <a:t>x</a:t>
            </a:r>
            <a:r>
              <a:rPr lang="zh-CN" sz="2800" b="1" dirty="0">
                <a:solidFill>
                  <a:srgbClr val="000000"/>
                </a:solidFill>
                <a:latin typeface="微软雅黑" panose="020B0503020204020204" pitchFamily="34" charset="-122"/>
                <a:ea typeface="微软雅黑" panose="020B0503020204020204" pitchFamily="34" charset="-122"/>
              </a:rPr>
              <a:t>的振动方程</a:t>
            </a:r>
            <a:endParaRPr lang="zh-CN" sz="2800" b="1" dirty="0">
              <a:solidFill>
                <a:srgbClr val="000000"/>
              </a:solidFill>
              <a:latin typeface="微软雅黑" panose="020B0503020204020204" pitchFamily="34" charset="-122"/>
              <a:ea typeface="微软雅黑" panose="020B0503020204020204" pitchFamily="34" charset="-122"/>
            </a:endParaRPr>
          </a:p>
        </p:txBody>
      </p:sp>
      <p:sp>
        <p:nvSpPr>
          <p:cNvPr id="83" name="Text Box 2"/>
          <p:cNvSpPr txBox="1"/>
          <p:nvPr/>
        </p:nvSpPr>
        <p:spPr>
          <a:xfrm>
            <a:off x="4355465" y="5805170"/>
            <a:ext cx="1924050" cy="460375"/>
          </a:xfrm>
          <a:prstGeom prst="rect">
            <a:avLst/>
          </a:prstGeom>
          <a:noFill/>
          <a:ln w="9525">
            <a:noFill/>
          </a:ln>
        </p:spPr>
        <p:txBody>
          <a:bodyPr wrap="square">
            <a:spAutoFit/>
          </a:bodyPr>
          <a:p>
            <a:pPr eaLnBrk="1" hangingPunct="1">
              <a:spcBef>
                <a:spcPct val="50000"/>
              </a:spcBef>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altLang="en-US" sz="2400" b="1" dirty="0">
                <a:solidFill>
                  <a:srgbClr val="000000"/>
                </a:solidFill>
                <a:latin typeface="微软雅黑" panose="020B0503020204020204" pitchFamily="34" charset="-122"/>
                <a:ea typeface="微软雅黑" panose="020B0503020204020204" pitchFamily="34" charset="-122"/>
              </a:rPr>
              <a:t>即为波函数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84" name="Oval 80"/>
          <p:cNvSpPr/>
          <p:nvPr/>
        </p:nvSpPr>
        <p:spPr>
          <a:xfrm>
            <a:off x="3527200" y="211016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lIns="36195" anchor="ctr"/>
          <a:p>
            <a:pPr algn="ctr" eaLnBrk="1" hangingPunct="1"/>
            <a:endParaRPr lang="zh-CN" altLang="en-US" dirty="0">
              <a:latin typeface="Times New Roman" panose="02020603050405020304" pitchFamily="18" charset="0"/>
            </a:endParaRPr>
          </a:p>
        </p:txBody>
      </p:sp>
      <p:graphicFrame>
        <p:nvGraphicFramePr>
          <p:cNvPr id="85" name="Object 42"/>
          <p:cNvGraphicFramePr>
            <a:graphicFrameLocks noChangeAspect="1"/>
          </p:cNvGraphicFramePr>
          <p:nvPr/>
        </p:nvGraphicFramePr>
        <p:xfrm>
          <a:off x="3391535" y="1819275"/>
          <a:ext cx="238125" cy="299720"/>
        </p:xfrm>
        <a:graphic>
          <a:graphicData uri="http://schemas.openxmlformats.org/presentationml/2006/ole">
            <mc:AlternateContent xmlns:mc="http://schemas.openxmlformats.org/markup-compatibility/2006">
              <mc:Choice xmlns:v="urn:schemas-microsoft-com:vml" Requires="v">
                <p:oleObj spid="_x0000_s86" name="" r:id="rId18" imgW="127000" imgH="139700" progId="Equation.3">
                  <p:embed/>
                </p:oleObj>
              </mc:Choice>
              <mc:Fallback>
                <p:oleObj name="" r:id="rId18" imgW="127000" imgH="139700" progId="Equation.3">
                  <p:embed/>
                  <p:pic>
                    <p:nvPicPr>
                      <p:cNvPr id="0" name="图片 3132"/>
                      <p:cNvPicPr/>
                      <p:nvPr/>
                    </p:nvPicPr>
                    <p:blipFill>
                      <a:blip r:embed="rId19"/>
                      <a:stretch>
                        <a:fillRect/>
                      </a:stretch>
                    </p:blipFill>
                    <p:spPr>
                      <a:xfrm>
                        <a:off x="3391535" y="1819275"/>
                        <a:ext cx="238125" cy="299720"/>
                      </a:xfrm>
                      <a:prstGeom prst="rect">
                        <a:avLst/>
                      </a:prstGeom>
                      <a:noFill/>
                      <a:ln w="38100">
                        <a:noFill/>
                        <a:miter/>
                      </a:ln>
                    </p:spPr>
                  </p:pic>
                </p:oleObj>
              </mc:Fallback>
            </mc:AlternateContent>
          </a:graphicData>
        </a:graphic>
      </p:graphicFrame>
      <p:graphicFrame>
        <p:nvGraphicFramePr>
          <p:cNvPr id="87" name="Object 23"/>
          <p:cNvGraphicFramePr>
            <a:graphicFrameLocks noChangeAspect="1"/>
          </p:cNvGraphicFramePr>
          <p:nvPr/>
        </p:nvGraphicFramePr>
        <p:xfrm>
          <a:off x="3220720" y="2870835"/>
          <a:ext cx="3834765" cy="1075055"/>
        </p:xfrm>
        <a:graphic>
          <a:graphicData uri="http://schemas.openxmlformats.org/presentationml/2006/ole">
            <mc:AlternateContent xmlns:mc="http://schemas.openxmlformats.org/markup-compatibility/2006">
              <mc:Choice xmlns:v="urn:schemas-microsoft-com:vml" Requires="v">
                <p:oleObj spid="_x0000_s88" name="" r:id="rId20" imgW="1435100" imgH="393700" progId="Equation.3">
                  <p:embed/>
                </p:oleObj>
              </mc:Choice>
              <mc:Fallback>
                <p:oleObj name="" r:id="rId20" imgW="1435100" imgH="393700" progId="Equation.3">
                  <p:embed/>
                  <p:pic>
                    <p:nvPicPr>
                      <p:cNvPr id="0" name="图片 3166"/>
                      <p:cNvPicPr/>
                      <p:nvPr/>
                    </p:nvPicPr>
                    <p:blipFill>
                      <a:blip r:embed="rId21"/>
                      <a:stretch>
                        <a:fillRect/>
                      </a:stretch>
                    </p:blipFill>
                    <p:spPr>
                      <a:xfrm>
                        <a:off x="3220720" y="2870835"/>
                        <a:ext cx="3834765" cy="1075055"/>
                      </a:xfrm>
                      <a:prstGeom prst="rect">
                        <a:avLst/>
                      </a:prstGeom>
                      <a:noFill/>
                      <a:ln w="38100">
                        <a:noFill/>
                        <a:miter/>
                      </a:ln>
                    </p:spPr>
                  </p:pic>
                </p:oleObj>
              </mc:Fallback>
            </mc:AlternateContent>
          </a:graphicData>
        </a:graphic>
      </p:graphicFrame>
      <p:graphicFrame>
        <p:nvGraphicFramePr>
          <p:cNvPr id="89" name="Object 23"/>
          <p:cNvGraphicFramePr>
            <a:graphicFrameLocks noChangeAspect="1"/>
          </p:cNvGraphicFramePr>
          <p:nvPr/>
        </p:nvGraphicFramePr>
        <p:xfrm>
          <a:off x="3639185" y="4986020"/>
          <a:ext cx="3907790" cy="850900"/>
        </p:xfrm>
        <a:graphic>
          <a:graphicData uri="http://schemas.openxmlformats.org/presentationml/2006/ole">
            <mc:AlternateContent xmlns:mc="http://schemas.openxmlformats.org/markup-compatibility/2006">
              <mc:Choice xmlns:v="urn:schemas-microsoft-com:vml" Requires="v">
                <p:oleObj spid="_x0000_s90" name="" r:id="rId22" imgW="1803400" imgH="393700" progId="Equation.3">
                  <p:embed/>
                </p:oleObj>
              </mc:Choice>
              <mc:Fallback>
                <p:oleObj name="" r:id="rId22" imgW="1803400" imgH="393700" progId="Equation.3">
                  <p:embed/>
                  <p:pic>
                    <p:nvPicPr>
                      <p:cNvPr id="0" name="图片 3166"/>
                      <p:cNvPicPr/>
                      <p:nvPr/>
                    </p:nvPicPr>
                    <p:blipFill>
                      <a:blip r:embed="rId23"/>
                      <a:stretch>
                        <a:fillRect/>
                      </a:stretch>
                    </p:blipFill>
                    <p:spPr>
                      <a:xfrm>
                        <a:off x="3639185" y="4986020"/>
                        <a:ext cx="3907790" cy="850900"/>
                      </a:xfrm>
                      <a:prstGeom prst="rect">
                        <a:avLst/>
                      </a:prstGeom>
                      <a:noFill/>
                      <a:ln w="38100">
                        <a:noFill/>
                        <a:miter/>
                      </a:ln>
                    </p:spPr>
                  </p:pic>
                </p:oleObj>
              </mc:Fallback>
            </mc:AlternateContent>
          </a:graphicData>
        </a:graphic>
      </p:graphicFrame>
      <p:sp>
        <p:nvSpPr>
          <p:cNvPr id="2" name="Text Box 2"/>
          <p:cNvSpPr txBox="1"/>
          <p:nvPr/>
        </p:nvSpPr>
        <p:spPr>
          <a:xfrm>
            <a:off x="3354705" y="4206240"/>
            <a:ext cx="1047750" cy="460375"/>
          </a:xfrm>
          <a:prstGeom prst="rect">
            <a:avLst/>
          </a:prstGeom>
          <a:noFill/>
          <a:ln w="9525">
            <a:noFill/>
          </a:ln>
        </p:spPr>
        <p:txBody>
          <a:bodyPr wrap="square">
            <a:spAutoFit/>
          </a:bodyPr>
          <a:p>
            <a:pPr eaLnBrk="1" hangingPunct="1">
              <a:spcBef>
                <a:spcPct val="50000"/>
              </a:spcBef>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sz="2400" b="1" dirty="0">
                <a:solidFill>
                  <a:srgbClr val="000000"/>
                </a:solidFill>
                <a:latin typeface="微软雅黑" panose="020B0503020204020204" pitchFamily="34" charset="-122"/>
                <a:ea typeface="微软雅黑" panose="020B0503020204020204" pitchFamily="34" charset="-122"/>
              </a:rPr>
              <a:t>落后</a:t>
            </a:r>
            <a:endParaRPr lang="zh-CN" sz="2800" b="1" dirty="0">
              <a:solidFill>
                <a:srgbClr val="000000"/>
              </a:solidFill>
              <a:latin typeface="微软雅黑" panose="020B0503020204020204" pitchFamily="34" charset="-122"/>
              <a:ea typeface="微软雅黑" panose="020B0503020204020204" pitchFamily="34" charset="-122"/>
            </a:endParaRPr>
          </a:p>
        </p:txBody>
      </p:sp>
      <p:graphicFrame>
        <p:nvGraphicFramePr>
          <p:cNvPr id="3" name="Object 42"/>
          <p:cNvGraphicFramePr>
            <a:graphicFrameLocks noChangeAspect="1"/>
          </p:cNvGraphicFramePr>
          <p:nvPr/>
        </p:nvGraphicFramePr>
        <p:xfrm>
          <a:off x="5945506" y="3945890"/>
          <a:ext cx="1497965" cy="843280"/>
        </p:xfrm>
        <a:graphic>
          <a:graphicData uri="http://schemas.openxmlformats.org/presentationml/2006/ole">
            <mc:AlternateContent xmlns:mc="http://schemas.openxmlformats.org/markup-compatibility/2006">
              <mc:Choice xmlns:v="urn:schemas-microsoft-com:vml" Requires="v">
                <p:oleObj spid="_x0000_s4" name="" r:id="rId24" imgW="800100" imgH="393700" progId="Equation.3">
                  <p:embed/>
                </p:oleObj>
              </mc:Choice>
              <mc:Fallback>
                <p:oleObj name="" r:id="rId24" imgW="800100" imgH="393700" progId="Equation.3">
                  <p:embed/>
                  <p:pic>
                    <p:nvPicPr>
                      <p:cNvPr id="0" name="图片 3132"/>
                      <p:cNvPicPr/>
                      <p:nvPr/>
                    </p:nvPicPr>
                    <p:blipFill>
                      <a:blip r:embed="rId25"/>
                      <a:stretch>
                        <a:fillRect/>
                      </a:stretch>
                    </p:blipFill>
                    <p:spPr>
                      <a:xfrm>
                        <a:off x="5945506" y="3945890"/>
                        <a:ext cx="1497965" cy="843280"/>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wipe(left)">
                                      <p:cBhvr>
                                        <p:cTn id="7" dur="500"/>
                                        <p:tgtEl>
                                          <p:spTgt spid="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wipe(left)">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23946"/>
                                        </p:tgtEl>
                                        <p:attrNameLst>
                                          <p:attrName>style.visibility</p:attrName>
                                        </p:attrNameLst>
                                      </p:cBhvr>
                                      <p:to>
                                        <p:strVal val="visible"/>
                                      </p:to>
                                    </p:set>
                                    <p:animEffect transition="in" filter="wipe(left)">
                                      <p:cBhvr>
                                        <p:cTn id="21" dur="500"/>
                                        <p:tgtEl>
                                          <p:spTgt spid="12394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1"/>
                                        </p:tgtEl>
                                        <p:attrNameLst>
                                          <p:attrName>style.visibility</p:attrName>
                                        </p:attrNameLst>
                                      </p:cBhvr>
                                      <p:to>
                                        <p:strVal val="visible"/>
                                      </p:to>
                                    </p:set>
                                    <p:animEffect transition="in" filter="wipe(left)">
                                      <p:cBhvr>
                                        <p:cTn id="35" dur="500"/>
                                        <p:tgtEl>
                                          <p:spTgt spid="8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89"/>
                                        </p:tgtEl>
                                        <p:attrNameLst>
                                          <p:attrName>style.visibility</p:attrName>
                                        </p:attrNameLst>
                                      </p:cBhvr>
                                      <p:to>
                                        <p:strVal val="visible"/>
                                      </p:to>
                                    </p:set>
                                    <p:animEffect transition="in" filter="wipe(left)">
                                      <p:cBhvr>
                                        <p:cTn id="40" dur="500"/>
                                        <p:tgtEl>
                                          <p:spTgt spid="8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3"/>
                                        </p:tgtEl>
                                        <p:attrNameLst>
                                          <p:attrName>style.visibility</p:attrName>
                                        </p:attrNameLst>
                                      </p:cBhvr>
                                      <p:to>
                                        <p:strVal val="visible"/>
                                      </p:to>
                                    </p:set>
                                    <p:animEffect transition="in" filter="wipe(left)">
                                      <p:cBhvr>
                                        <p:cTn id="50"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80" grpId="1"/>
      <p:bldP spid="81" grpId="0"/>
      <p:bldP spid="81" grpId="1"/>
      <p:bldP spid="83" grpId="0"/>
      <p:bldP spid="83" grpId="1"/>
      <p:bldP spid="2" grpId="0"/>
      <p:bldP spid="2" grpId="1"/>
      <p:bldP spid="5" grpId="0" bldLvl="0" animBg="1"/>
      <p:bldP spid="5" grpId="1" animBg="1"/>
      <p:bldP spid="6" grpId="0" bldLvl="0" animBg="1"/>
      <p:bldP spid="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2625" y="260350"/>
            <a:ext cx="1991360" cy="396875"/>
            <a:chOff x="816" y="139"/>
            <a:chExt cx="4459"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波函数</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6"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波函数</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grpSp>
        <p:nvGrpSpPr>
          <p:cNvPr id="21507" name="Group 62"/>
          <p:cNvGrpSpPr/>
          <p:nvPr/>
        </p:nvGrpSpPr>
        <p:grpSpPr>
          <a:xfrm>
            <a:off x="827405" y="1699895"/>
            <a:ext cx="4648200" cy="1905000"/>
            <a:chOff x="2832" y="1536"/>
            <a:chExt cx="2928" cy="1200"/>
          </a:xfrm>
        </p:grpSpPr>
        <p:grpSp>
          <p:nvGrpSpPr>
            <p:cNvPr id="21513" name="Group 63"/>
            <p:cNvGrpSpPr/>
            <p:nvPr/>
          </p:nvGrpSpPr>
          <p:grpSpPr>
            <a:xfrm>
              <a:off x="3121" y="1536"/>
              <a:ext cx="2639" cy="1200"/>
              <a:chOff x="3168" y="1824"/>
              <a:chExt cx="2639" cy="1200"/>
            </a:xfrm>
          </p:grpSpPr>
          <p:sp>
            <p:nvSpPr>
              <p:cNvPr id="21537" name="Line 64"/>
              <p:cNvSpPr/>
              <p:nvPr/>
            </p:nvSpPr>
            <p:spPr>
              <a:xfrm flipV="1">
                <a:off x="3456" y="1920"/>
                <a:ext cx="0" cy="1104"/>
              </a:xfrm>
              <a:prstGeom prst="line">
                <a:avLst/>
              </a:prstGeom>
              <a:ln w="19050" cap="flat" cmpd="sng">
                <a:solidFill>
                  <a:srgbClr val="800000"/>
                </a:solidFill>
                <a:prstDash val="solid"/>
                <a:headEnd type="none" w="med" len="med"/>
                <a:tailEnd type="stealth" w="med" len="lg"/>
              </a:ln>
            </p:spPr>
          </p:sp>
          <p:sp>
            <p:nvSpPr>
              <p:cNvPr id="21538" name="Line 65"/>
              <p:cNvSpPr/>
              <p:nvPr/>
            </p:nvSpPr>
            <p:spPr>
              <a:xfrm>
                <a:off x="3456" y="2499"/>
                <a:ext cx="2119" cy="0"/>
              </a:xfrm>
              <a:prstGeom prst="line">
                <a:avLst/>
              </a:prstGeom>
              <a:ln w="19050" cap="flat" cmpd="sng">
                <a:solidFill>
                  <a:srgbClr val="FF6600"/>
                </a:solidFill>
                <a:prstDash val="solid"/>
                <a:headEnd type="none" w="med" len="med"/>
                <a:tailEnd type="stealth" w="med" len="lg"/>
              </a:ln>
            </p:spPr>
          </p:sp>
          <p:graphicFrame>
            <p:nvGraphicFramePr>
              <p:cNvPr id="21539" name="Object 66"/>
              <p:cNvGraphicFramePr>
                <a:graphicFrameLocks noChangeAspect="1"/>
              </p:cNvGraphicFramePr>
              <p:nvPr/>
            </p:nvGraphicFramePr>
            <p:xfrm>
              <a:off x="3216" y="2404"/>
              <a:ext cx="159" cy="176"/>
            </p:xfrm>
            <a:graphic>
              <a:graphicData uri="http://schemas.openxmlformats.org/presentationml/2006/ole">
                <mc:AlternateContent xmlns:mc="http://schemas.openxmlformats.org/markup-compatibility/2006">
                  <mc:Choice xmlns:v="urn:schemas-microsoft-com:vml" Requires="v">
                    <p:oleObj spid="_x0000_s3176" name="" r:id="rId1" imgW="254000" imgH="279400" progId="Equation.3">
                      <p:embed/>
                    </p:oleObj>
                  </mc:Choice>
                  <mc:Fallback>
                    <p:oleObj name="" r:id="rId1" imgW="254000" imgH="279400" progId="Equation.3">
                      <p:embed/>
                      <p:pic>
                        <p:nvPicPr>
                          <p:cNvPr id="0" name="图片 3175"/>
                          <p:cNvPicPr/>
                          <p:nvPr/>
                        </p:nvPicPr>
                        <p:blipFill>
                          <a:blip r:embed="rId2"/>
                          <a:stretch>
                            <a:fillRect/>
                          </a:stretch>
                        </p:blipFill>
                        <p:spPr>
                          <a:xfrm>
                            <a:off x="3216" y="2404"/>
                            <a:ext cx="159" cy="176"/>
                          </a:xfrm>
                          <a:prstGeom prst="rect">
                            <a:avLst/>
                          </a:prstGeom>
                          <a:noFill/>
                          <a:ln w="38100">
                            <a:noFill/>
                            <a:miter/>
                          </a:ln>
                        </p:spPr>
                      </p:pic>
                    </p:oleObj>
                  </mc:Fallback>
                </mc:AlternateContent>
              </a:graphicData>
            </a:graphic>
          </p:graphicFrame>
          <p:graphicFrame>
            <p:nvGraphicFramePr>
              <p:cNvPr id="21540" name="Object 67"/>
              <p:cNvGraphicFramePr>
                <a:graphicFrameLocks noChangeAspect="1"/>
              </p:cNvGraphicFramePr>
              <p:nvPr/>
            </p:nvGraphicFramePr>
            <p:xfrm>
              <a:off x="3168" y="1824"/>
              <a:ext cx="183" cy="223"/>
            </p:xfrm>
            <a:graphic>
              <a:graphicData uri="http://schemas.openxmlformats.org/presentationml/2006/ole">
                <mc:AlternateContent xmlns:mc="http://schemas.openxmlformats.org/markup-compatibility/2006">
                  <mc:Choice xmlns:v="urn:schemas-microsoft-com:vml" Requires="v">
                    <p:oleObj spid="_x0000_s3177" name="" r:id="rId3" imgW="292100" imgH="355600" progId="Equation.3">
                      <p:embed/>
                    </p:oleObj>
                  </mc:Choice>
                  <mc:Fallback>
                    <p:oleObj name="" r:id="rId3" imgW="292100" imgH="355600" progId="Equation.3">
                      <p:embed/>
                      <p:pic>
                        <p:nvPicPr>
                          <p:cNvPr id="0" name="图片 3176"/>
                          <p:cNvPicPr/>
                          <p:nvPr/>
                        </p:nvPicPr>
                        <p:blipFill>
                          <a:blip r:embed="rId4"/>
                          <a:stretch>
                            <a:fillRect/>
                          </a:stretch>
                        </p:blipFill>
                        <p:spPr>
                          <a:xfrm>
                            <a:off x="3168" y="1824"/>
                            <a:ext cx="183" cy="223"/>
                          </a:xfrm>
                          <a:prstGeom prst="rect">
                            <a:avLst/>
                          </a:prstGeom>
                          <a:noFill/>
                          <a:ln w="38100">
                            <a:noFill/>
                            <a:miter/>
                          </a:ln>
                        </p:spPr>
                      </p:pic>
                    </p:oleObj>
                  </mc:Fallback>
                </mc:AlternateContent>
              </a:graphicData>
            </a:graphic>
          </p:graphicFrame>
          <p:graphicFrame>
            <p:nvGraphicFramePr>
              <p:cNvPr id="21541" name="Object 68"/>
              <p:cNvGraphicFramePr>
                <a:graphicFrameLocks noChangeAspect="1"/>
              </p:cNvGraphicFramePr>
              <p:nvPr/>
            </p:nvGraphicFramePr>
            <p:xfrm flipH="1">
              <a:off x="5570" y="2419"/>
              <a:ext cx="237" cy="176"/>
            </p:xfrm>
            <a:graphic>
              <a:graphicData uri="http://schemas.openxmlformats.org/presentationml/2006/ole">
                <mc:AlternateContent xmlns:mc="http://schemas.openxmlformats.org/markup-compatibility/2006">
                  <mc:Choice xmlns:v="urn:schemas-microsoft-com:vml" Requires="v">
                    <p:oleObj spid="_x0000_s3172" name="" r:id="rId5" imgW="292100" imgH="279400" progId="Equation.3">
                      <p:embed/>
                    </p:oleObj>
                  </mc:Choice>
                  <mc:Fallback>
                    <p:oleObj name="" r:id="rId5" imgW="292100" imgH="279400" progId="Equation.3">
                      <p:embed/>
                      <p:pic>
                        <p:nvPicPr>
                          <p:cNvPr id="0" name="图片 3171"/>
                          <p:cNvPicPr/>
                          <p:nvPr/>
                        </p:nvPicPr>
                        <p:blipFill>
                          <a:blip r:embed="rId6"/>
                          <a:stretch>
                            <a:fillRect/>
                          </a:stretch>
                        </p:blipFill>
                        <p:spPr>
                          <a:xfrm flipH="1">
                            <a:off x="5570" y="2419"/>
                            <a:ext cx="237" cy="176"/>
                          </a:xfrm>
                          <a:prstGeom prst="rect">
                            <a:avLst/>
                          </a:prstGeom>
                          <a:noFill/>
                          <a:ln w="38100">
                            <a:noFill/>
                            <a:miter/>
                          </a:ln>
                        </p:spPr>
                      </p:pic>
                    </p:oleObj>
                  </mc:Fallback>
                </mc:AlternateContent>
              </a:graphicData>
            </a:graphic>
          </p:graphicFrame>
        </p:grpSp>
        <p:grpSp>
          <p:nvGrpSpPr>
            <p:cNvPr id="21514" name="Group 69"/>
            <p:cNvGrpSpPr/>
            <p:nvPr/>
          </p:nvGrpSpPr>
          <p:grpSpPr>
            <a:xfrm>
              <a:off x="2832" y="1536"/>
              <a:ext cx="2501" cy="1200"/>
              <a:chOff x="2832" y="1536"/>
              <a:chExt cx="2501" cy="1200"/>
            </a:xfrm>
          </p:grpSpPr>
          <p:grpSp>
            <p:nvGrpSpPr>
              <p:cNvPr id="21515" name="Group 70"/>
              <p:cNvGrpSpPr/>
              <p:nvPr/>
            </p:nvGrpSpPr>
            <p:grpSpPr>
              <a:xfrm>
                <a:off x="3394" y="1920"/>
                <a:ext cx="1795" cy="576"/>
                <a:chOff x="3293" y="2092"/>
                <a:chExt cx="1007" cy="338"/>
              </a:xfrm>
            </p:grpSpPr>
            <p:sp>
              <p:nvSpPr>
                <p:cNvPr id="21535" name="Freeform 71"/>
                <p:cNvSpPr/>
                <p:nvPr/>
              </p:nvSpPr>
              <p:spPr>
                <a:xfrm>
                  <a:off x="3293" y="2092"/>
                  <a:ext cx="505" cy="170"/>
                </a:xfrm>
                <a:custGeom>
                  <a:avLst/>
                  <a:gdLst>
                    <a:gd name="txL" fmla="*/ 0 w 1235"/>
                    <a:gd name="txT" fmla="*/ 0 h 533"/>
                    <a:gd name="txR" fmla="*/ 1235 w 1235"/>
                    <a:gd name="txB" fmla="*/ 533 h 533"/>
                  </a:gdLst>
                  <a:ahLst/>
                  <a:cxnLst>
                    <a:cxn ang="0">
                      <a:pos x="0" y="0"/>
                    </a:cxn>
                    <a:cxn ang="0">
                      <a:pos x="1" y="0"/>
                    </a:cxn>
                    <a:cxn ang="0">
                      <a:pos x="2" y="0"/>
                    </a:cxn>
                  </a:cxnLst>
                  <a:rect l="txL" t="txT" r="txR" b="txB"/>
                  <a:pathLst>
                    <a:path w="1235" h="533">
                      <a:moveTo>
                        <a:pt x="0" y="529"/>
                      </a:moveTo>
                      <a:cubicBezTo>
                        <a:pt x="211" y="262"/>
                        <a:pt x="418" y="0"/>
                        <a:pt x="624" y="1"/>
                      </a:cubicBezTo>
                      <a:cubicBezTo>
                        <a:pt x="830" y="2"/>
                        <a:pt x="1108" y="422"/>
                        <a:pt x="1235" y="533"/>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sp>
              <p:nvSpPr>
                <p:cNvPr id="21536" name="Freeform 72"/>
                <p:cNvSpPr/>
                <p:nvPr/>
              </p:nvSpPr>
              <p:spPr>
                <a:xfrm>
                  <a:off x="3792" y="2256"/>
                  <a:ext cx="508" cy="174"/>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19050" cap="flat" cmpd="sng">
                  <a:solidFill>
                    <a:schemeClr val="accent2">
                      <a:alpha val="100000"/>
                    </a:schemeClr>
                  </a:solidFill>
                  <a:prstDash val="solid"/>
                  <a:round/>
                  <a:headEnd type="none" w="med" len="med"/>
                  <a:tailEnd type="none" w="med" len="med"/>
                </a:ln>
              </p:spPr>
              <p:txBody>
                <a:bodyPr/>
                <a:p>
                  <a:endParaRPr lang="zh-CN" altLang="en-US"/>
                </a:p>
              </p:txBody>
            </p:sp>
          </p:grpSp>
          <p:grpSp>
            <p:nvGrpSpPr>
              <p:cNvPr id="21516" name="Group 73"/>
              <p:cNvGrpSpPr/>
              <p:nvPr/>
            </p:nvGrpSpPr>
            <p:grpSpPr>
              <a:xfrm>
                <a:off x="4373" y="1536"/>
                <a:ext cx="672" cy="240"/>
                <a:chOff x="4276" y="1824"/>
                <a:chExt cx="672" cy="240"/>
              </a:xfrm>
            </p:grpSpPr>
            <p:sp>
              <p:nvSpPr>
                <p:cNvPr id="21533" name="Line 74"/>
                <p:cNvSpPr/>
                <p:nvPr/>
              </p:nvSpPr>
              <p:spPr>
                <a:xfrm>
                  <a:off x="4276" y="2064"/>
                  <a:ext cx="672" cy="0"/>
                </a:xfrm>
                <a:prstGeom prst="line">
                  <a:avLst/>
                </a:prstGeom>
                <a:ln w="19050" cap="flat" cmpd="sng">
                  <a:solidFill>
                    <a:srgbClr val="FF0000"/>
                  </a:solidFill>
                  <a:prstDash val="solid"/>
                  <a:headEnd type="none" w="med" len="lg"/>
                  <a:tailEnd type="stealth" w="med" len="lg"/>
                </a:ln>
              </p:spPr>
            </p:sp>
            <p:graphicFrame>
              <p:nvGraphicFramePr>
                <p:cNvPr id="21534" name="Object 75"/>
                <p:cNvGraphicFramePr>
                  <a:graphicFrameLocks noChangeAspect="1"/>
                </p:cNvGraphicFramePr>
                <p:nvPr/>
              </p:nvGraphicFramePr>
              <p:xfrm>
                <a:off x="4608" y="1824"/>
                <a:ext cx="183" cy="176"/>
              </p:xfrm>
              <a:graphic>
                <a:graphicData uri="http://schemas.openxmlformats.org/presentationml/2006/ole">
                  <mc:AlternateContent xmlns:mc="http://schemas.openxmlformats.org/markup-compatibility/2006">
                    <mc:Choice xmlns:v="urn:schemas-microsoft-com:vml" Requires="v">
                      <p:oleObj spid="_x0000_s3173" name="" r:id="rId7" imgW="292100" imgH="279400" progId="Equation.3">
                        <p:embed/>
                      </p:oleObj>
                    </mc:Choice>
                    <mc:Fallback>
                      <p:oleObj name="" r:id="rId7" imgW="292100" imgH="279400" progId="Equation.3">
                        <p:embed/>
                        <p:pic>
                          <p:nvPicPr>
                            <p:cNvPr id="0" name="图片 3172"/>
                            <p:cNvPicPr/>
                            <p:nvPr/>
                          </p:nvPicPr>
                          <p:blipFill>
                            <a:blip r:embed="rId8"/>
                            <a:stretch>
                              <a:fillRect/>
                            </a:stretch>
                          </p:blipFill>
                          <p:spPr>
                            <a:xfrm>
                              <a:off x="4608" y="1824"/>
                              <a:ext cx="183" cy="176"/>
                            </a:xfrm>
                            <a:prstGeom prst="rect">
                              <a:avLst/>
                            </a:prstGeom>
                            <a:noFill/>
                            <a:ln w="38100">
                              <a:noFill/>
                              <a:miter/>
                            </a:ln>
                          </p:spPr>
                        </p:pic>
                      </p:oleObj>
                    </mc:Fallback>
                  </mc:AlternateContent>
                </a:graphicData>
              </a:graphic>
            </p:graphicFrame>
          </p:grpSp>
          <p:grpSp>
            <p:nvGrpSpPr>
              <p:cNvPr id="21517" name="Group 76"/>
              <p:cNvGrpSpPr/>
              <p:nvPr/>
            </p:nvGrpSpPr>
            <p:grpSpPr>
              <a:xfrm>
                <a:off x="3457" y="1882"/>
                <a:ext cx="191" cy="182"/>
                <a:chOff x="3356" y="1930"/>
                <a:chExt cx="191" cy="182"/>
              </a:xfrm>
            </p:grpSpPr>
            <p:sp>
              <p:nvSpPr>
                <p:cNvPr id="21531" name="Oval 77"/>
                <p:cNvSpPr/>
                <p:nvPr/>
              </p:nvSpPr>
              <p:spPr>
                <a:xfrm>
                  <a:off x="3456" y="2064"/>
                  <a:ext cx="48" cy="48"/>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21532" name="Object 78"/>
                <p:cNvGraphicFramePr>
                  <a:graphicFrameLocks noChangeAspect="1"/>
                </p:cNvGraphicFramePr>
                <p:nvPr/>
              </p:nvGraphicFramePr>
              <p:xfrm>
                <a:off x="3356" y="1930"/>
                <a:ext cx="191" cy="176"/>
              </p:xfrm>
              <a:graphic>
                <a:graphicData uri="http://schemas.openxmlformats.org/presentationml/2006/ole">
                  <mc:AlternateContent xmlns:mc="http://schemas.openxmlformats.org/markup-compatibility/2006">
                    <mc:Choice xmlns:v="urn:schemas-microsoft-com:vml" Requires="v">
                      <p:oleObj spid="_x0000_s3174" name="" r:id="rId9" imgW="304800" imgH="279400" progId="Equation.3">
                        <p:embed/>
                      </p:oleObj>
                    </mc:Choice>
                    <mc:Fallback>
                      <p:oleObj name="" r:id="rId9" imgW="304800" imgH="279400" progId="Equation.3">
                        <p:embed/>
                        <p:pic>
                          <p:nvPicPr>
                            <p:cNvPr id="0" name="图片 3173"/>
                            <p:cNvPicPr/>
                            <p:nvPr/>
                          </p:nvPicPr>
                          <p:blipFill>
                            <a:blip r:embed="rId10"/>
                            <a:stretch>
                              <a:fillRect/>
                            </a:stretch>
                          </p:blipFill>
                          <p:spPr>
                            <a:xfrm>
                              <a:off x="3356" y="1930"/>
                              <a:ext cx="191" cy="176"/>
                            </a:xfrm>
                            <a:prstGeom prst="rect">
                              <a:avLst/>
                            </a:prstGeom>
                            <a:noFill/>
                            <a:ln w="38100">
                              <a:noFill/>
                              <a:miter/>
                            </a:ln>
                          </p:spPr>
                        </p:pic>
                      </p:oleObj>
                    </mc:Fallback>
                  </mc:AlternateContent>
                </a:graphicData>
              </a:graphic>
            </p:graphicFrame>
          </p:grpSp>
          <p:grpSp>
            <p:nvGrpSpPr>
              <p:cNvPr id="21518" name="Group 79"/>
              <p:cNvGrpSpPr/>
              <p:nvPr/>
            </p:nvGrpSpPr>
            <p:grpSpPr>
              <a:xfrm>
                <a:off x="4133" y="1843"/>
                <a:ext cx="336" cy="276"/>
                <a:chOff x="4032" y="1891"/>
                <a:chExt cx="336" cy="276"/>
              </a:xfrm>
            </p:grpSpPr>
            <p:sp>
              <p:nvSpPr>
                <p:cNvPr id="21529" name="Oval 80"/>
                <p:cNvSpPr/>
                <p:nvPr/>
              </p:nvSpPr>
              <p:spPr>
                <a:xfrm>
                  <a:off x="4032" y="2119"/>
                  <a:ext cx="48" cy="48"/>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21530" name="Object 81"/>
                <p:cNvGraphicFramePr>
                  <a:graphicFrameLocks noChangeAspect="1"/>
                </p:cNvGraphicFramePr>
                <p:nvPr/>
              </p:nvGraphicFramePr>
              <p:xfrm>
                <a:off x="4032" y="1891"/>
                <a:ext cx="336" cy="255"/>
              </p:xfrm>
              <a:graphic>
                <a:graphicData uri="http://schemas.openxmlformats.org/presentationml/2006/ole">
                  <mc:AlternateContent xmlns:mc="http://schemas.openxmlformats.org/markup-compatibility/2006">
                    <mc:Choice xmlns:v="urn:schemas-microsoft-com:vml" Requires="v">
                      <p:oleObj spid="_x0000_s3175" name="" r:id="rId11" imgW="254000" imgH="405765" progId="Equation.3">
                        <p:embed/>
                      </p:oleObj>
                    </mc:Choice>
                    <mc:Fallback>
                      <p:oleObj name="" r:id="rId11" imgW="254000" imgH="405765" progId="Equation.3">
                        <p:embed/>
                        <p:pic>
                          <p:nvPicPr>
                            <p:cNvPr id="0" name="图片 3174"/>
                            <p:cNvPicPr/>
                            <p:nvPr/>
                          </p:nvPicPr>
                          <p:blipFill>
                            <a:blip r:embed="rId12"/>
                            <a:stretch>
                              <a:fillRect/>
                            </a:stretch>
                          </p:blipFill>
                          <p:spPr>
                            <a:xfrm>
                              <a:off x="4032" y="1891"/>
                              <a:ext cx="336" cy="255"/>
                            </a:xfrm>
                            <a:prstGeom prst="rect">
                              <a:avLst/>
                            </a:prstGeom>
                            <a:noFill/>
                            <a:ln w="38100">
                              <a:noFill/>
                              <a:miter/>
                            </a:ln>
                          </p:spPr>
                        </p:pic>
                      </p:oleObj>
                    </mc:Fallback>
                  </mc:AlternateContent>
                </a:graphicData>
              </a:graphic>
            </p:graphicFrame>
          </p:grpSp>
          <p:grpSp>
            <p:nvGrpSpPr>
              <p:cNvPr id="21519" name="Group 82"/>
              <p:cNvGrpSpPr/>
              <p:nvPr/>
            </p:nvGrpSpPr>
            <p:grpSpPr>
              <a:xfrm>
                <a:off x="5093" y="1920"/>
                <a:ext cx="240" cy="309"/>
                <a:chOff x="4992" y="1968"/>
                <a:chExt cx="240" cy="309"/>
              </a:xfrm>
            </p:grpSpPr>
            <p:sp>
              <p:nvSpPr>
                <p:cNvPr id="21527" name="Oval 83"/>
                <p:cNvSpPr/>
                <p:nvPr/>
              </p:nvSpPr>
              <p:spPr>
                <a:xfrm>
                  <a:off x="5040" y="2229"/>
                  <a:ext cx="48" cy="48"/>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21528" name="Object 84"/>
                <p:cNvGraphicFramePr>
                  <a:graphicFrameLocks noChangeAspect="1"/>
                </p:cNvGraphicFramePr>
                <p:nvPr/>
              </p:nvGraphicFramePr>
              <p:xfrm>
                <a:off x="4992" y="1968"/>
                <a:ext cx="240" cy="240"/>
              </p:xfrm>
              <a:graphic>
                <a:graphicData uri="http://schemas.openxmlformats.org/presentationml/2006/ole">
                  <mc:AlternateContent xmlns:mc="http://schemas.openxmlformats.org/markup-compatibility/2006">
                    <mc:Choice xmlns:v="urn:schemas-microsoft-com:vml" Requires="v">
                      <p:oleObj spid="_x0000_s3178" name="" r:id="rId13" imgW="381000" imgH="381000" progId="Equation.3">
                        <p:embed/>
                      </p:oleObj>
                    </mc:Choice>
                    <mc:Fallback>
                      <p:oleObj name="" r:id="rId13" imgW="381000" imgH="381000" progId="Equation.3">
                        <p:embed/>
                        <p:pic>
                          <p:nvPicPr>
                            <p:cNvPr id="0" name="图片 3177"/>
                            <p:cNvPicPr/>
                            <p:nvPr/>
                          </p:nvPicPr>
                          <p:blipFill>
                            <a:blip r:embed="rId14"/>
                            <a:stretch>
                              <a:fillRect/>
                            </a:stretch>
                          </p:blipFill>
                          <p:spPr>
                            <a:xfrm>
                              <a:off x="4992" y="1968"/>
                              <a:ext cx="240" cy="240"/>
                            </a:xfrm>
                            <a:prstGeom prst="rect">
                              <a:avLst/>
                            </a:prstGeom>
                            <a:noFill/>
                            <a:ln w="38100">
                              <a:noFill/>
                              <a:miter/>
                            </a:ln>
                          </p:spPr>
                        </p:pic>
                      </p:oleObj>
                    </mc:Fallback>
                  </mc:AlternateContent>
                </a:graphicData>
              </a:graphic>
            </p:graphicFrame>
          </p:grpSp>
          <p:grpSp>
            <p:nvGrpSpPr>
              <p:cNvPr id="21520" name="Group 85"/>
              <p:cNvGrpSpPr/>
              <p:nvPr/>
            </p:nvGrpSpPr>
            <p:grpSpPr>
              <a:xfrm>
                <a:off x="3413" y="2208"/>
                <a:ext cx="864" cy="528"/>
                <a:chOff x="3316" y="2496"/>
                <a:chExt cx="864" cy="528"/>
              </a:xfrm>
            </p:grpSpPr>
            <p:sp>
              <p:nvSpPr>
                <p:cNvPr id="21524" name="Line 86"/>
                <p:cNvSpPr/>
                <p:nvPr/>
              </p:nvSpPr>
              <p:spPr>
                <a:xfrm>
                  <a:off x="4180" y="2496"/>
                  <a:ext cx="0" cy="288"/>
                </a:xfrm>
                <a:prstGeom prst="line">
                  <a:avLst/>
                </a:prstGeom>
                <a:ln w="19050" cap="flat" cmpd="sng">
                  <a:solidFill>
                    <a:schemeClr val="tx1"/>
                  </a:solidFill>
                  <a:prstDash val="solid"/>
                  <a:headEnd type="none" w="med" len="lg"/>
                  <a:tailEnd type="none" w="med" len="lg"/>
                </a:ln>
              </p:spPr>
            </p:sp>
            <p:sp>
              <p:nvSpPr>
                <p:cNvPr id="21525" name="Line 87"/>
                <p:cNvSpPr/>
                <p:nvPr/>
              </p:nvSpPr>
              <p:spPr>
                <a:xfrm>
                  <a:off x="3316" y="2736"/>
                  <a:ext cx="864" cy="0"/>
                </a:xfrm>
                <a:prstGeom prst="line">
                  <a:avLst/>
                </a:prstGeom>
                <a:ln w="19050" cap="flat" cmpd="sng">
                  <a:solidFill>
                    <a:schemeClr val="tx1"/>
                  </a:solidFill>
                  <a:prstDash val="solid"/>
                  <a:headEnd type="stealth" w="med" len="lg"/>
                  <a:tailEnd type="stealth" w="med" len="lg"/>
                </a:ln>
              </p:spPr>
            </p:sp>
            <p:graphicFrame>
              <p:nvGraphicFramePr>
                <p:cNvPr id="21526" name="Object 88"/>
                <p:cNvGraphicFramePr>
                  <a:graphicFrameLocks noChangeAspect="1"/>
                </p:cNvGraphicFramePr>
                <p:nvPr/>
              </p:nvGraphicFramePr>
              <p:xfrm>
                <a:off x="3460" y="2784"/>
                <a:ext cx="664" cy="240"/>
              </p:xfrm>
              <a:graphic>
                <a:graphicData uri="http://schemas.openxmlformats.org/presentationml/2006/ole">
                  <mc:AlternateContent xmlns:mc="http://schemas.openxmlformats.org/markup-compatibility/2006">
                    <mc:Choice xmlns:v="urn:schemas-microsoft-com:vml" Requires="v">
                      <p:oleObj spid="_x0000_s3179" name="" r:id="rId15" imgW="1054100" imgH="381000" progId="Equation.3">
                        <p:embed/>
                      </p:oleObj>
                    </mc:Choice>
                    <mc:Fallback>
                      <p:oleObj name="" r:id="rId15" imgW="1054100" imgH="381000" progId="Equation.3">
                        <p:embed/>
                        <p:pic>
                          <p:nvPicPr>
                            <p:cNvPr id="0" name="图片 3178"/>
                            <p:cNvPicPr/>
                            <p:nvPr/>
                          </p:nvPicPr>
                          <p:blipFill>
                            <a:blip r:embed="rId16"/>
                            <a:stretch>
                              <a:fillRect/>
                            </a:stretch>
                          </p:blipFill>
                          <p:spPr>
                            <a:xfrm>
                              <a:off x="3460" y="2784"/>
                              <a:ext cx="664" cy="240"/>
                            </a:xfrm>
                            <a:prstGeom prst="rect">
                              <a:avLst/>
                            </a:prstGeom>
                            <a:noFill/>
                            <a:ln w="38100">
                              <a:noFill/>
                              <a:miter/>
                            </a:ln>
                          </p:spPr>
                        </p:pic>
                      </p:oleObj>
                    </mc:Fallback>
                  </mc:AlternateContent>
                </a:graphicData>
              </a:graphic>
            </p:graphicFrame>
          </p:grpSp>
          <p:grpSp>
            <p:nvGrpSpPr>
              <p:cNvPr id="21521" name="Group 89"/>
              <p:cNvGrpSpPr/>
              <p:nvPr/>
            </p:nvGrpSpPr>
            <p:grpSpPr>
              <a:xfrm>
                <a:off x="2832" y="1825"/>
                <a:ext cx="1056" cy="191"/>
                <a:chOff x="2832" y="1825"/>
                <a:chExt cx="1056" cy="191"/>
              </a:xfrm>
            </p:grpSpPr>
            <p:sp>
              <p:nvSpPr>
                <p:cNvPr id="21522" name="Line 90"/>
                <p:cNvSpPr/>
                <p:nvPr/>
              </p:nvSpPr>
              <p:spPr>
                <a:xfrm flipH="1">
                  <a:off x="3375" y="1920"/>
                  <a:ext cx="513" cy="0"/>
                </a:xfrm>
                <a:prstGeom prst="line">
                  <a:avLst/>
                </a:prstGeom>
                <a:ln w="19050" cap="flat" cmpd="sng">
                  <a:solidFill>
                    <a:schemeClr val="tx1"/>
                  </a:solidFill>
                  <a:prstDash val="dash"/>
                  <a:headEnd type="none" w="med" len="lg"/>
                  <a:tailEnd type="none" w="med" len="lg"/>
                </a:ln>
              </p:spPr>
            </p:sp>
            <p:graphicFrame>
              <p:nvGraphicFramePr>
                <p:cNvPr id="21523" name="Object 91"/>
                <p:cNvGraphicFramePr>
                  <a:graphicFrameLocks noChangeAspect="1"/>
                </p:cNvGraphicFramePr>
                <p:nvPr/>
              </p:nvGraphicFramePr>
              <p:xfrm>
                <a:off x="2832" y="1825"/>
                <a:ext cx="559" cy="191"/>
              </p:xfrm>
              <a:graphic>
                <a:graphicData uri="http://schemas.openxmlformats.org/presentationml/2006/ole">
                  <mc:AlternateContent xmlns:mc="http://schemas.openxmlformats.org/markup-compatibility/2006">
                    <mc:Choice xmlns:v="urn:schemas-microsoft-com:vml" Requires="v">
                      <p:oleObj spid="_x0000_s3180" name="" r:id="rId17" imgW="1333500" imgH="381000" progId="Equation.3">
                        <p:embed/>
                      </p:oleObj>
                    </mc:Choice>
                    <mc:Fallback>
                      <p:oleObj name="" r:id="rId17" imgW="1333500" imgH="381000" progId="Equation.3">
                        <p:embed/>
                        <p:pic>
                          <p:nvPicPr>
                            <p:cNvPr id="0" name="图片 3179"/>
                            <p:cNvPicPr/>
                            <p:nvPr/>
                          </p:nvPicPr>
                          <p:blipFill>
                            <a:blip r:embed="rId18"/>
                            <a:stretch>
                              <a:fillRect/>
                            </a:stretch>
                          </p:blipFill>
                          <p:spPr>
                            <a:xfrm>
                              <a:off x="2832" y="1825"/>
                              <a:ext cx="559" cy="191"/>
                            </a:xfrm>
                            <a:prstGeom prst="rect">
                              <a:avLst/>
                            </a:prstGeom>
                            <a:noFill/>
                            <a:ln w="38100">
                              <a:noFill/>
                              <a:miter/>
                            </a:ln>
                          </p:spPr>
                        </p:pic>
                      </p:oleObj>
                    </mc:Fallback>
                  </mc:AlternateContent>
                </a:graphicData>
              </a:graphic>
            </p:graphicFrame>
          </p:grpSp>
        </p:grpSp>
      </p:grpSp>
      <p:sp>
        <p:nvSpPr>
          <p:cNvPr id="7" name="Oval 77"/>
          <p:cNvSpPr/>
          <p:nvPr/>
        </p:nvSpPr>
        <p:spPr>
          <a:xfrm>
            <a:off x="1800543" y="258889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8" name="Oval 77"/>
          <p:cNvSpPr/>
          <p:nvPr/>
        </p:nvSpPr>
        <p:spPr>
          <a:xfrm>
            <a:off x="1800543" y="274129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9" name="Oval 77"/>
          <p:cNvSpPr/>
          <p:nvPr/>
        </p:nvSpPr>
        <p:spPr>
          <a:xfrm>
            <a:off x="2714943" y="243649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10" name="Oval 77"/>
          <p:cNvSpPr/>
          <p:nvPr/>
        </p:nvSpPr>
        <p:spPr>
          <a:xfrm>
            <a:off x="2714943" y="274129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11" name="Text Box 2"/>
          <p:cNvSpPr txBox="1"/>
          <p:nvPr/>
        </p:nvSpPr>
        <p:spPr>
          <a:xfrm>
            <a:off x="410210" y="3630930"/>
            <a:ext cx="7925435" cy="607695"/>
          </a:xfrm>
          <a:prstGeom prst="rect">
            <a:avLst/>
          </a:prstGeom>
          <a:noFill/>
          <a:ln w="19050">
            <a:noFill/>
          </a:ln>
        </p:spPr>
        <p:txBody>
          <a:bodyPr wrap="square">
            <a:spAutoFit/>
          </a:bodyPr>
          <a:p>
            <a:pPr eaLnBrk="1" hangingPunct="1">
              <a:lnSpc>
                <a:spcPct val="120000"/>
              </a:lnSpc>
              <a:spcBef>
                <a:spcPct val="50000"/>
              </a:spcBef>
            </a:pPr>
            <a:r>
              <a:rPr lang="en-US" altLang="zh-CN" sz="2800" b="1" dirty="0">
                <a:solidFill>
                  <a:srgbClr val="000000"/>
                </a:solidFill>
                <a:latin typeface="微软雅黑" panose="020B0503020204020204" pitchFamily="34" charset="-122"/>
                <a:ea typeface="微软雅黑" panose="020B0503020204020204" pitchFamily="34" charset="-122"/>
              </a:rPr>
              <a:t>(1)</a:t>
            </a:r>
            <a:r>
              <a:rPr lang="zh-CN" sz="2800" b="1" dirty="0">
                <a:solidFill>
                  <a:srgbClr val="000000"/>
                </a:solidFill>
                <a:latin typeface="微软雅黑" panose="020B0503020204020204" pitchFamily="34" charset="-122"/>
                <a:ea typeface="微软雅黑" panose="020B0503020204020204" pitchFamily="34" charset="-122"/>
              </a:rPr>
              <a:t>看上游的质点位置</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即该质点的振动方向</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934845" y="2302510"/>
            <a:ext cx="2866072" cy="921385"/>
            <a:chOff x="3249" y="6844"/>
            <a:chExt cx="4513" cy="1451"/>
          </a:xfrm>
        </p:grpSpPr>
        <p:sp>
          <p:nvSpPr>
            <p:cNvPr id="2" name="Freeform 72"/>
            <p:cNvSpPr/>
            <p:nvPr/>
          </p:nvSpPr>
          <p:spPr>
            <a:xfrm>
              <a:off x="5499" y="7554"/>
              <a:ext cx="2264" cy="741"/>
            </a:xfrm>
            <a:custGeom>
              <a:avLst/>
              <a:gdLst>
                <a:gd name="txL" fmla="*/ 0 w 1242"/>
                <a:gd name="txT" fmla="*/ 0 h 543"/>
                <a:gd name="txR" fmla="*/ 1242 w 1242"/>
                <a:gd name="txB" fmla="*/ 543 h 543"/>
              </a:gdLst>
              <a:ahLst/>
              <a:cxnLst>
                <a:cxn ang="0">
                  <a:pos x="0" y="0"/>
                </a:cxn>
                <a:cxn ang="0">
                  <a:pos x="1" y="0"/>
                </a:cxn>
                <a:cxn ang="0">
                  <a:pos x="2" y="0"/>
                </a:cxn>
              </a:cxnLst>
              <a:rect l="txL" t="txT" r="txR" b="txB"/>
              <a:pathLst>
                <a:path w="1242" h="543">
                  <a:moveTo>
                    <a:pt x="0" y="13"/>
                  </a:moveTo>
                  <a:cubicBezTo>
                    <a:pt x="211" y="280"/>
                    <a:pt x="417" y="543"/>
                    <a:pt x="624" y="541"/>
                  </a:cubicBezTo>
                  <a:cubicBezTo>
                    <a:pt x="831" y="539"/>
                    <a:pt x="1113" y="113"/>
                    <a:pt x="1242" y="0"/>
                  </a:cubicBezTo>
                </a:path>
              </a:pathLst>
            </a:custGeom>
            <a:noFill/>
            <a:ln w="66675" cap="flat" cmpd="sng">
              <a:solidFill>
                <a:schemeClr val="accent1">
                  <a:shade val="50000"/>
                </a:schemeClr>
              </a:solidFill>
              <a:prstDash val="sysDot"/>
              <a:round/>
              <a:headEnd type="none" w="med" len="med"/>
              <a:tailEnd type="none" w="med" len="med"/>
            </a:ln>
          </p:spPr>
          <p:txBody>
            <a:bodyPr/>
            <a:p>
              <a:endParaRPr lang="zh-CN" altLang="en-US"/>
            </a:p>
          </p:txBody>
        </p:sp>
        <p:sp>
          <p:nvSpPr>
            <p:cNvPr id="3" name="Freeform 71"/>
            <p:cNvSpPr/>
            <p:nvPr/>
          </p:nvSpPr>
          <p:spPr>
            <a:xfrm>
              <a:off x="3249" y="6844"/>
              <a:ext cx="2250" cy="724"/>
            </a:xfrm>
            <a:custGeom>
              <a:avLst/>
              <a:gdLst>
                <a:gd name="txL" fmla="*/ 0 w 1235"/>
                <a:gd name="txT" fmla="*/ 0 h 533"/>
                <a:gd name="txR" fmla="*/ 1235 w 1235"/>
                <a:gd name="txB" fmla="*/ 533 h 533"/>
              </a:gdLst>
              <a:ahLst/>
              <a:cxnLst>
                <a:cxn ang="0">
                  <a:pos x="0" y="0"/>
                </a:cxn>
                <a:cxn ang="0">
                  <a:pos x="1" y="0"/>
                </a:cxn>
                <a:cxn ang="0">
                  <a:pos x="2" y="0"/>
                </a:cxn>
              </a:cxnLst>
              <a:rect l="txL" t="txT" r="txR" b="txB"/>
              <a:pathLst>
                <a:path w="1235" h="533">
                  <a:moveTo>
                    <a:pt x="0" y="529"/>
                  </a:moveTo>
                  <a:cubicBezTo>
                    <a:pt x="211" y="262"/>
                    <a:pt x="418" y="0"/>
                    <a:pt x="624" y="1"/>
                  </a:cubicBezTo>
                  <a:cubicBezTo>
                    <a:pt x="830" y="2"/>
                    <a:pt x="1108" y="422"/>
                    <a:pt x="1235" y="533"/>
                  </a:cubicBezTo>
                </a:path>
              </a:pathLst>
            </a:custGeom>
            <a:noFill/>
            <a:ln w="66675" cap="flat" cmpd="sng">
              <a:solidFill>
                <a:schemeClr val="accent1">
                  <a:shade val="50000"/>
                </a:schemeClr>
              </a:solidFill>
              <a:prstDash val="sysDot"/>
              <a:round/>
              <a:headEnd type="none" w="med" len="med"/>
              <a:tailEnd type="none" w="med" len="med"/>
            </a:ln>
          </p:spPr>
          <p:txBody>
            <a:bodyPr/>
            <a:p>
              <a:endParaRPr lang="zh-CN" altLang="en-US"/>
            </a:p>
          </p:txBody>
        </p:sp>
      </p:grpSp>
      <p:cxnSp>
        <p:nvCxnSpPr>
          <p:cNvPr id="6" name="直接箭头连接符 5"/>
          <p:cNvCxnSpPr/>
          <p:nvPr/>
        </p:nvCxnSpPr>
        <p:spPr>
          <a:xfrm>
            <a:off x="2009775" y="2375265"/>
            <a:ext cx="11773" cy="288000"/>
          </a:xfrm>
          <a:prstGeom prst="straightConnector1">
            <a:avLst/>
          </a:prstGeom>
          <a:solidFill>
            <a:schemeClr val="accent1"/>
          </a:solidFill>
          <a:ln w="31750" cap="flat" cmpd="sng" algn="ctr">
            <a:solidFill>
              <a:srgbClr val="FF0000"/>
            </a:solidFill>
            <a:prstDash val="solid"/>
            <a:round/>
            <a:headEnd type="none" w="med" len="med"/>
            <a:tailEnd type="arrow" w="med" len="med"/>
          </a:ln>
        </p:spPr>
      </p:cxnSp>
      <p:cxnSp>
        <p:nvCxnSpPr>
          <p:cNvPr id="12" name="直接箭头连接符 11"/>
          <p:cNvCxnSpPr/>
          <p:nvPr/>
        </p:nvCxnSpPr>
        <p:spPr>
          <a:xfrm flipV="1">
            <a:off x="2925445" y="2411265"/>
            <a:ext cx="11430" cy="252000"/>
          </a:xfrm>
          <a:prstGeom prst="straightConnector1">
            <a:avLst/>
          </a:prstGeom>
          <a:solidFill>
            <a:schemeClr val="accent1"/>
          </a:solidFill>
          <a:ln w="34925" cap="flat" cmpd="sng" algn="ctr">
            <a:solidFill>
              <a:srgbClr val="FF0000"/>
            </a:solidFill>
            <a:prstDash val="solid"/>
            <a:round/>
            <a:headEnd type="none" w="med" len="med"/>
            <a:tailEnd type="arrow" w="med" len="med"/>
          </a:ln>
        </p:spPr>
      </p:cxnSp>
      <p:sp>
        <p:nvSpPr>
          <p:cNvPr id="13" name="Text Box 2"/>
          <p:cNvSpPr txBox="1"/>
          <p:nvPr/>
        </p:nvSpPr>
        <p:spPr>
          <a:xfrm>
            <a:off x="467360" y="4886325"/>
            <a:ext cx="8672195" cy="607695"/>
          </a:xfrm>
          <a:prstGeom prst="rect">
            <a:avLst/>
          </a:prstGeom>
          <a:noFill/>
          <a:ln w="19050">
            <a:noFill/>
          </a:ln>
        </p:spPr>
        <p:txBody>
          <a:bodyPr wrap="square">
            <a:spAutoFit/>
          </a:bodyPr>
          <a:p>
            <a:pPr eaLnBrk="1" hangingPunct="1">
              <a:lnSpc>
                <a:spcPct val="120000"/>
              </a:lnSpc>
              <a:spcBef>
                <a:spcPct val="50000"/>
              </a:spcBef>
            </a:pPr>
            <a:r>
              <a:rPr lang="en-US" altLang="zh-CN" sz="2800" b="1" dirty="0">
                <a:solidFill>
                  <a:srgbClr val="000000"/>
                </a:solidFill>
                <a:latin typeface="微软雅黑" panose="020B0503020204020204" pitchFamily="34" charset="-122"/>
                <a:ea typeface="微软雅黑" panose="020B0503020204020204" pitchFamily="34" charset="-122"/>
              </a:rPr>
              <a:t>(2)</a:t>
            </a:r>
            <a:r>
              <a:rPr lang="zh-CN" sz="2800" b="1" dirty="0">
                <a:solidFill>
                  <a:srgbClr val="000000"/>
                </a:solidFill>
                <a:latin typeface="微软雅黑" panose="020B0503020204020204" pitchFamily="34" charset="-122"/>
                <a:ea typeface="微软雅黑" panose="020B0503020204020204" pitchFamily="34" charset="-122"/>
              </a:rPr>
              <a:t>或</a:t>
            </a:r>
            <a:r>
              <a:rPr lang="zh-CN" b="1" dirty="0">
                <a:solidFill>
                  <a:srgbClr val="000000"/>
                </a:solidFill>
                <a:latin typeface="微软雅黑" panose="020B0503020204020204" pitchFamily="34" charset="-122"/>
                <a:ea typeface="微软雅黑" panose="020B0503020204020204" pitchFamily="34" charset="-122"/>
                <a:sym typeface="+mn-ea"/>
              </a:rPr>
              <a:t>看</a:t>
            </a:r>
            <a:r>
              <a:rPr lang="zh-CN" sz="2800" b="1" dirty="0">
                <a:solidFill>
                  <a:srgbClr val="000000"/>
                </a:solidFill>
                <a:latin typeface="微软雅黑" panose="020B0503020204020204" pitchFamily="34" charset="-122"/>
                <a:ea typeface="微软雅黑" panose="020B0503020204020204" pitchFamily="34" charset="-122"/>
              </a:rPr>
              <a:t>下一时刻的波形图</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即下一时刻各质点所在</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14" name="Text Box 2"/>
          <p:cNvSpPr txBox="1"/>
          <p:nvPr/>
        </p:nvSpPr>
        <p:spPr>
          <a:xfrm>
            <a:off x="395605" y="5535930"/>
            <a:ext cx="5156200" cy="607695"/>
          </a:xfrm>
          <a:prstGeom prst="rect">
            <a:avLst/>
          </a:prstGeom>
          <a:noFill/>
          <a:ln w="19050">
            <a:noFill/>
          </a:ln>
        </p:spPr>
        <p:txBody>
          <a:bodyPr wrap="square">
            <a:spAutoFit/>
          </a:bodyPr>
          <a:p>
            <a:pPr eaLnBrk="1" hangingPunct="1">
              <a:lnSpc>
                <a:spcPct val="120000"/>
              </a:lnSpc>
              <a:spcBef>
                <a:spcPct val="50000"/>
              </a:spcBef>
            </a:pPr>
            <a:r>
              <a:rPr lang="zh-CN" sz="2800" b="1" dirty="0">
                <a:solidFill>
                  <a:srgbClr val="000000"/>
                </a:solidFill>
                <a:latin typeface="微软雅黑" panose="020B0503020204020204" pitchFamily="34" charset="-122"/>
                <a:ea typeface="微软雅黑" panose="020B0503020204020204" pitchFamily="34" charset="-122"/>
              </a:rPr>
              <a:t>右行波</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整个波形向右推移</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410210" y="1000125"/>
            <a:ext cx="4051935" cy="521970"/>
          </a:xfrm>
          <a:prstGeom prst="rect">
            <a:avLst/>
          </a:prstGeom>
          <a:noFill/>
        </p:spPr>
        <p:txBody>
          <a:bodyPr wrap="none" rtlCol="0" anchor="t">
            <a:spAutoFit/>
          </a:bodyPr>
          <a:p>
            <a:r>
              <a:rPr lang="zh-CN" altLang="zh-CN" b="1" dirty="0">
                <a:solidFill>
                  <a:srgbClr val="000000"/>
                </a:solidFill>
                <a:latin typeface="微软雅黑" panose="020B0503020204020204" pitchFamily="34" charset="-122"/>
                <a:ea typeface="微软雅黑" panose="020B0503020204020204" pitchFamily="34" charset="-122"/>
                <a:sym typeface="+mn-ea"/>
              </a:rPr>
              <a:t>④. </a:t>
            </a:r>
            <a:r>
              <a:rPr lang="en-US" altLang="zh-CN" b="1" i="1" dirty="0">
                <a:solidFill>
                  <a:srgbClr val="000000"/>
                </a:solidFill>
                <a:ea typeface="微软雅黑" panose="020B0503020204020204" pitchFamily="34" charset="-122"/>
                <a:sym typeface="+mn-ea"/>
              </a:rPr>
              <a:t>a</a:t>
            </a:r>
            <a:r>
              <a:rPr lang="zh-CN" altLang="en-US" b="1" dirty="0">
                <a:solidFill>
                  <a:srgbClr val="000000"/>
                </a:solidFill>
                <a:ea typeface="微软雅黑" panose="020B0503020204020204" pitchFamily="34" charset="-122"/>
                <a:sym typeface="+mn-ea"/>
              </a:rPr>
              <a:t>、</a:t>
            </a:r>
            <a:r>
              <a:rPr lang="en-US" altLang="zh-CN" b="1" i="1" dirty="0">
                <a:solidFill>
                  <a:srgbClr val="000000"/>
                </a:solidFill>
                <a:ea typeface="微软雅黑" panose="020B0503020204020204" pitchFamily="34" charset="-122"/>
                <a:sym typeface="+mn-ea"/>
              </a:rPr>
              <a:t>b</a:t>
            </a:r>
            <a:r>
              <a:rPr lang="en-US" altLang="zh-CN" i="1" dirty="0">
                <a:solidFill>
                  <a:srgbClr val="000000"/>
                </a:solidFill>
                <a:latin typeface="微软雅黑" panose="020B0503020204020204" pitchFamily="34" charset="-122"/>
                <a:ea typeface="微软雅黑" panose="020B0503020204020204" pitchFamily="34" charset="-122"/>
                <a:sym typeface="+mn-ea"/>
              </a:rPr>
              <a:t> </a:t>
            </a:r>
            <a:r>
              <a:rPr lang="zh-CN" altLang="zh-CN" b="1" dirty="0">
                <a:solidFill>
                  <a:srgbClr val="000000"/>
                </a:solidFill>
                <a:latin typeface="微软雅黑" panose="020B0503020204020204" pitchFamily="34" charset="-122"/>
                <a:ea typeface="微软雅黑" panose="020B0503020204020204" pitchFamily="34" charset="-122"/>
                <a:sym typeface="+mn-ea"/>
              </a:rPr>
              <a:t>两点振动方向。</a:t>
            </a:r>
            <a:endParaRPr lang="zh-CN" altLang="en-US"/>
          </a:p>
        </p:txBody>
      </p:sp>
      <p:sp>
        <p:nvSpPr>
          <p:cNvPr id="15" name="Text Box 2"/>
          <p:cNvSpPr txBox="1"/>
          <p:nvPr/>
        </p:nvSpPr>
        <p:spPr>
          <a:xfrm>
            <a:off x="410210" y="4236720"/>
            <a:ext cx="8929370" cy="607695"/>
          </a:xfrm>
          <a:prstGeom prst="rect">
            <a:avLst/>
          </a:prstGeom>
          <a:noFill/>
          <a:ln w="19050">
            <a:noFill/>
          </a:ln>
        </p:spPr>
        <p:txBody>
          <a:bodyPr wrap="square">
            <a:spAutoFit/>
          </a:bodyPr>
          <a:p>
            <a:pPr eaLnBrk="1" hangingPunct="1">
              <a:lnSpc>
                <a:spcPct val="120000"/>
              </a:lnSpc>
              <a:spcBef>
                <a:spcPct val="50000"/>
              </a:spcBef>
            </a:pPr>
            <a:r>
              <a:rPr lang="zh-CN" sz="2800" b="1" dirty="0">
                <a:solidFill>
                  <a:srgbClr val="000000"/>
                </a:solidFill>
                <a:latin typeface="微软雅黑" panose="020B0503020204020204" pitchFamily="34" charset="-122"/>
                <a:ea typeface="微软雅黑" panose="020B0503020204020204" pitchFamily="34" charset="-122"/>
              </a:rPr>
              <a:t>右行波</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波从左传到右</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左是上游，右是下游</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49" presetClass="entr" presetSubtype="0" decel="10000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 calcmode="lin" valueType="num">
                                      <p:cBhvr>
                                        <p:cTn id="19" dur="500" fill="hold"/>
                                        <p:tgtEl>
                                          <p:spTgt spid="8"/>
                                        </p:tgtEl>
                                        <p:attrNameLst>
                                          <p:attrName>style.rotation</p:attrName>
                                        </p:attrNameLst>
                                      </p:cBhvr>
                                      <p:tavLst>
                                        <p:tav tm="0">
                                          <p:val>
                                            <p:fltVal val="360"/>
                                          </p:val>
                                        </p:tav>
                                        <p:tav tm="100000">
                                          <p:val>
                                            <p:fltVal val="0"/>
                                          </p:val>
                                        </p:tav>
                                      </p:tavLst>
                                    </p:anim>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49" presetClass="entr" presetSubtype="0" decel="10000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 calcmode="lin" valueType="num">
                                      <p:cBhvr>
                                        <p:cTn id="27" dur="500" fill="hold"/>
                                        <p:tgtEl>
                                          <p:spTgt spid="7"/>
                                        </p:tgtEl>
                                        <p:attrNameLst>
                                          <p:attrName>style.rotation</p:attrName>
                                        </p:attrNameLst>
                                      </p:cBhvr>
                                      <p:tavLst>
                                        <p:tav tm="0">
                                          <p:val>
                                            <p:fltVal val="360"/>
                                          </p:val>
                                        </p:tav>
                                        <p:tav tm="100000">
                                          <p:val>
                                            <p:fltVal val="0"/>
                                          </p:val>
                                        </p:tav>
                                      </p:tavLst>
                                    </p:anim>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up)">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49" presetClass="entr" presetSubtype="0" decel="10000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 calcmode="lin" valueType="num">
                                      <p:cBhvr>
                                        <p:cTn id="40" dur="500" fill="hold"/>
                                        <p:tgtEl>
                                          <p:spTgt spid="10"/>
                                        </p:tgtEl>
                                        <p:attrNameLst>
                                          <p:attrName>style.rotation</p:attrName>
                                        </p:attrNameLst>
                                      </p:cBhvr>
                                      <p:tavLst>
                                        <p:tav tm="0">
                                          <p:val>
                                            <p:fltVal val="360"/>
                                          </p:val>
                                        </p:tav>
                                        <p:tav tm="100000">
                                          <p:val>
                                            <p:fltVal val="0"/>
                                          </p:val>
                                        </p:tav>
                                      </p:tavLst>
                                    </p:anim>
                                    <p:animEffect transition="in" filter="fad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49" presetClass="entr" presetSubtype="0" decel="10000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 calcmode="lin" valueType="num">
                                      <p:cBhvr>
                                        <p:cTn id="46" dur="500" fill="hold"/>
                                        <p:tgtEl>
                                          <p:spTgt spid="9"/>
                                        </p:tgtEl>
                                        <p:attrNameLst>
                                          <p:attrName>ppt_w</p:attrName>
                                        </p:attrNameLst>
                                      </p:cBhvr>
                                      <p:tavLst>
                                        <p:tav tm="0">
                                          <p:val>
                                            <p:fltVal val="0"/>
                                          </p:val>
                                        </p:tav>
                                        <p:tav tm="100000">
                                          <p:val>
                                            <p:strVal val="#ppt_w"/>
                                          </p:val>
                                        </p:tav>
                                      </p:tavLst>
                                    </p:anim>
                                    <p:anim calcmode="lin" valueType="num">
                                      <p:cBhvr>
                                        <p:cTn id="47" dur="500" fill="hold"/>
                                        <p:tgtEl>
                                          <p:spTgt spid="9"/>
                                        </p:tgtEl>
                                        <p:attrNameLst>
                                          <p:attrName>ppt_h</p:attrName>
                                        </p:attrNameLst>
                                      </p:cBhvr>
                                      <p:tavLst>
                                        <p:tav tm="0">
                                          <p:val>
                                            <p:fltVal val="0"/>
                                          </p:val>
                                        </p:tav>
                                        <p:tav tm="100000">
                                          <p:val>
                                            <p:strVal val="#ppt_h"/>
                                          </p:val>
                                        </p:tav>
                                      </p:tavLst>
                                    </p:anim>
                                    <p:anim calcmode="lin" valueType="num">
                                      <p:cBhvr>
                                        <p:cTn id="48" dur="500" fill="hold"/>
                                        <p:tgtEl>
                                          <p:spTgt spid="9"/>
                                        </p:tgtEl>
                                        <p:attrNameLst>
                                          <p:attrName>style.rotation</p:attrName>
                                        </p:attrNameLst>
                                      </p:cBhvr>
                                      <p:tavLst>
                                        <p:tav tm="0">
                                          <p:val>
                                            <p:fltVal val="360"/>
                                          </p:val>
                                        </p:tav>
                                        <p:tav tm="100000">
                                          <p:val>
                                            <p:fltVal val="0"/>
                                          </p:val>
                                        </p:tav>
                                      </p:tavLst>
                                    </p:anim>
                                    <p:animEffect transition="in" filter="fade">
                                      <p:cBhvr>
                                        <p:cTn id="49" dur="50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down)">
                                      <p:cBhvr>
                                        <p:cTn id="54" dur="50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left)">
                                      <p:cBhvr>
                                        <p:cTn id="59" dur="500"/>
                                        <p:tgtEl>
                                          <p:spTgt spid="1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left)">
                                      <p:cBhvr>
                                        <p:cTn id="64" dur="5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5"/>
                                        </p:tgtEl>
                                        <p:attrNameLst>
                                          <p:attrName>style.visibility</p:attrName>
                                        </p:attrNameLst>
                                      </p:cBhvr>
                                      <p:to>
                                        <p:strVal val="visible"/>
                                      </p:to>
                                    </p:set>
                                    <p:animEffect transition="in" filter="wipe(left)">
                                      <p:cBhvr>
                                        <p:cTn id="6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1" grpId="1"/>
      <p:bldP spid="13" grpId="1"/>
      <p:bldP spid="7" grpId="0" bldLvl="0" animBg="1"/>
      <p:bldP spid="8" grpId="0" bldLvl="0" animBg="1"/>
      <p:bldP spid="7" grpId="1" animBg="1"/>
      <p:bldP spid="8" grpId="1" animBg="1"/>
      <p:bldP spid="9" grpId="0" bldLvl="0" animBg="1"/>
      <p:bldP spid="10" grpId="0" bldLvl="0" animBg="1"/>
      <p:bldP spid="9" grpId="1" animBg="1"/>
      <p:bldP spid="10" grpId="1" animBg="1"/>
      <p:bldP spid="14" grpId="0"/>
      <p:bldP spid="14" grpId="1"/>
      <p:bldP spid="15" grpId="0"/>
      <p:bldP spid="1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2625" y="260350"/>
            <a:ext cx="1991360" cy="396875"/>
            <a:chOff x="816" y="139"/>
            <a:chExt cx="4459"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波函数</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6"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波函数</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123906" name="Text Box 2"/>
          <p:cNvSpPr txBox="1"/>
          <p:nvPr/>
        </p:nvSpPr>
        <p:spPr>
          <a:xfrm>
            <a:off x="608330" y="908685"/>
            <a:ext cx="5181600" cy="521970"/>
          </a:xfrm>
          <a:prstGeom prst="rect">
            <a:avLst/>
          </a:prstGeom>
          <a:noFill/>
          <a:ln w="9525">
            <a:noFill/>
          </a:ln>
        </p:spPr>
        <p:txBody>
          <a:bodyPr>
            <a:spAutoFit/>
          </a:bodyPr>
          <a:p>
            <a:pPr eaLnBrk="1" hangingPunct="1">
              <a:buClr>
                <a:srgbClr val="0000FF"/>
              </a:buClr>
              <a:buFont typeface="Wingdings" panose="05000000000000000000" pitchFamily="2" charset="2"/>
            </a:pPr>
            <a:r>
              <a:rPr lang="zh-CN" altLang="en-US" sz="2800" b="1" dirty="0">
                <a:latin typeface="微软雅黑" panose="020B0503020204020204" pitchFamily="34" charset="-122"/>
                <a:ea typeface="微软雅黑" panose="020B0503020204020204" pitchFamily="34" charset="-122"/>
              </a:rPr>
              <a:t>波线上任意两点的相位差</a:t>
            </a:r>
            <a:endParaRPr lang="zh-CN" altLang="en-US" sz="2800" b="1" dirty="0">
              <a:latin typeface="微软雅黑" panose="020B0503020204020204" pitchFamily="34" charset="-122"/>
              <a:ea typeface="微软雅黑" panose="020B0503020204020204" pitchFamily="34" charset="-122"/>
            </a:endParaRPr>
          </a:p>
        </p:txBody>
      </p:sp>
      <p:grpSp>
        <p:nvGrpSpPr>
          <p:cNvPr id="4" name="Group 3"/>
          <p:cNvGrpSpPr/>
          <p:nvPr/>
        </p:nvGrpSpPr>
        <p:grpSpPr>
          <a:xfrm>
            <a:off x="1817688" y="1143000"/>
            <a:ext cx="5878512" cy="2508250"/>
            <a:chOff x="1002" y="931"/>
            <a:chExt cx="3067" cy="1037"/>
          </a:xfrm>
        </p:grpSpPr>
        <p:sp>
          <p:nvSpPr>
            <p:cNvPr id="12313" name="Rectangle 4"/>
            <p:cNvSpPr/>
            <p:nvPr/>
          </p:nvSpPr>
          <p:spPr>
            <a:xfrm>
              <a:off x="1008" y="960"/>
              <a:ext cx="3061" cy="1008"/>
            </a:xfrm>
            <a:prstGeom prst="rect">
              <a:avLst/>
            </a:prstGeom>
            <a:noFill/>
            <a:ln w="9525">
              <a:noFill/>
            </a:ln>
          </p:spPr>
          <p:txBody>
            <a:bodyPr wrap="none" anchor="ctr"/>
            <a:p>
              <a:pPr algn="ctr" eaLnBrk="1" hangingPunct="1"/>
              <a:endParaRPr lang="zh-CN" altLang="en-US" dirty="0">
                <a:latin typeface="Times New Roman" panose="02020603050405020304" pitchFamily="18" charset="0"/>
              </a:endParaRPr>
            </a:p>
          </p:txBody>
        </p:sp>
        <p:grpSp>
          <p:nvGrpSpPr>
            <p:cNvPr id="12314" name="Group 5"/>
            <p:cNvGrpSpPr/>
            <p:nvPr/>
          </p:nvGrpSpPr>
          <p:grpSpPr>
            <a:xfrm>
              <a:off x="1002" y="931"/>
              <a:ext cx="3030" cy="970"/>
              <a:chOff x="1337" y="300"/>
              <a:chExt cx="3415" cy="1225"/>
            </a:xfrm>
          </p:grpSpPr>
          <p:sp>
            <p:nvSpPr>
              <p:cNvPr id="12315" name="Line 6"/>
              <p:cNvSpPr/>
              <p:nvPr/>
            </p:nvSpPr>
            <p:spPr>
              <a:xfrm>
                <a:off x="2403" y="768"/>
                <a:ext cx="429" cy="0"/>
              </a:xfrm>
              <a:prstGeom prst="line">
                <a:avLst/>
              </a:prstGeom>
              <a:ln w="38100" cap="flat" cmpd="sng">
                <a:solidFill>
                  <a:srgbClr val="FF0000"/>
                </a:solidFill>
                <a:prstDash val="solid"/>
                <a:headEnd type="none" w="med" len="sm"/>
                <a:tailEnd type="triangle" w="med" len="sm"/>
              </a:ln>
            </p:spPr>
          </p:sp>
          <p:grpSp>
            <p:nvGrpSpPr>
              <p:cNvPr id="12316" name="Group 7"/>
              <p:cNvGrpSpPr/>
              <p:nvPr/>
            </p:nvGrpSpPr>
            <p:grpSpPr>
              <a:xfrm>
                <a:off x="1337" y="300"/>
                <a:ext cx="3415" cy="1225"/>
                <a:chOff x="1241" y="300"/>
                <a:chExt cx="3415" cy="1225"/>
              </a:xfrm>
            </p:grpSpPr>
            <p:sp>
              <p:nvSpPr>
                <p:cNvPr id="12317" name="Line 8"/>
                <p:cNvSpPr/>
                <p:nvPr/>
              </p:nvSpPr>
              <p:spPr>
                <a:xfrm>
                  <a:off x="2112" y="1200"/>
                  <a:ext cx="1392" cy="0"/>
                </a:xfrm>
                <a:prstGeom prst="line">
                  <a:avLst/>
                </a:prstGeom>
                <a:ln w="12700">
                  <a:noFill/>
                </a:ln>
              </p:spPr>
            </p:sp>
            <p:sp>
              <p:nvSpPr>
                <p:cNvPr id="12318" name="Line 9"/>
                <p:cNvSpPr/>
                <p:nvPr/>
              </p:nvSpPr>
              <p:spPr>
                <a:xfrm>
                  <a:off x="1418" y="584"/>
                  <a:ext cx="1" cy="616"/>
                </a:xfrm>
                <a:prstGeom prst="line">
                  <a:avLst/>
                </a:prstGeom>
                <a:ln w="19050" cap="flat" cmpd="sng">
                  <a:solidFill>
                    <a:srgbClr val="000000"/>
                  </a:solidFill>
                  <a:prstDash val="solid"/>
                  <a:headEnd type="triangle" w="med" len="sm"/>
                  <a:tailEnd type="none" w="med" len="sm"/>
                </a:ln>
              </p:spPr>
            </p:sp>
            <p:sp>
              <p:nvSpPr>
                <p:cNvPr id="12319" name="Line 10"/>
                <p:cNvSpPr/>
                <p:nvPr/>
              </p:nvSpPr>
              <p:spPr>
                <a:xfrm flipV="1">
                  <a:off x="1419" y="906"/>
                  <a:ext cx="3237" cy="3"/>
                </a:xfrm>
                <a:prstGeom prst="line">
                  <a:avLst/>
                </a:prstGeom>
                <a:ln w="19050" cap="flat" cmpd="sng">
                  <a:solidFill>
                    <a:srgbClr val="000000"/>
                  </a:solidFill>
                  <a:prstDash val="solid"/>
                  <a:headEnd type="none" w="med" len="sm"/>
                  <a:tailEnd type="triangle" w="med" len="sm"/>
                </a:ln>
              </p:spPr>
            </p:sp>
            <p:sp>
              <p:nvSpPr>
                <p:cNvPr id="12320" name="Freeform 11"/>
                <p:cNvSpPr/>
                <p:nvPr/>
              </p:nvSpPr>
              <p:spPr>
                <a:xfrm>
                  <a:off x="2107" y="908"/>
                  <a:ext cx="715" cy="163"/>
                </a:xfrm>
                <a:custGeom>
                  <a:avLst/>
                  <a:gdLst>
                    <a:gd name="txL" fmla="*/ 0 w 20000"/>
                    <a:gd name="txT" fmla="*/ 0 h 20000"/>
                    <a:gd name="txR" fmla="*/ 20000 w 20000"/>
                    <a:gd name="txB" fmla="*/ 20000 h 2000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000" h="20000">
                      <a:moveTo>
                        <a:pt x="0" y="0"/>
                      </a:moveTo>
                      <a:lnTo>
                        <a:pt x="205" y="614"/>
                      </a:lnTo>
                      <a:lnTo>
                        <a:pt x="395" y="1257"/>
                      </a:lnTo>
                      <a:lnTo>
                        <a:pt x="599" y="1871"/>
                      </a:lnTo>
                      <a:lnTo>
                        <a:pt x="789" y="2515"/>
                      </a:lnTo>
                      <a:lnTo>
                        <a:pt x="994" y="3129"/>
                      </a:lnTo>
                      <a:lnTo>
                        <a:pt x="1184" y="3743"/>
                      </a:lnTo>
                      <a:lnTo>
                        <a:pt x="1389" y="4357"/>
                      </a:lnTo>
                      <a:lnTo>
                        <a:pt x="1579" y="4971"/>
                      </a:lnTo>
                      <a:lnTo>
                        <a:pt x="1784" y="5585"/>
                      </a:lnTo>
                      <a:lnTo>
                        <a:pt x="1974" y="6140"/>
                      </a:lnTo>
                      <a:lnTo>
                        <a:pt x="2178" y="6725"/>
                      </a:lnTo>
                      <a:lnTo>
                        <a:pt x="2368" y="7310"/>
                      </a:lnTo>
                      <a:lnTo>
                        <a:pt x="2573" y="7895"/>
                      </a:lnTo>
                      <a:lnTo>
                        <a:pt x="2778" y="8480"/>
                      </a:lnTo>
                      <a:lnTo>
                        <a:pt x="2968" y="9035"/>
                      </a:lnTo>
                      <a:lnTo>
                        <a:pt x="3173" y="9591"/>
                      </a:lnTo>
                      <a:lnTo>
                        <a:pt x="3363" y="10117"/>
                      </a:lnTo>
                      <a:lnTo>
                        <a:pt x="3567" y="10673"/>
                      </a:lnTo>
                      <a:lnTo>
                        <a:pt x="3757" y="11199"/>
                      </a:lnTo>
                      <a:lnTo>
                        <a:pt x="3962" y="11725"/>
                      </a:lnTo>
                      <a:lnTo>
                        <a:pt x="4152" y="12222"/>
                      </a:lnTo>
                      <a:lnTo>
                        <a:pt x="4371" y="12719"/>
                      </a:lnTo>
                      <a:lnTo>
                        <a:pt x="4576" y="13187"/>
                      </a:lnTo>
                      <a:lnTo>
                        <a:pt x="4781" y="13655"/>
                      </a:lnTo>
                      <a:lnTo>
                        <a:pt x="4971" y="14152"/>
                      </a:lnTo>
                      <a:lnTo>
                        <a:pt x="5175" y="14561"/>
                      </a:lnTo>
                      <a:lnTo>
                        <a:pt x="5380" y="15000"/>
                      </a:lnTo>
                      <a:lnTo>
                        <a:pt x="5570" y="15439"/>
                      </a:lnTo>
                      <a:lnTo>
                        <a:pt x="5775" y="15848"/>
                      </a:lnTo>
                      <a:lnTo>
                        <a:pt x="5994" y="16199"/>
                      </a:lnTo>
                      <a:lnTo>
                        <a:pt x="6184" y="16608"/>
                      </a:lnTo>
                      <a:lnTo>
                        <a:pt x="6389" y="16959"/>
                      </a:lnTo>
                      <a:lnTo>
                        <a:pt x="6579" y="17310"/>
                      </a:lnTo>
                      <a:lnTo>
                        <a:pt x="6784" y="17602"/>
                      </a:lnTo>
                      <a:lnTo>
                        <a:pt x="7003" y="17924"/>
                      </a:lnTo>
                      <a:lnTo>
                        <a:pt x="7208" y="18187"/>
                      </a:lnTo>
                      <a:lnTo>
                        <a:pt x="7398" y="18450"/>
                      </a:lnTo>
                      <a:lnTo>
                        <a:pt x="7617" y="18713"/>
                      </a:lnTo>
                      <a:lnTo>
                        <a:pt x="7822" y="18947"/>
                      </a:lnTo>
                      <a:lnTo>
                        <a:pt x="8026" y="19152"/>
                      </a:lnTo>
                      <a:lnTo>
                        <a:pt x="8231" y="19327"/>
                      </a:lnTo>
                      <a:lnTo>
                        <a:pt x="8436" y="19474"/>
                      </a:lnTo>
                      <a:lnTo>
                        <a:pt x="8655" y="19649"/>
                      </a:lnTo>
                      <a:lnTo>
                        <a:pt x="8860" y="19766"/>
                      </a:lnTo>
                      <a:lnTo>
                        <a:pt x="9064" y="19854"/>
                      </a:lnTo>
                      <a:lnTo>
                        <a:pt x="9269" y="19912"/>
                      </a:lnTo>
                      <a:lnTo>
                        <a:pt x="9474" y="19942"/>
                      </a:lnTo>
                      <a:lnTo>
                        <a:pt x="9693" y="19942"/>
                      </a:lnTo>
                      <a:lnTo>
                        <a:pt x="9912" y="19971"/>
                      </a:lnTo>
                      <a:lnTo>
                        <a:pt x="10117" y="19912"/>
                      </a:lnTo>
                      <a:lnTo>
                        <a:pt x="10336" y="19825"/>
                      </a:lnTo>
                      <a:lnTo>
                        <a:pt x="10556" y="19708"/>
                      </a:lnTo>
                      <a:lnTo>
                        <a:pt x="10789" y="19532"/>
                      </a:lnTo>
                      <a:lnTo>
                        <a:pt x="11009" y="19327"/>
                      </a:lnTo>
                      <a:lnTo>
                        <a:pt x="11243" y="19094"/>
                      </a:lnTo>
                      <a:lnTo>
                        <a:pt x="11477" y="18830"/>
                      </a:lnTo>
                      <a:lnTo>
                        <a:pt x="11711" y="18567"/>
                      </a:lnTo>
                      <a:lnTo>
                        <a:pt x="11959" y="18246"/>
                      </a:lnTo>
                      <a:lnTo>
                        <a:pt x="12208" y="17895"/>
                      </a:lnTo>
                      <a:lnTo>
                        <a:pt x="12456" y="17515"/>
                      </a:lnTo>
                      <a:lnTo>
                        <a:pt x="12705" y="17135"/>
                      </a:lnTo>
                      <a:lnTo>
                        <a:pt x="12953" y="16725"/>
                      </a:lnTo>
                      <a:lnTo>
                        <a:pt x="13202" y="16287"/>
                      </a:lnTo>
                      <a:lnTo>
                        <a:pt x="13450" y="15819"/>
                      </a:lnTo>
                      <a:lnTo>
                        <a:pt x="13699" y="15351"/>
                      </a:lnTo>
                      <a:lnTo>
                        <a:pt x="13947" y="14825"/>
                      </a:lnTo>
                      <a:lnTo>
                        <a:pt x="14196" y="14357"/>
                      </a:lnTo>
                      <a:lnTo>
                        <a:pt x="14444" y="13830"/>
                      </a:lnTo>
                      <a:lnTo>
                        <a:pt x="14693" y="13304"/>
                      </a:lnTo>
                      <a:lnTo>
                        <a:pt x="14956" y="12749"/>
                      </a:lnTo>
                      <a:lnTo>
                        <a:pt x="15205" y="12222"/>
                      </a:lnTo>
                      <a:lnTo>
                        <a:pt x="15453" y="11637"/>
                      </a:lnTo>
                      <a:lnTo>
                        <a:pt x="15687" y="11111"/>
                      </a:lnTo>
                      <a:lnTo>
                        <a:pt x="15921" y="10556"/>
                      </a:lnTo>
                      <a:lnTo>
                        <a:pt x="16155" y="10029"/>
                      </a:lnTo>
                      <a:lnTo>
                        <a:pt x="16389" y="9474"/>
                      </a:lnTo>
                      <a:lnTo>
                        <a:pt x="16623" y="8889"/>
                      </a:lnTo>
                      <a:lnTo>
                        <a:pt x="16842" y="8363"/>
                      </a:lnTo>
                      <a:lnTo>
                        <a:pt x="17076" y="7807"/>
                      </a:lnTo>
                      <a:lnTo>
                        <a:pt x="17295" y="7281"/>
                      </a:lnTo>
                      <a:lnTo>
                        <a:pt x="17500" y="6754"/>
                      </a:lnTo>
                      <a:lnTo>
                        <a:pt x="17719" y="6257"/>
                      </a:lnTo>
                      <a:lnTo>
                        <a:pt x="17924" y="5731"/>
                      </a:lnTo>
                      <a:lnTo>
                        <a:pt x="18114" y="5205"/>
                      </a:lnTo>
                      <a:lnTo>
                        <a:pt x="18304" y="4766"/>
                      </a:lnTo>
                      <a:lnTo>
                        <a:pt x="18494" y="4298"/>
                      </a:lnTo>
                      <a:lnTo>
                        <a:pt x="18670" y="3860"/>
                      </a:lnTo>
                      <a:lnTo>
                        <a:pt x="18845" y="3392"/>
                      </a:lnTo>
                      <a:lnTo>
                        <a:pt x="19020" y="2982"/>
                      </a:lnTo>
                      <a:lnTo>
                        <a:pt x="19181" y="2632"/>
                      </a:lnTo>
                      <a:lnTo>
                        <a:pt x="19342" y="2251"/>
                      </a:lnTo>
                      <a:lnTo>
                        <a:pt x="19488" y="1901"/>
                      </a:lnTo>
                      <a:lnTo>
                        <a:pt x="19620" y="1608"/>
                      </a:lnTo>
                      <a:lnTo>
                        <a:pt x="19751" y="1316"/>
                      </a:lnTo>
                      <a:lnTo>
                        <a:pt x="19883" y="1053"/>
                      </a:lnTo>
                      <a:lnTo>
                        <a:pt x="19985" y="848"/>
                      </a:lnTo>
                    </a:path>
                  </a:pathLst>
                </a:custGeom>
                <a:noFill/>
                <a:ln w="38100" cap="flat" cmpd="sng">
                  <a:solidFill>
                    <a:schemeClr val="tx1">
                      <a:alpha val="100000"/>
                    </a:schemeClr>
                  </a:solidFill>
                  <a:prstDash val="sysDot"/>
                  <a:round/>
                  <a:headEnd type="none" w="med" len="med"/>
                  <a:tailEnd type="none" w="med" len="med"/>
                </a:ln>
              </p:spPr>
              <p:txBody>
                <a:bodyPr/>
                <a:p>
                  <a:endParaRPr lang="zh-CN" altLang="en-US"/>
                </a:p>
              </p:txBody>
            </p:sp>
            <p:sp>
              <p:nvSpPr>
                <p:cNvPr id="12321" name="Freeform 12"/>
                <p:cNvSpPr/>
                <p:nvPr/>
              </p:nvSpPr>
              <p:spPr>
                <a:xfrm>
                  <a:off x="1399" y="756"/>
                  <a:ext cx="715" cy="163"/>
                </a:xfrm>
                <a:custGeom>
                  <a:avLst/>
                  <a:gdLst>
                    <a:gd name="txL" fmla="*/ 0 w 20000"/>
                    <a:gd name="txT" fmla="*/ 0 h 20000"/>
                    <a:gd name="txR" fmla="*/ 20000 w 20000"/>
                    <a:gd name="txB" fmla="*/ 20000 h 2000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000" h="20000">
                      <a:moveTo>
                        <a:pt x="19985" y="19971"/>
                      </a:moveTo>
                      <a:lnTo>
                        <a:pt x="19795" y="19357"/>
                      </a:lnTo>
                      <a:lnTo>
                        <a:pt x="19591" y="18713"/>
                      </a:lnTo>
                      <a:lnTo>
                        <a:pt x="19401" y="18099"/>
                      </a:lnTo>
                      <a:lnTo>
                        <a:pt x="19196" y="17456"/>
                      </a:lnTo>
                      <a:lnTo>
                        <a:pt x="19006" y="16842"/>
                      </a:lnTo>
                      <a:lnTo>
                        <a:pt x="18801" y="16228"/>
                      </a:lnTo>
                      <a:lnTo>
                        <a:pt x="18611" y="15643"/>
                      </a:lnTo>
                      <a:lnTo>
                        <a:pt x="18406" y="15000"/>
                      </a:lnTo>
                      <a:lnTo>
                        <a:pt x="18202" y="14415"/>
                      </a:lnTo>
                      <a:lnTo>
                        <a:pt x="18012" y="13830"/>
                      </a:lnTo>
                      <a:lnTo>
                        <a:pt x="17807" y="13246"/>
                      </a:lnTo>
                      <a:lnTo>
                        <a:pt x="17617" y="12661"/>
                      </a:lnTo>
                      <a:lnTo>
                        <a:pt x="17412" y="12076"/>
                      </a:lnTo>
                      <a:lnTo>
                        <a:pt x="17222" y="11520"/>
                      </a:lnTo>
                      <a:lnTo>
                        <a:pt x="17018" y="10965"/>
                      </a:lnTo>
                      <a:lnTo>
                        <a:pt x="16827" y="10380"/>
                      </a:lnTo>
                      <a:lnTo>
                        <a:pt x="16623" y="9854"/>
                      </a:lnTo>
                      <a:lnTo>
                        <a:pt x="16433" y="9298"/>
                      </a:lnTo>
                      <a:lnTo>
                        <a:pt x="16228" y="8772"/>
                      </a:lnTo>
                      <a:lnTo>
                        <a:pt x="16038" y="8246"/>
                      </a:lnTo>
                      <a:lnTo>
                        <a:pt x="15833" y="7778"/>
                      </a:lnTo>
                      <a:lnTo>
                        <a:pt x="15629" y="7251"/>
                      </a:lnTo>
                      <a:lnTo>
                        <a:pt x="15424" y="6784"/>
                      </a:lnTo>
                      <a:lnTo>
                        <a:pt x="15205" y="6316"/>
                      </a:lnTo>
                      <a:lnTo>
                        <a:pt x="15015" y="5848"/>
                      </a:lnTo>
                      <a:lnTo>
                        <a:pt x="14810" y="5409"/>
                      </a:lnTo>
                      <a:lnTo>
                        <a:pt x="14620" y="4971"/>
                      </a:lnTo>
                      <a:lnTo>
                        <a:pt x="14415" y="4561"/>
                      </a:lnTo>
                      <a:lnTo>
                        <a:pt x="14211" y="4152"/>
                      </a:lnTo>
                      <a:lnTo>
                        <a:pt x="14006" y="3772"/>
                      </a:lnTo>
                      <a:lnTo>
                        <a:pt x="13801" y="3363"/>
                      </a:lnTo>
                      <a:lnTo>
                        <a:pt x="13611" y="3012"/>
                      </a:lnTo>
                      <a:lnTo>
                        <a:pt x="13406" y="2690"/>
                      </a:lnTo>
                      <a:lnTo>
                        <a:pt x="13202" y="2368"/>
                      </a:lnTo>
                      <a:lnTo>
                        <a:pt x="12997" y="2047"/>
                      </a:lnTo>
                      <a:lnTo>
                        <a:pt x="12792" y="1813"/>
                      </a:lnTo>
                      <a:lnTo>
                        <a:pt x="12588" y="1520"/>
                      </a:lnTo>
                      <a:lnTo>
                        <a:pt x="12383" y="1257"/>
                      </a:lnTo>
                      <a:lnTo>
                        <a:pt x="12178" y="1023"/>
                      </a:lnTo>
                      <a:lnTo>
                        <a:pt x="11959" y="819"/>
                      </a:lnTo>
                      <a:lnTo>
                        <a:pt x="11754" y="643"/>
                      </a:lnTo>
                      <a:lnTo>
                        <a:pt x="11550" y="497"/>
                      </a:lnTo>
                      <a:lnTo>
                        <a:pt x="11345" y="322"/>
                      </a:lnTo>
                      <a:lnTo>
                        <a:pt x="11140" y="205"/>
                      </a:lnTo>
                      <a:lnTo>
                        <a:pt x="10921" y="117"/>
                      </a:lnTo>
                      <a:lnTo>
                        <a:pt x="10716" y="88"/>
                      </a:lnTo>
                      <a:lnTo>
                        <a:pt x="10512" y="29"/>
                      </a:lnTo>
                      <a:lnTo>
                        <a:pt x="10292" y="29"/>
                      </a:lnTo>
                      <a:lnTo>
                        <a:pt x="10088" y="0"/>
                      </a:lnTo>
                      <a:lnTo>
                        <a:pt x="9883" y="58"/>
                      </a:lnTo>
                      <a:lnTo>
                        <a:pt x="9664" y="146"/>
                      </a:lnTo>
                      <a:lnTo>
                        <a:pt x="9430" y="263"/>
                      </a:lnTo>
                      <a:lnTo>
                        <a:pt x="9211" y="439"/>
                      </a:lnTo>
                      <a:lnTo>
                        <a:pt x="8977" y="643"/>
                      </a:lnTo>
                      <a:lnTo>
                        <a:pt x="8743" y="877"/>
                      </a:lnTo>
                      <a:lnTo>
                        <a:pt x="8509" y="1140"/>
                      </a:lnTo>
                      <a:lnTo>
                        <a:pt x="8275" y="1433"/>
                      </a:lnTo>
                      <a:lnTo>
                        <a:pt x="8026" y="1725"/>
                      </a:lnTo>
                      <a:lnTo>
                        <a:pt x="7778" y="2076"/>
                      </a:lnTo>
                      <a:lnTo>
                        <a:pt x="7529" y="2456"/>
                      </a:lnTo>
                      <a:lnTo>
                        <a:pt x="7281" y="2836"/>
                      </a:lnTo>
                      <a:lnTo>
                        <a:pt x="7032" y="3246"/>
                      </a:lnTo>
                      <a:lnTo>
                        <a:pt x="6784" y="3713"/>
                      </a:lnTo>
                      <a:lnTo>
                        <a:pt x="6535" y="4152"/>
                      </a:lnTo>
                      <a:lnTo>
                        <a:pt x="6287" y="4620"/>
                      </a:lnTo>
                      <a:lnTo>
                        <a:pt x="6038" y="5146"/>
                      </a:lnTo>
                      <a:lnTo>
                        <a:pt x="5789" y="5643"/>
                      </a:lnTo>
                      <a:lnTo>
                        <a:pt x="5541" y="6140"/>
                      </a:lnTo>
                      <a:lnTo>
                        <a:pt x="5292" y="6696"/>
                      </a:lnTo>
                      <a:lnTo>
                        <a:pt x="5044" y="7222"/>
                      </a:lnTo>
                      <a:lnTo>
                        <a:pt x="4795" y="7778"/>
                      </a:lnTo>
                      <a:lnTo>
                        <a:pt x="4547" y="8333"/>
                      </a:lnTo>
                      <a:lnTo>
                        <a:pt x="4298" y="8860"/>
                      </a:lnTo>
                      <a:lnTo>
                        <a:pt x="4064" y="9415"/>
                      </a:lnTo>
                      <a:lnTo>
                        <a:pt x="3845" y="9942"/>
                      </a:lnTo>
                      <a:lnTo>
                        <a:pt x="3596" y="10526"/>
                      </a:lnTo>
                      <a:lnTo>
                        <a:pt x="3377" y="11082"/>
                      </a:lnTo>
                      <a:lnTo>
                        <a:pt x="3143" y="11608"/>
                      </a:lnTo>
                      <a:lnTo>
                        <a:pt x="2924" y="12164"/>
                      </a:lnTo>
                      <a:lnTo>
                        <a:pt x="2705" y="12690"/>
                      </a:lnTo>
                      <a:lnTo>
                        <a:pt x="2500" y="13216"/>
                      </a:lnTo>
                      <a:lnTo>
                        <a:pt x="2281" y="13713"/>
                      </a:lnTo>
                      <a:lnTo>
                        <a:pt x="2061" y="14269"/>
                      </a:lnTo>
                      <a:lnTo>
                        <a:pt x="1871" y="14766"/>
                      </a:lnTo>
                      <a:lnTo>
                        <a:pt x="1681" y="15234"/>
                      </a:lnTo>
                      <a:lnTo>
                        <a:pt x="1491" y="15673"/>
                      </a:lnTo>
                      <a:lnTo>
                        <a:pt x="1316" y="16111"/>
                      </a:lnTo>
                      <a:lnTo>
                        <a:pt x="1140" y="16579"/>
                      </a:lnTo>
                      <a:lnTo>
                        <a:pt x="965" y="16988"/>
                      </a:lnTo>
                      <a:lnTo>
                        <a:pt x="819" y="17339"/>
                      </a:lnTo>
                      <a:lnTo>
                        <a:pt x="658" y="17719"/>
                      </a:lnTo>
                      <a:lnTo>
                        <a:pt x="512" y="18070"/>
                      </a:lnTo>
                      <a:lnTo>
                        <a:pt x="380" y="18363"/>
                      </a:lnTo>
                      <a:lnTo>
                        <a:pt x="234" y="18655"/>
                      </a:lnTo>
                      <a:lnTo>
                        <a:pt x="102" y="18918"/>
                      </a:lnTo>
                      <a:lnTo>
                        <a:pt x="0" y="19123"/>
                      </a:lnTo>
                    </a:path>
                  </a:pathLst>
                </a:custGeom>
                <a:noFill/>
                <a:ln w="38100" cap="flat" cmpd="sng">
                  <a:solidFill>
                    <a:schemeClr val="tx1">
                      <a:alpha val="100000"/>
                    </a:schemeClr>
                  </a:solidFill>
                  <a:prstDash val="sysDot"/>
                  <a:round/>
                  <a:headEnd type="none" w="med" len="med"/>
                  <a:tailEnd type="none" w="med" len="med"/>
                </a:ln>
              </p:spPr>
              <p:txBody>
                <a:bodyPr/>
                <a:p>
                  <a:endParaRPr lang="zh-CN" altLang="en-US"/>
                </a:p>
              </p:txBody>
            </p:sp>
            <p:sp>
              <p:nvSpPr>
                <p:cNvPr id="12322" name="Line 13"/>
                <p:cNvSpPr/>
                <p:nvPr/>
              </p:nvSpPr>
              <p:spPr>
                <a:xfrm>
                  <a:off x="1429" y="751"/>
                  <a:ext cx="387" cy="1"/>
                </a:xfrm>
                <a:prstGeom prst="line">
                  <a:avLst/>
                </a:prstGeom>
                <a:ln w="12700">
                  <a:noFill/>
                </a:ln>
              </p:spPr>
            </p:sp>
            <p:sp>
              <p:nvSpPr>
                <p:cNvPr id="12323" name="Freeform 14"/>
                <p:cNvSpPr/>
                <p:nvPr/>
              </p:nvSpPr>
              <p:spPr>
                <a:xfrm>
                  <a:off x="3531" y="915"/>
                  <a:ext cx="715" cy="163"/>
                </a:xfrm>
                <a:custGeom>
                  <a:avLst/>
                  <a:gdLst>
                    <a:gd name="txL" fmla="*/ 0 w 20000"/>
                    <a:gd name="txT" fmla="*/ 0 h 20000"/>
                    <a:gd name="txR" fmla="*/ 20000 w 20000"/>
                    <a:gd name="txB" fmla="*/ 20000 h 2000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000" h="20000">
                      <a:moveTo>
                        <a:pt x="0" y="0"/>
                      </a:moveTo>
                      <a:lnTo>
                        <a:pt x="205" y="614"/>
                      </a:lnTo>
                      <a:lnTo>
                        <a:pt x="395" y="1257"/>
                      </a:lnTo>
                      <a:lnTo>
                        <a:pt x="599" y="1871"/>
                      </a:lnTo>
                      <a:lnTo>
                        <a:pt x="789" y="2515"/>
                      </a:lnTo>
                      <a:lnTo>
                        <a:pt x="994" y="3129"/>
                      </a:lnTo>
                      <a:lnTo>
                        <a:pt x="1184" y="3743"/>
                      </a:lnTo>
                      <a:lnTo>
                        <a:pt x="1389" y="4357"/>
                      </a:lnTo>
                      <a:lnTo>
                        <a:pt x="1579" y="4971"/>
                      </a:lnTo>
                      <a:lnTo>
                        <a:pt x="1784" y="5585"/>
                      </a:lnTo>
                      <a:lnTo>
                        <a:pt x="1974" y="6140"/>
                      </a:lnTo>
                      <a:lnTo>
                        <a:pt x="2178" y="6725"/>
                      </a:lnTo>
                      <a:lnTo>
                        <a:pt x="2368" y="7310"/>
                      </a:lnTo>
                      <a:lnTo>
                        <a:pt x="2573" y="7895"/>
                      </a:lnTo>
                      <a:lnTo>
                        <a:pt x="2778" y="8480"/>
                      </a:lnTo>
                      <a:lnTo>
                        <a:pt x="2968" y="9035"/>
                      </a:lnTo>
                      <a:lnTo>
                        <a:pt x="3173" y="9591"/>
                      </a:lnTo>
                      <a:lnTo>
                        <a:pt x="3363" y="10117"/>
                      </a:lnTo>
                      <a:lnTo>
                        <a:pt x="3567" y="10673"/>
                      </a:lnTo>
                      <a:lnTo>
                        <a:pt x="3757" y="11199"/>
                      </a:lnTo>
                      <a:lnTo>
                        <a:pt x="3962" y="11725"/>
                      </a:lnTo>
                      <a:lnTo>
                        <a:pt x="4152" y="12222"/>
                      </a:lnTo>
                      <a:lnTo>
                        <a:pt x="4371" y="12719"/>
                      </a:lnTo>
                      <a:lnTo>
                        <a:pt x="4576" y="13187"/>
                      </a:lnTo>
                      <a:lnTo>
                        <a:pt x="4781" y="13655"/>
                      </a:lnTo>
                      <a:lnTo>
                        <a:pt x="4971" y="14152"/>
                      </a:lnTo>
                      <a:lnTo>
                        <a:pt x="5175" y="14561"/>
                      </a:lnTo>
                      <a:lnTo>
                        <a:pt x="5380" y="15000"/>
                      </a:lnTo>
                      <a:lnTo>
                        <a:pt x="5570" y="15439"/>
                      </a:lnTo>
                      <a:lnTo>
                        <a:pt x="5775" y="15848"/>
                      </a:lnTo>
                      <a:lnTo>
                        <a:pt x="5994" y="16199"/>
                      </a:lnTo>
                      <a:lnTo>
                        <a:pt x="6184" y="16608"/>
                      </a:lnTo>
                      <a:lnTo>
                        <a:pt x="6389" y="16959"/>
                      </a:lnTo>
                      <a:lnTo>
                        <a:pt x="6579" y="17310"/>
                      </a:lnTo>
                      <a:lnTo>
                        <a:pt x="6784" y="17602"/>
                      </a:lnTo>
                      <a:lnTo>
                        <a:pt x="7003" y="17924"/>
                      </a:lnTo>
                      <a:lnTo>
                        <a:pt x="7208" y="18187"/>
                      </a:lnTo>
                      <a:lnTo>
                        <a:pt x="7398" y="18450"/>
                      </a:lnTo>
                      <a:lnTo>
                        <a:pt x="7617" y="18713"/>
                      </a:lnTo>
                      <a:lnTo>
                        <a:pt x="7822" y="18947"/>
                      </a:lnTo>
                      <a:lnTo>
                        <a:pt x="8026" y="19152"/>
                      </a:lnTo>
                      <a:lnTo>
                        <a:pt x="8231" y="19327"/>
                      </a:lnTo>
                      <a:lnTo>
                        <a:pt x="8436" y="19474"/>
                      </a:lnTo>
                      <a:lnTo>
                        <a:pt x="8655" y="19649"/>
                      </a:lnTo>
                      <a:lnTo>
                        <a:pt x="8860" y="19766"/>
                      </a:lnTo>
                      <a:lnTo>
                        <a:pt x="9064" y="19854"/>
                      </a:lnTo>
                      <a:lnTo>
                        <a:pt x="9269" y="19912"/>
                      </a:lnTo>
                      <a:lnTo>
                        <a:pt x="9474" y="19942"/>
                      </a:lnTo>
                      <a:lnTo>
                        <a:pt x="9693" y="19942"/>
                      </a:lnTo>
                      <a:lnTo>
                        <a:pt x="9912" y="19971"/>
                      </a:lnTo>
                      <a:lnTo>
                        <a:pt x="10117" y="19912"/>
                      </a:lnTo>
                      <a:lnTo>
                        <a:pt x="10336" y="19825"/>
                      </a:lnTo>
                      <a:lnTo>
                        <a:pt x="10556" y="19708"/>
                      </a:lnTo>
                      <a:lnTo>
                        <a:pt x="10789" y="19532"/>
                      </a:lnTo>
                      <a:lnTo>
                        <a:pt x="11009" y="19327"/>
                      </a:lnTo>
                      <a:lnTo>
                        <a:pt x="11243" y="19094"/>
                      </a:lnTo>
                      <a:lnTo>
                        <a:pt x="11477" y="18830"/>
                      </a:lnTo>
                      <a:lnTo>
                        <a:pt x="11711" y="18567"/>
                      </a:lnTo>
                      <a:lnTo>
                        <a:pt x="11959" y="18246"/>
                      </a:lnTo>
                      <a:lnTo>
                        <a:pt x="12208" y="17895"/>
                      </a:lnTo>
                      <a:lnTo>
                        <a:pt x="12456" y="17515"/>
                      </a:lnTo>
                      <a:lnTo>
                        <a:pt x="12705" y="17135"/>
                      </a:lnTo>
                      <a:lnTo>
                        <a:pt x="12953" y="16725"/>
                      </a:lnTo>
                      <a:lnTo>
                        <a:pt x="13202" y="16287"/>
                      </a:lnTo>
                      <a:lnTo>
                        <a:pt x="13450" y="15819"/>
                      </a:lnTo>
                      <a:lnTo>
                        <a:pt x="13699" y="15351"/>
                      </a:lnTo>
                      <a:lnTo>
                        <a:pt x="13947" y="14825"/>
                      </a:lnTo>
                      <a:lnTo>
                        <a:pt x="14196" y="14357"/>
                      </a:lnTo>
                      <a:lnTo>
                        <a:pt x="14444" y="13830"/>
                      </a:lnTo>
                      <a:lnTo>
                        <a:pt x="14693" y="13304"/>
                      </a:lnTo>
                      <a:lnTo>
                        <a:pt x="14956" y="12749"/>
                      </a:lnTo>
                      <a:lnTo>
                        <a:pt x="15205" y="12222"/>
                      </a:lnTo>
                      <a:lnTo>
                        <a:pt x="15453" y="11637"/>
                      </a:lnTo>
                      <a:lnTo>
                        <a:pt x="15687" y="11111"/>
                      </a:lnTo>
                      <a:lnTo>
                        <a:pt x="15921" y="10556"/>
                      </a:lnTo>
                      <a:lnTo>
                        <a:pt x="16155" y="10029"/>
                      </a:lnTo>
                      <a:lnTo>
                        <a:pt x="16389" y="9474"/>
                      </a:lnTo>
                      <a:lnTo>
                        <a:pt x="16623" y="8889"/>
                      </a:lnTo>
                      <a:lnTo>
                        <a:pt x="16842" y="8363"/>
                      </a:lnTo>
                      <a:lnTo>
                        <a:pt x="17076" y="7807"/>
                      </a:lnTo>
                      <a:lnTo>
                        <a:pt x="17295" y="7281"/>
                      </a:lnTo>
                      <a:lnTo>
                        <a:pt x="17500" y="6754"/>
                      </a:lnTo>
                      <a:lnTo>
                        <a:pt x="17719" y="6257"/>
                      </a:lnTo>
                      <a:lnTo>
                        <a:pt x="17924" y="5731"/>
                      </a:lnTo>
                      <a:lnTo>
                        <a:pt x="18114" y="5205"/>
                      </a:lnTo>
                      <a:lnTo>
                        <a:pt x="18304" y="4766"/>
                      </a:lnTo>
                      <a:lnTo>
                        <a:pt x="18494" y="4298"/>
                      </a:lnTo>
                      <a:lnTo>
                        <a:pt x="18670" y="3860"/>
                      </a:lnTo>
                      <a:lnTo>
                        <a:pt x="18845" y="3392"/>
                      </a:lnTo>
                      <a:lnTo>
                        <a:pt x="19020" y="2982"/>
                      </a:lnTo>
                      <a:lnTo>
                        <a:pt x="19181" y="2632"/>
                      </a:lnTo>
                      <a:lnTo>
                        <a:pt x="19342" y="2251"/>
                      </a:lnTo>
                      <a:lnTo>
                        <a:pt x="19488" y="1901"/>
                      </a:lnTo>
                      <a:lnTo>
                        <a:pt x="19620" y="1608"/>
                      </a:lnTo>
                      <a:lnTo>
                        <a:pt x="19751" y="1316"/>
                      </a:lnTo>
                      <a:lnTo>
                        <a:pt x="19883" y="1053"/>
                      </a:lnTo>
                      <a:lnTo>
                        <a:pt x="19985" y="848"/>
                      </a:lnTo>
                    </a:path>
                  </a:pathLst>
                </a:custGeom>
                <a:noFill/>
                <a:ln w="38100" cap="flat" cmpd="sng">
                  <a:solidFill>
                    <a:schemeClr val="tx1">
                      <a:alpha val="100000"/>
                    </a:schemeClr>
                  </a:solidFill>
                  <a:prstDash val="sysDot"/>
                  <a:round/>
                  <a:headEnd type="none" w="med" len="med"/>
                  <a:tailEnd type="none" w="med" len="med"/>
                </a:ln>
              </p:spPr>
              <p:txBody>
                <a:bodyPr/>
                <a:p>
                  <a:endParaRPr lang="zh-CN" altLang="en-US"/>
                </a:p>
              </p:txBody>
            </p:sp>
            <p:sp>
              <p:nvSpPr>
                <p:cNvPr id="12324" name="Freeform 15"/>
                <p:cNvSpPr/>
                <p:nvPr/>
              </p:nvSpPr>
              <p:spPr>
                <a:xfrm>
                  <a:off x="2824" y="763"/>
                  <a:ext cx="715" cy="163"/>
                </a:xfrm>
                <a:custGeom>
                  <a:avLst/>
                  <a:gdLst>
                    <a:gd name="txL" fmla="*/ 0 w 20000"/>
                    <a:gd name="txT" fmla="*/ 0 h 20000"/>
                    <a:gd name="txR" fmla="*/ 20000 w 20000"/>
                    <a:gd name="txB" fmla="*/ 20000 h 2000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0000" h="20000">
                      <a:moveTo>
                        <a:pt x="19985" y="19971"/>
                      </a:moveTo>
                      <a:lnTo>
                        <a:pt x="19795" y="19357"/>
                      </a:lnTo>
                      <a:lnTo>
                        <a:pt x="19591" y="18713"/>
                      </a:lnTo>
                      <a:lnTo>
                        <a:pt x="19401" y="18099"/>
                      </a:lnTo>
                      <a:lnTo>
                        <a:pt x="19196" y="17456"/>
                      </a:lnTo>
                      <a:lnTo>
                        <a:pt x="19006" y="16842"/>
                      </a:lnTo>
                      <a:lnTo>
                        <a:pt x="18801" y="16228"/>
                      </a:lnTo>
                      <a:lnTo>
                        <a:pt x="18611" y="15643"/>
                      </a:lnTo>
                      <a:lnTo>
                        <a:pt x="18406" y="15000"/>
                      </a:lnTo>
                      <a:lnTo>
                        <a:pt x="18202" y="14415"/>
                      </a:lnTo>
                      <a:lnTo>
                        <a:pt x="18012" y="13830"/>
                      </a:lnTo>
                      <a:lnTo>
                        <a:pt x="17807" y="13246"/>
                      </a:lnTo>
                      <a:lnTo>
                        <a:pt x="17617" y="12661"/>
                      </a:lnTo>
                      <a:lnTo>
                        <a:pt x="17412" y="12076"/>
                      </a:lnTo>
                      <a:lnTo>
                        <a:pt x="17222" y="11520"/>
                      </a:lnTo>
                      <a:lnTo>
                        <a:pt x="17018" y="10965"/>
                      </a:lnTo>
                      <a:lnTo>
                        <a:pt x="16827" y="10380"/>
                      </a:lnTo>
                      <a:lnTo>
                        <a:pt x="16623" y="9854"/>
                      </a:lnTo>
                      <a:lnTo>
                        <a:pt x="16433" y="9298"/>
                      </a:lnTo>
                      <a:lnTo>
                        <a:pt x="16228" y="8772"/>
                      </a:lnTo>
                      <a:lnTo>
                        <a:pt x="16038" y="8246"/>
                      </a:lnTo>
                      <a:lnTo>
                        <a:pt x="15833" y="7778"/>
                      </a:lnTo>
                      <a:lnTo>
                        <a:pt x="15629" y="7251"/>
                      </a:lnTo>
                      <a:lnTo>
                        <a:pt x="15424" y="6784"/>
                      </a:lnTo>
                      <a:lnTo>
                        <a:pt x="15205" y="6316"/>
                      </a:lnTo>
                      <a:lnTo>
                        <a:pt x="15015" y="5848"/>
                      </a:lnTo>
                      <a:lnTo>
                        <a:pt x="14810" y="5409"/>
                      </a:lnTo>
                      <a:lnTo>
                        <a:pt x="14620" y="4971"/>
                      </a:lnTo>
                      <a:lnTo>
                        <a:pt x="14415" y="4561"/>
                      </a:lnTo>
                      <a:lnTo>
                        <a:pt x="14211" y="4152"/>
                      </a:lnTo>
                      <a:lnTo>
                        <a:pt x="14006" y="3772"/>
                      </a:lnTo>
                      <a:lnTo>
                        <a:pt x="13801" y="3363"/>
                      </a:lnTo>
                      <a:lnTo>
                        <a:pt x="13611" y="3012"/>
                      </a:lnTo>
                      <a:lnTo>
                        <a:pt x="13406" y="2690"/>
                      </a:lnTo>
                      <a:lnTo>
                        <a:pt x="13202" y="2368"/>
                      </a:lnTo>
                      <a:lnTo>
                        <a:pt x="12997" y="2047"/>
                      </a:lnTo>
                      <a:lnTo>
                        <a:pt x="12792" y="1813"/>
                      </a:lnTo>
                      <a:lnTo>
                        <a:pt x="12588" y="1520"/>
                      </a:lnTo>
                      <a:lnTo>
                        <a:pt x="12383" y="1257"/>
                      </a:lnTo>
                      <a:lnTo>
                        <a:pt x="12178" y="1023"/>
                      </a:lnTo>
                      <a:lnTo>
                        <a:pt x="11959" y="819"/>
                      </a:lnTo>
                      <a:lnTo>
                        <a:pt x="11754" y="643"/>
                      </a:lnTo>
                      <a:lnTo>
                        <a:pt x="11550" y="497"/>
                      </a:lnTo>
                      <a:lnTo>
                        <a:pt x="11345" y="322"/>
                      </a:lnTo>
                      <a:lnTo>
                        <a:pt x="11140" y="205"/>
                      </a:lnTo>
                      <a:lnTo>
                        <a:pt x="10921" y="117"/>
                      </a:lnTo>
                      <a:lnTo>
                        <a:pt x="10716" y="88"/>
                      </a:lnTo>
                      <a:lnTo>
                        <a:pt x="10512" y="29"/>
                      </a:lnTo>
                      <a:lnTo>
                        <a:pt x="10292" y="29"/>
                      </a:lnTo>
                      <a:lnTo>
                        <a:pt x="10088" y="0"/>
                      </a:lnTo>
                      <a:lnTo>
                        <a:pt x="9883" y="58"/>
                      </a:lnTo>
                      <a:lnTo>
                        <a:pt x="9664" y="146"/>
                      </a:lnTo>
                      <a:lnTo>
                        <a:pt x="9430" y="263"/>
                      </a:lnTo>
                      <a:lnTo>
                        <a:pt x="9211" y="439"/>
                      </a:lnTo>
                      <a:lnTo>
                        <a:pt x="8977" y="643"/>
                      </a:lnTo>
                      <a:lnTo>
                        <a:pt x="8743" y="877"/>
                      </a:lnTo>
                      <a:lnTo>
                        <a:pt x="8509" y="1140"/>
                      </a:lnTo>
                      <a:lnTo>
                        <a:pt x="8275" y="1433"/>
                      </a:lnTo>
                      <a:lnTo>
                        <a:pt x="8026" y="1725"/>
                      </a:lnTo>
                      <a:lnTo>
                        <a:pt x="7778" y="2076"/>
                      </a:lnTo>
                      <a:lnTo>
                        <a:pt x="7529" y="2456"/>
                      </a:lnTo>
                      <a:lnTo>
                        <a:pt x="7281" y="2836"/>
                      </a:lnTo>
                      <a:lnTo>
                        <a:pt x="7032" y="3246"/>
                      </a:lnTo>
                      <a:lnTo>
                        <a:pt x="6784" y="3713"/>
                      </a:lnTo>
                      <a:lnTo>
                        <a:pt x="6535" y="4152"/>
                      </a:lnTo>
                      <a:lnTo>
                        <a:pt x="6287" y="4620"/>
                      </a:lnTo>
                      <a:lnTo>
                        <a:pt x="6038" y="5146"/>
                      </a:lnTo>
                      <a:lnTo>
                        <a:pt x="5789" y="5643"/>
                      </a:lnTo>
                      <a:lnTo>
                        <a:pt x="5541" y="6140"/>
                      </a:lnTo>
                      <a:lnTo>
                        <a:pt x="5292" y="6696"/>
                      </a:lnTo>
                      <a:lnTo>
                        <a:pt x="5044" y="7222"/>
                      </a:lnTo>
                      <a:lnTo>
                        <a:pt x="4795" y="7778"/>
                      </a:lnTo>
                      <a:lnTo>
                        <a:pt x="4547" y="8333"/>
                      </a:lnTo>
                      <a:lnTo>
                        <a:pt x="4298" y="8860"/>
                      </a:lnTo>
                      <a:lnTo>
                        <a:pt x="4064" y="9415"/>
                      </a:lnTo>
                      <a:lnTo>
                        <a:pt x="3845" y="9942"/>
                      </a:lnTo>
                      <a:lnTo>
                        <a:pt x="3596" y="10526"/>
                      </a:lnTo>
                      <a:lnTo>
                        <a:pt x="3377" y="11082"/>
                      </a:lnTo>
                      <a:lnTo>
                        <a:pt x="3143" y="11608"/>
                      </a:lnTo>
                      <a:lnTo>
                        <a:pt x="2924" y="12164"/>
                      </a:lnTo>
                      <a:lnTo>
                        <a:pt x="2705" y="12690"/>
                      </a:lnTo>
                      <a:lnTo>
                        <a:pt x="2500" y="13216"/>
                      </a:lnTo>
                      <a:lnTo>
                        <a:pt x="2281" y="13713"/>
                      </a:lnTo>
                      <a:lnTo>
                        <a:pt x="2061" y="14269"/>
                      </a:lnTo>
                      <a:lnTo>
                        <a:pt x="1871" y="14766"/>
                      </a:lnTo>
                      <a:lnTo>
                        <a:pt x="1681" y="15234"/>
                      </a:lnTo>
                      <a:lnTo>
                        <a:pt x="1491" y="15673"/>
                      </a:lnTo>
                      <a:lnTo>
                        <a:pt x="1316" y="16111"/>
                      </a:lnTo>
                      <a:lnTo>
                        <a:pt x="1140" y="16579"/>
                      </a:lnTo>
                      <a:lnTo>
                        <a:pt x="965" y="16988"/>
                      </a:lnTo>
                      <a:lnTo>
                        <a:pt x="819" y="17339"/>
                      </a:lnTo>
                      <a:lnTo>
                        <a:pt x="658" y="17719"/>
                      </a:lnTo>
                      <a:lnTo>
                        <a:pt x="512" y="18070"/>
                      </a:lnTo>
                      <a:lnTo>
                        <a:pt x="380" y="18363"/>
                      </a:lnTo>
                      <a:lnTo>
                        <a:pt x="234" y="18655"/>
                      </a:lnTo>
                      <a:lnTo>
                        <a:pt x="102" y="18918"/>
                      </a:lnTo>
                      <a:lnTo>
                        <a:pt x="0" y="19123"/>
                      </a:lnTo>
                    </a:path>
                  </a:pathLst>
                </a:custGeom>
                <a:noFill/>
                <a:ln w="38100" cap="flat" cmpd="sng">
                  <a:solidFill>
                    <a:schemeClr val="tx1">
                      <a:alpha val="100000"/>
                    </a:schemeClr>
                  </a:solidFill>
                  <a:prstDash val="sysDot"/>
                  <a:round/>
                  <a:headEnd type="none" w="med" len="med"/>
                  <a:tailEnd type="none" w="med" len="med"/>
                </a:ln>
              </p:spPr>
              <p:txBody>
                <a:bodyPr/>
                <a:p>
                  <a:endParaRPr lang="zh-CN" altLang="en-US"/>
                </a:p>
              </p:txBody>
            </p:sp>
            <p:graphicFrame>
              <p:nvGraphicFramePr>
                <p:cNvPr id="12325" name="Object 16"/>
                <p:cNvGraphicFramePr>
                  <a:graphicFrameLocks noChangeAspect="1"/>
                </p:cNvGraphicFramePr>
                <p:nvPr/>
              </p:nvGraphicFramePr>
              <p:xfrm>
                <a:off x="4351" y="906"/>
                <a:ext cx="166" cy="172"/>
              </p:xfrm>
              <a:graphic>
                <a:graphicData uri="http://schemas.openxmlformats.org/presentationml/2006/ole">
                  <mc:AlternateContent xmlns:mc="http://schemas.openxmlformats.org/markup-compatibility/2006">
                    <mc:Choice xmlns:v="urn:schemas-microsoft-com:vml" Requires="v">
                      <p:oleObj spid="_x0000_s3113" name="" r:id="rId1" imgW="127000" imgH="139700" progId="Equation.3">
                        <p:embed/>
                      </p:oleObj>
                    </mc:Choice>
                    <mc:Fallback>
                      <p:oleObj name="" r:id="rId1" imgW="127000" imgH="139700" progId="Equation.3">
                        <p:embed/>
                        <p:pic>
                          <p:nvPicPr>
                            <p:cNvPr id="0" name="图片 3112"/>
                            <p:cNvPicPr/>
                            <p:nvPr/>
                          </p:nvPicPr>
                          <p:blipFill>
                            <a:blip r:embed="rId2"/>
                            <a:stretch>
                              <a:fillRect/>
                            </a:stretch>
                          </p:blipFill>
                          <p:spPr>
                            <a:xfrm>
                              <a:off x="4351" y="906"/>
                              <a:ext cx="166" cy="172"/>
                            </a:xfrm>
                            <a:prstGeom prst="rect">
                              <a:avLst/>
                            </a:prstGeom>
                            <a:noFill/>
                            <a:ln w="38100">
                              <a:noFill/>
                              <a:miter/>
                            </a:ln>
                          </p:spPr>
                        </p:pic>
                      </p:oleObj>
                    </mc:Fallback>
                  </mc:AlternateContent>
                </a:graphicData>
              </a:graphic>
            </p:graphicFrame>
            <p:graphicFrame>
              <p:nvGraphicFramePr>
                <p:cNvPr id="12326" name="Object 17"/>
                <p:cNvGraphicFramePr>
                  <a:graphicFrameLocks noChangeAspect="1"/>
                </p:cNvGraphicFramePr>
                <p:nvPr/>
              </p:nvGraphicFramePr>
              <p:xfrm>
                <a:off x="1443" y="583"/>
                <a:ext cx="154" cy="170"/>
              </p:xfrm>
              <a:graphic>
                <a:graphicData uri="http://schemas.openxmlformats.org/presentationml/2006/ole">
                  <mc:AlternateContent xmlns:mc="http://schemas.openxmlformats.org/markup-compatibility/2006">
                    <mc:Choice xmlns:v="urn:schemas-microsoft-com:vml" Requires="v">
                      <p:oleObj spid="_x0000_s3115" name="" r:id="rId3" imgW="139700" imgH="165100" progId="Equation.3">
                        <p:embed/>
                      </p:oleObj>
                    </mc:Choice>
                    <mc:Fallback>
                      <p:oleObj name="" r:id="rId3" imgW="139700" imgH="165100" progId="Equation.3">
                        <p:embed/>
                        <p:pic>
                          <p:nvPicPr>
                            <p:cNvPr id="0" name="图片 3114"/>
                            <p:cNvPicPr/>
                            <p:nvPr/>
                          </p:nvPicPr>
                          <p:blipFill>
                            <a:blip r:embed="rId4"/>
                            <a:stretch>
                              <a:fillRect/>
                            </a:stretch>
                          </p:blipFill>
                          <p:spPr>
                            <a:xfrm>
                              <a:off x="1443" y="583"/>
                              <a:ext cx="154" cy="170"/>
                            </a:xfrm>
                            <a:prstGeom prst="rect">
                              <a:avLst/>
                            </a:prstGeom>
                            <a:noFill/>
                            <a:ln w="38100">
                              <a:noFill/>
                              <a:miter/>
                            </a:ln>
                          </p:spPr>
                        </p:pic>
                      </p:oleObj>
                    </mc:Fallback>
                  </mc:AlternateContent>
                </a:graphicData>
              </a:graphic>
            </p:graphicFrame>
            <p:graphicFrame>
              <p:nvGraphicFramePr>
                <p:cNvPr id="12327" name="Object 18"/>
                <p:cNvGraphicFramePr>
                  <a:graphicFrameLocks noChangeAspect="1"/>
                </p:cNvGraphicFramePr>
                <p:nvPr/>
              </p:nvGraphicFramePr>
              <p:xfrm>
                <a:off x="1241" y="841"/>
                <a:ext cx="152" cy="159"/>
              </p:xfrm>
              <a:graphic>
                <a:graphicData uri="http://schemas.openxmlformats.org/presentationml/2006/ole">
                  <mc:AlternateContent xmlns:mc="http://schemas.openxmlformats.org/markup-compatibility/2006">
                    <mc:Choice xmlns:v="urn:schemas-microsoft-com:vml" Requires="v">
                      <p:oleObj spid="_x0000_s3119" name="" r:id="rId5" imgW="127000" imgH="139700" progId="Equation.3">
                        <p:embed/>
                      </p:oleObj>
                    </mc:Choice>
                    <mc:Fallback>
                      <p:oleObj name="" r:id="rId5" imgW="127000" imgH="139700" progId="Equation.3">
                        <p:embed/>
                        <p:pic>
                          <p:nvPicPr>
                            <p:cNvPr id="0" name="图片 3118"/>
                            <p:cNvPicPr/>
                            <p:nvPr/>
                          </p:nvPicPr>
                          <p:blipFill>
                            <a:blip r:embed="rId6"/>
                            <a:stretch>
                              <a:fillRect/>
                            </a:stretch>
                          </p:blipFill>
                          <p:spPr>
                            <a:xfrm>
                              <a:off x="1241" y="841"/>
                              <a:ext cx="152" cy="159"/>
                            </a:xfrm>
                            <a:prstGeom prst="rect">
                              <a:avLst/>
                            </a:prstGeom>
                            <a:noFill/>
                            <a:ln w="38100">
                              <a:noFill/>
                              <a:miter/>
                            </a:ln>
                          </p:spPr>
                        </p:pic>
                      </p:oleObj>
                    </mc:Fallback>
                  </mc:AlternateContent>
                </a:graphicData>
              </a:graphic>
            </p:graphicFrame>
            <p:sp>
              <p:nvSpPr>
                <p:cNvPr id="12328" name="Line 19"/>
                <p:cNvSpPr/>
                <p:nvPr/>
              </p:nvSpPr>
              <p:spPr>
                <a:xfrm>
                  <a:off x="2112" y="912"/>
                  <a:ext cx="0" cy="384"/>
                </a:xfrm>
                <a:prstGeom prst="line">
                  <a:avLst/>
                </a:prstGeom>
                <a:ln w="9525">
                  <a:noFill/>
                </a:ln>
              </p:spPr>
            </p:sp>
            <p:sp>
              <p:nvSpPr>
                <p:cNvPr id="12329" name="Line 20"/>
                <p:cNvSpPr/>
                <p:nvPr/>
              </p:nvSpPr>
              <p:spPr>
                <a:xfrm>
                  <a:off x="3504" y="912"/>
                  <a:ext cx="0" cy="384"/>
                </a:xfrm>
                <a:prstGeom prst="line">
                  <a:avLst/>
                </a:prstGeom>
                <a:ln w="9525">
                  <a:noFill/>
                </a:ln>
              </p:spPr>
            </p:sp>
            <p:sp>
              <p:nvSpPr>
                <p:cNvPr id="12330" name="Line 21"/>
                <p:cNvSpPr/>
                <p:nvPr/>
              </p:nvSpPr>
              <p:spPr>
                <a:xfrm>
                  <a:off x="1776" y="528"/>
                  <a:ext cx="0" cy="384"/>
                </a:xfrm>
                <a:prstGeom prst="line">
                  <a:avLst/>
                </a:prstGeom>
                <a:ln w="9525">
                  <a:noFill/>
                </a:ln>
              </p:spPr>
            </p:sp>
            <p:sp>
              <p:nvSpPr>
                <p:cNvPr id="12331" name="Line 22"/>
                <p:cNvSpPr/>
                <p:nvPr/>
              </p:nvSpPr>
              <p:spPr>
                <a:xfrm>
                  <a:off x="3216" y="528"/>
                  <a:ext cx="0" cy="384"/>
                </a:xfrm>
                <a:prstGeom prst="line">
                  <a:avLst/>
                </a:prstGeom>
                <a:ln w="9525">
                  <a:noFill/>
                </a:ln>
              </p:spPr>
            </p:sp>
            <p:sp>
              <p:nvSpPr>
                <p:cNvPr id="12332" name="Line 23"/>
                <p:cNvSpPr/>
                <p:nvPr/>
              </p:nvSpPr>
              <p:spPr>
                <a:xfrm>
                  <a:off x="1776" y="624"/>
                  <a:ext cx="1440" cy="0"/>
                </a:xfrm>
                <a:prstGeom prst="line">
                  <a:avLst/>
                </a:prstGeom>
                <a:ln w="9525">
                  <a:noFill/>
                </a:ln>
              </p:spPr>
            </p:sp>
            <p:graphicFrame>
              <p:nvGraphicFramePr>
                <p:cNvPr id="12333" name="Object 24"/>
                <p:cNvGraphicFramePr>
                  <a:graphicFrameLocks noChangeAspect="1"/>
                </p:cNvGraphicFramePr>
                <p:nvPr/>
              </p:nvGraphicFramePr>
              <p:xfrm>
                <a:off x="2472" y="300"/>
                <a:ext cx="222" cy="417"/>
              </p:xfrm>
              <a:graphic>
                <a:graphicData uri="http://schemas.openxmlformats.org/presentationml/2006/ole">
                  <mc:AlternateContent xmlns:mc="http://schemas.openxmlformats.org/markup-compatibility/2006">
                    <mc:Choice xmlns:v="urn:schemas-microsoft-com:vml" Requires="v">
                      <p:oleObj spid="_x0000_s3116" name="" r:id="rId7" imgW="114300" imgH="215900" progId="Equation.3">
                        <p:embed/>
                      </p:oleObj>
                    </mc:Choice>
                    <mc:Fallback>
                      <p:oleObj name="" r:id="rId7" imgW="114300" imgH="215900" progId="Equation.3">
                        <p:embed/>
                        <p:pic>
                          <p:nvPicPr>
                            <p:cNvPr id="0" name="图片 3115"/>
                            <p:cNvPicPr/>
                            <p:nvPr/>
                          </p:nvPicPr>
                          <p:blipFill>
                            <a:blip r:embed="rId8"/>
                            <a:stretch>
                              <a:fillRect/>
                            </a:stretch>
                          </p:blipFill>
                          <p:spPr>
                            <a:xfrm>
                              <a:off x="2472" y="300"/>
                              <a:ext cx="222" cy="417"/>
                            </a:xfrm>
                            <a:prstGeom prst="rect">
                              <a:avLst/>
                            </a:prstGeom>
                            <a:noFill/>
                            <a:ln w="38100">
                              <a:noFill/>
                              <a:miter/>
                            </a:ln>
                          </p:spPr>
                        </p:pic>
                      </p:oleObj>
                    </mc:Fallback>
                  </mc:AlternateContent>
                </a:graphicData>
              </a:graphic>
            </p:graphicFrame>
            <p:graphicFrame>
              <p:nvGraphicFramePr>
                <p:cNvPr id="12334" name="Object 25"/>
                <p:cNvGraphicFramePr>
                  <a:graphicFrameLocks noChangeAspect="1"/>
                </p:cNvGraphicFramePr>
                <p:nvPr/>
              </p:nvGraphicFramePr>
              <p:xfrm>
                <a:off x="2730" y="1108"/>
                <a:ext cx="220" cy="417"/>
              </p:xfrm>
              <a:graphic>
                <a:graphicData uri="http://schemas.openxmlformats.org/presentationml/2006/ole">
                  <mc:AlternateContent xmlns:mc="http://schemas.openxmlformats.org/markup-compatibility/2006">
                    <mc:Choice xmlns:v="urn:schemas-microsoft-com:vml" Requires="v">
                      <p:oleObj spid="_x0000_s3114" name="" r:id="rId9" imgW="114300" imgH="215900" progId="Equation.3">
                        <p:embed/>
                      </p:oleObj>
                    </mc:Choice>
                    <mc:Fallback>
                      <p:oleObj name="" r:id="rId9" imgW="114300" imgH="215900" progId="Equation.3">
                        <p:embed/>
                        <p:pic>
                          <p:nvPicPr>
                            <p:cNvPr id="0" name="图片 3113"/>
                            <p:cNvPicPr/>
                            <p:nvPr/>
                          </p:nvPicPr>
                          <p:blipFill>
                            <a:blip r:embed="rId8"/>
                            <a:stretch>
                              <a:fillRect/>
                            </a:stretch>
                          </p:blipFill>
                          <p:spPr>
                            <a:xfrm>
                              <a:off x="2730" y="1108"/>
                              <a:ext cx="220" cy="417"/>
                            </a:xfrm>
                            <a:prstGeom prst="rect">
                              <a:avLst/>
                            </a:prstGeom>
                            <a:noFill/>
                            <a:ln w="38100">
                              <a:noFill/>
                              <a:miter/>
                            </a:ln>
                          </p:spPr>
                        </p:pic>
                      </p:oleObj>
                    </mc:Fallback>
                  </mc:AlternateContent>
                </a:graphicData>
              </a:graphic>
            </p:graphicFrame>
          </p:grpSp>
        </p:grpSp>
      </p:grpSp>
      <p:sp>
        <p:nvSpPr>
          <p:cNvPr id="123930" name="Oval 26"/>
          <p:cNvSpPr/>
          <p:nvPr/>
        </p:nvSpPr>
        <p:spPr>
          <a:xfrm>
            <a:off x="2732088" y="2209800"/>
            <a:ext cx="152400" cy="1524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p>
            <a:pPr algn="ctr" eaLnBrk="1" hangingPunct="1"/>
            <a:endParaRPr lang="zh-CN" altLang="en-US" dirty="0">
              <a:latin typeface="Times New Roman" panose="02020603050405020304" pitchFamily="18" charset="0"/>
            </a:endParaRPr>
          </a:p>
        </p:txBody>
      </p:sp>
      <p:graphicFrame>
        <p:nvGraphicFramePr>
          <p:cNvPr id="123931" name="Object 27"/>
          <p:cNvGraphicFramePr>
            <a:graphicFrameLocks noChangeAspect="1"/>
          </p:cNvGraphicFramePr>
          <p:nvPr/>
        </p:nvGraphicFramePr>
        <p:xfrm>
          <a:off x="2503488" y="2324100"/>
          <a:ext cx="311150" cy="342900"/>
        </p:xfrm>
        <a:graphic>
          <a:graphicData uri="http://schemas.openxmlformats.org/presentationml/2006/ole">
            <mc:AlternateContent xmlns:mc="http://schemas.openxmlformats.org/markup-compatibility/2006">
              <mc:Choice xmlns:v="urn:schemas-microsoft-com:vml" Requires="v">
                <p:oleObj spid="_x0000_s3129" name="" r:id="rId10" imgW="127000" imgH="139700" progId="Equation.3">
                  <p:embed/>
                </p:oleObj>
              </mc:Choice>
              <mc:Fallback>
                <p:oleObj name="" r:id="rId10" imgW="127000" imgH="139700" progId="Equation.3">
                  <p:embed/>
                  <p:pic>
                    <p:nvPicPr>
                      <p:cNvPr id="0" name="图片 3128"/>
                      <p:cNvPicPr/>
                      <p:nvPr/>
                    </p:nvPicPr>
                    <p:blipFill>
                      <a:blip r:embed="rId11"/>
                      <a:stretch>
                        <a:fillRect/>
                      </a:stretch>
                    </p:blipFill>
                    <p:spPr>
                      <a:xfrm>
                        <a:off x="2503488" y="2324100"/>
                        <a:ext cx="311150" cy="342900"/>
                      </a:xfrm>
                      <a:prstGeom prst="rect">
                        <a:avLst/>
                      </a:prstGeom>
                      <a:noFill/>
                      <a:ln w="38100">
                        <a:noFill/>
                        <a:miter/>
                      </a:ln>
                    </p:spPr>
                  </p:pic>
                </p:oleObj>
              </mc:Fallback>
            </mc:AlternateContent>
          </a:graphicData>
        </a:graphic>
      </p:graphicFrame>
      <p:sp>
        <p:nvSpPr>
          <p:cNvPr id="123932" name="Line 28"/>
          <p:cNvSpPr/>
          <p:nvPr/>
        </p:nvSpPr>
        <p:spPr>
          <a:xfrm flipV="1">
            <a:off x="2808288" y="2286000"/>
            <a:ext cx="0" cy="609600"/>
          </a:xfrm>
          <a:prstGeom prst="line">
            <a:avLst/>
          </a:prstGeom>
          <a:ln w="9525" cap="flat" cmpd="sng">
            <a:solidFill>
              <a:srgbClr val="000000"/>
            </a:solidFill>
            <a:prstDash val="dash"/>
            <a:headEnd type="none" w="med" len="med"/>
            <a:tailEnd type="none" w="med" len="med"/>
          </a:ln>
        </p:spPr>
      </p:sp>
      <p:sp>
        <p:nvSpPr>
          <p:cNvPr id="123933" name="Line 29"/>
          <p:cNvSpPr/>
          <p:nvPr/>
        </p:nvSpPr>
        <p:spPr>
          <a:xfrm>
            <a:off x="2122488" y="2667000"/>
            <a:ext cx="685800" cy="0"/>
          </a:xfrm>
          <a:prstGeom prst="line">
            <a:avLst/>
          </a:prstGeom>
          <a:ln w="19050" cap="flat" cmpd="sng">
            <a:solidFill>
              <a:srgbClr val="000000"/>
            </a:solidFill>
            <a:prstDash val="solid"/>
            <a:headEnd type="triangle" w="med" len="med"/>
            <a:tailEnd type="triangle" w="med" len="med"/>
          </a:ln>
        </p:spPr>
      </p:sp>
      <p:graphicFrame>
        <p:nvGraphicFramePr>
          <p:cNvPr id="123934" name="Object 30"/>
          <p:cNvGraphicFramePr>
            <a:graphicFrameLocks noChangeAspect="1"/>
          </p:cNvGraphicFramePr>
          <p:nvPr/>
        </p:nvGraphicFramePr>
        <p:xfrm>
          <a:off x="2274888" y="2590800"/>
          <a:ext cx="442912" cy="533400"/>
        </p:xfrm>
        <a:graphic>
          <a:graphicData uri="http://schemas.openxmlformats.org/presentationml/2006/ole">
            <mc:AlternateContent xmlns:mc="http://schemas.openxmlformats.org/markup-compatibility/2006">
              <mc:Choice xmlns:v="urn:schemas-microsoft-com:vml" Requires="v">
                <p:oleObj spid="_x0000_s3123" name="" r:id="rId12" imgW="190500" imgH="228600" progId="Equation.3">
                  <p:embed/>
                </p:oleObj>
              </mc:Choice>
              <mc:Fallback>
                <p:oleObj name="" r:id="rId12" imgW="190500" imgH="228600" progId="Equation.3">
                  <p:embed/>
                  <p:pic>
                    <p:nvPicPr>
                      <p:cNvPr id="0" name="图片 3122"/>
                      <p:cNvPicPr/>
                      <p:nvPr/>
                    </p:nvPicPr>
                    <p:blipFill>
                      <a:blip r:embed="rId13"/>
                      <a:stretch>
                        <a:fillRect/>
                      </a:stretch>
                    </p:blipFill>
                    <p:spPr>
                      <a:xfrm>
                        <a:off x="2274888" y="2590800"/>
                        <a:ext cx="442912" cy="533400"/>
                      </a:xfrm>
                      <a:prstGeom prst="rect">
                        <a:avLst/>
                      </a:prstGeom>
                      <a:noFill/>
                      <a:ln w="38100">
                        <a:noFill/>
                        <a:miter/>
                      </a:ln>
                    </p:spPr>
                  </p:pic>
                </p:oleObj>
              </mc:Fallback>
            </mc:AlternateContent>
          </a:graphicData>
        </a:graphic>
      </p:graphicFrame>
      <p:graphicFrame>
        <p:nvGraphicFramePr>
          <p:cNvPr id="123935" name="Object 31"/>
          <p:cNvGraphicFramePr>
            <a:graphicFrameLocks noChangeAspect="1"/>
          </p:cNvGraphicFramePr>
          <p:nvPr/>
        </p:nvGraphicFramePr>
        <p:xfrm>
          <a:off x="3798888" y="1524000"/>
          <a:ext cx="388937" cy="430213"/>
        </p:xfrm>
        <a:graphic>
          <a:graphicData uri="http://schemas.openxmlformats.org/presentationml/2006/ole">
            <mc:AlternateContent xmlns:mc="http://schemas.openxmlformats.org/markup-compatibility/2006">
              <mc:Choice xmlns:v="urn:schemas-microsoft-com:vml" Requires="v">
                <p:oleObj spid="_x0000_s3128" name="" r:id="rId14" imgW="127000" imgH="139700" progId="Equation.3">
                  <p:embed/>
                </p:oleObj>
              </mc:Choice>
              <mc:Fallback>
                <p:oleObj name="" r:id="rId14" imgW="127000" imgH="139700" progId="Equation.3">
                  <p:embed/>
                  <p:pic>
                    <p:nvPicPr>
                      <p:cNvPr id="0" name="图片 3127"/>
                      <p:cNvPicPr/>
                      <p:nvPr/>
                    </p:nvPicPr>
                    <p:blipFill>
                      <a:blip r:embed="rId15"/>
                      <a:stretch>
                        <a:fillRect/>
                      </a:stretch>
                    </p:blipFill>
                    <p:spPr>
                      <a:xfrm>
                        <a:off x="3798888" y="1524000"/>
                        <a:ext cx="388937" cy="430213"/>
                      </a:xfrm>
                      <a:prstGeom prst="rect">
                        <a:avLst/>
                      </a:prstGeom>
                      <a:noFill/>
                      <a:ln w="38100">
                        <a:noFill/>
                        <a:miter/>
                      </a:ln>
                    </p:spPr>
                  </p:pic>
                </p:oleObj>
              </mc:Fallback>
            </mc:AlternateContent>
          </a:graphicData>
        </a:graphic>
      </p:graphicFrame>
      <p:sp>
        <p:nvSpPr>
          <p:cNvPr id="123936" name="Oval 32"/>
          <p:cNvSpPr/>
          <p:nvPr/>
        </p:nvSpPr>
        <p:spPr>
          <a:xfrm>
            <a:off x="5943600" y="2209800"/>
            <a:ext cx="152400" cy="152400"/>
          </a:xfrm>
          <a:prstGeom prst="ellipse">
            <a:avLst/>
          </a:prstGeom>
          <a:solidFill>
            <a:srgbClr val="FF0000"/>
          </a:solidFill>
          <a:ln w="9525" cap="flat" cmpd="sng">
            <a:solidFill>
              <a:schemeClr val="tx1"/>
            </a:solidFill>
            <a:prstDash val="solid"/>
            <a:headEnd type="none" w="med" len="med"/>
            <a:tailEnd type="none" w="med" len="med"/>
          </a:ln>
        </p:spPr>
        <p:txBody>
          <a:bodyPr wrap="none" anchor="ctr"/>
          <a:p>
            <a:pPr algn="ctr" eaLnBrk="1" hangingPunct="1"/>
            <a:endParaRPr lang="zh-CN" altLang="en-US" dirty="0">
              <a:latin typeface="Times New Roman" panose="02020603050405020304" pitchFamily="18" charset="0"/>
            </a:endParaRPr>
          </a:p>
        </p:txBody>
      </p:sp>
      <p:sp>
        <p:nvSpPr>
          <p:cNvPr id="123937" name="Line 33"/>
          <p:cNvSpPr/>
          <p:nvPr/>
        </p:nvSpPr>
        <p:spPr>
          <a:xfrm flipV="1">
            <a:off x="6019800" y="2286000"/>
            <a:ext cx="0" cy="1066800"/>
          </a:xfrm>
          <a:prstGeom prst="line">
            <a:avLst/>
          </a:prstGeom>
          <a:ln w="9525" cap="flat" cmpd="sng">
            <a:solidFill>
              <a:srgbClr val="000000"/>
            </a:solidFill>
            <a:prstDash val="dash"/>
            <a:headEnd type="none" w="med" len="med"/>
            <a:tailEnd type="none" w="med" len="med"/>
          </a:ln>
        </p:spPr>
      </p:sp>
      <p:graphicFrame>
        <p:nvGraphicFramePr>
          <p:cNvPr id="123938" name="Object 34"/>
          <p:cNvGraphicFramePr>
            <a:graphicFrameLocks noChangeAspect="1"/>
          </p:cNvGraphicFramePr>
          <p:nvPr/>
        </p:nvGraphicFramePr>
        <p:xfrm>
          <a:off x="6019800" y="1828800"/>
          <a:ext cx="312738" cy="439738"/>
        </p:xfrm>
        <a:graphic>
          <a:graphicData uri="http://schemas.openxmlformats.org/presentationml/2006/ole">
            <mc:AlternateContent xmlns:mc="http://schemas.openxmlformats.org/markup-compatibility/2006">
              <mc:Choice xmlns:v="urn:schemas-microsoft-com:vml" Requires="v">
                <p:oleObj spid="_x0000_s3124" name="" r:id="rId16" imgW="127000" imgH="177165" progId="Equation.3">
                  <p:embed/>
                </p:oleObj>
              </mc:Choice>
              <mc:Fallback>
                <p:oleObj name="" r:id="rId16" imgW="127000" imgH="177165" progId="Equation.3">
                  <p:embed/>
                  <p:pic>
                    <p:nvPicPr>
                      <p:cNvPr id="0" name="图片 3123"/>
                      <p:cNvPicPr/>
                      <p:nvPr/>
                    </p:nvPicPr>
                    <p:blipFill>
                      <a:blip r:embed="rId17"/>
                      <a:stretch>
                        <a:fillRect/>
                      </a:stretch>
                    </p:blipFill>
                    <p:spPr>
                      <a:xfrm>
                        <a:off x="6019800" y="1828800"/>
                        <a:ext cx="312738" cy="439738"/>
                      </a:xfrm>
                      <a:prstGeom prst="rect">
                        <a:avLst/>
                      </a:prstGeom>
                      <a:noFill/>
                      <a:ln w="38100">
                        <a:noFill/>
                        <a:miter/>
                      </a:ln>
                    </p:spPr>
                  </p:pic>
                </p:oleObj>
              </mc:Fallback>
            </mc:AlternateContent>
          </a:graphicData>
        </a:graphic>
      </p:graphicFrame>
      <p:sp>
        <p:nvSpPr>
          <p:cNvPr id="123939" name="Line 35"/>
          <p:cNvSpPr/>
          <p:nvPr/>
        </p:nvSpPr>
        <p:spPr>
          <a:xfrm flipV="1">
            <a:off x="2122488" y="2667000"/>
            <a:ext cx="0" cy="685800"/>
          </a:xfrm>
          <a:prstGeom prst="line">
            <a:avLst/>
          </a:prstGeom>
          <a:ln w="9525" cap="flat" cmpd="sng">
            <a:solidFill>
              <a:srgbClr val="000000"/>
            </a:solidFill>
            <a:prstDash val="dash"/>
            <a:headEnd type="none" w="med" len="med"/>
            <a:tailEnd type="none" w="med" len="med"/>
          </a:ln>
        </p:spPr>
      </p:sp>
      <p:sp>
        <p:nvSpPr>
          <p:cNvPr id="123940" name="Line 36"/>
          <p:cNvSpPr/>
          <p:nvPr/>
        </p:nvSpPr>
        <p:spPr>
          <a:xfrm>
            <a:off x="2122488" y="3124200"/>
            <a:ext cx="3821112" cy="0"/>
          </a:xfrm>
          <a:prstGeom prst="line">
            <a:avLst/>
          </a:prstGeom>
          <a:ln w="19050" cap="flat" cmpd="sng">
            <a:solidFill>
              <a:srgbClr val="000000"/>
            </a:solidFill>
            <a:prstDash val="solid"/>
            <a:headEnd type="triangle" w="med" len="med"/>
            <a:tailEnd type="triangle" w="med" len="med"/>
          </a:ln>
        </p:spPr>
      </p:sp>
      <p:graphicFrame>
        <p:nvGraphicFramePr>
          <p:cNvPr id="123941" name="Object 37"/>
          <p:cNvGraphicFramePr>
            <a:graphicFrameLocks noChangeAspect="1"/>
          </p:cNvGraphicFramePr>
          <p:nvPr/>
        </p:nvGraphicFramePr>
        <p:xfrm>
          <a:off x="3979863" y="3021013"/>
          <a:ext cx="442912" cy="533400"/>
        </p:xfrm>
        <a:graphic>
          <a:graphicData uri="http://schemas.openxmlformats.org/presentationml/2006/ole">
            <mc:AlternateContent xmlns:mc="http://schemas.openxmlformats.org/markup-compatibility/2006">
              <mc:Choice xmlns:v="urn:schemas-microsoft-com:vml" Requires="v">
                <p:oleObj spid="_x0000_s3127" name="" r:id="rId18" imgW="190500" imgH="228600" progId="Equation.3">
                  <p:embed/>
                </p:oleObj>
              </mc:Choice>
              <mc:Fallback>
                <p:oleObj name="" r:id="rId18" imgW="190500" imgH="228600" progId="Equation.3">
                  <p:embed/>
                  <p:pic>
                    <p:nvPicPr>
                      <p:cNvPr id="0" name="图片 3126"/>
                      <p:cNvPicPr/>
                      <p:nvPr/>
                    </p:nvPicPr>
                    <p:blipFill>
                      <a:blip r:embed="rId19"/>
                      <a:stretch>
                        <a:fillRect/>
                      </a:stretch>
                    </p:blipFill>
                    <p:spPr>
                      <a:xfrm>
                        <a:off x="3979863" y="3021013"/>
                        <a:ext cx="442912" cy="533400"/>
                      </a:xfrm>
                      <a:prstGeom prst="rect">
                        <a:avLst/>
                      </a:prstGeom>
                      <a:noFill/>
                      <a:ln w="38100">
                        <a:noFill/>
                        <a:miter/>
                      </a:ln>
                    </p:spPr>
                  </p:pic>
                </p:oleObj>
              </mc:Fallback>
            </mc:AlternateContent>
          </a:graphicData>
        </a:graphic>
      </p:graphicFrame>
      <p:graphicFrame>
        <p:nvGraphicFramePr>
          <p:cNvPr id="123942" name="Object 38"/>
          <p:cNvGraphicFramePr>
            <a:graphicFrameLocks noChangeAspect="1"/>
          </p:cNvGraphicFramePr>
          <p:nvPr/>
        </p:nvGraphicFramePr>
        <p:xfrm>
          <a:off x="1980883" y="3561874"/>
          <a:ext cx="2435860" cy="1212215"/>
        </p:xfrm>
        <a:graphic>
          <a:graphicData uri="http://schemas.openxmlformats.org/presentationml/2006/ole">
            <mc:AlternateContent xmlns:mc="http://schemas.openxmlformats.org/markup-compatibility/2006">
              <mc:Choice xmlns:v="urn:schemas-microsoft-com:vml" Requires="v">
                <p:oleObj spid="_x0000_s3134" name="" r:id="rId20" imgW="965200" imgH="419100" progId="Equation.DSMT4">
                  <p:embed/>
                </p:oleObj>
              </mc:Choice>
              <mc:Fallback>
                <p:oleObj name="" r:id="rId20" imgW="965200" imgH="419100" progId="Equation.DSMT4">
                  <p:embed/>
                  <p:pic>
                    <p:nvPicPr>
                      <p:cNvPr id="0" name="图片 3133"/>
                      <p:cNvPicPr/>
                      <p:nvPr/>
                    </p:nvPicPr>
                    <p:blipFill>
                      <a:blip r:embed="rId21"/>
                      <a:stretch>
                        <a:fillRect/>
                      </a:stretch>
                    </p:blipFill>
                    <p:spPr>
                      <a:xfrm>
                        <a:off x="1980883" y="3561874"/>
                        <a:ext cx="2435860" cy="1212215"/>
                      </a:xfrm>
                      <a:prstGeom prst="rect">
                        <a:avLst/>
                      </a:prstGeom>
                      <a:noFill/>
                      <a:ln w="38100">
                        <a:noFill/>
                        <a:miter/>
                      </a:ln>
                    </p:spPr>
                  </p:pic>
                </p:oleObj>
              </mc:Fallback>
            </mc:AlternateContent>
          </a:graphicData>
        </a:graphic>
      </p:graphicFrame>
      <p:graphicFrame>
        <p:nvGraphicFramePr>
          <p:cNvPr id="123943" name="Object 39"/>
          <p:cNvGraphicFramePr>
            <a:graphicFrameLocks noChangeAspect="1"/>
          </p:cNvGraphicFramePr>
          <p:nvPr/>
        </p:nvGraphicFramePr>
        <p:xfrm>
          <a:off x="4361022" y="3657600"/>
          <a:ext cx="1922145" cy="1136650"/>
        </p:xfrm>
        <a:graphic>
          <a:graphicData uri="http://schemas.openxmlformats.org/presentationml/2006/ole">
            <mc:AlternateContent xmlns:mc="http://schemas.openxmlformats.org/markup-compatibility/2006">
              <mc:Choice xmlns:v="urn:schemas-microsoft-com:vml" Requires="v">
                <p:oleObj spid="_x0000_s3130" name="" r:id="rId22" imgW="761365" imgH="393700" progId="Equation.DSMT4">
                  <p:embed/>
                </p:oleObj>
              </mc:Choice>
              <mc:Fallback>
                <p:oleObj name="" r:id="rId22" imgW="761365" imgH="393700" progId="Equation.DSMT4">
                  <p:embed/>
                  <p:pic>
                    <p:nvPicPr>
                      <p:cNvPr id="0" name="图片 3129"/>
                      <p:cNvPicPr/>
                      <p:nvPr/>
                    </p:nvPicPr>
                    <p:blipFill>
                      <a:blip r:embed="rId23"/>
                      <a:stretch>
                        <a:fillRect/>
                      </a:stretch>
                    </p:blipFill>
                    <p:spPr>
                      <a:xfrm>
                        <a:off x="4361022" y="3657600"/>
                        <a:ext cx="1922145" cy="1136650"/>
                      </a:xfrm>
                      <a:prstGeom prst="rect">
                        <a:avLst/>
                      </a:prstGeom>
                      <a:noFill/>
                      <a:ln w="38100">
                        <a:noFill/>
                        <a:miter/>
                      </a:ln>
                    </p:spPr>
                  </p:pic>
                </p:oleObj>
              </mc:Fallback>
            </mc:AlternateContent>
          </a:graphicData>
        </a:graphic>
      </p:graphicFrame>
      <p:sp>
        <p:nvSpPr>
          <p:cNvPr id="123944" name="AutoShape 40"/>
          <p:cNvSpPr/>
          <p:nvPr/>
        </p:nvSpPr>
        <p:spPr>
          <a:xfrm>
            <a:off x="471170" y="5278120"/>
            <a:ext cx="304800" cy="838200"/>
          </a:xfrm>
          <a:prstGeom prst="leftBrace">
            <a:avLst>
              <a:gd name="adj1" fmla="val 22916"/>
              <a:gd name="adj2" fmla="val 50000"/>
            </a:avLst>
          </a:prstGeom>
          <a:noFill/>
          <a:ln w="31750" cap="flat" cmpd="sng">
            <a:solidFill>
              <a:srgbClr val="000000"/>
            </a:solidFill>
            <a:prstDash val="solid"/>
            <a:headEnd type="none" w="med" len="med"/>
            <a:tailEnd type="none" w="med" len="med"/>
          </a:ln>
        </p:spPr>
        <p:txBody>
          <a:bodyPr wrap="none" anchor="ctr"/>
          <a:p>
            <a:pPr algn="ctr" eaLnBrk="1" hangingPunct="1"/>
            <a:endParaRPr lang="zh-CN" altLang="en-US" dirty="0">
              <a:latin typeface="Times New Roman" panose="02020603050405020304" pitchFamily="18" charset="0"/>
            </a:endParaRPr>
          </a:p>
        </p:txBody>
      </p:sp>
      <p:sp>
        <p:nvSpPr>
          <p:cNvPr id="123945" name="Text Box 41"/>
          <p:cNvSpPr txBox="1"/>
          <p:nvPr/>
        </p:nvSpPr>
        <p:spPr>
          <a:xfrm>
            <a:off x="775970" y="5013008"/>
            <a:ext cx="5181600" cy="519112"/>
          </a:xfrm>
          <a:prstGeom prst="rect">
            <a:avLst/>
          </a:prstGeom>
          <a:noFill/>
          <a:ln w="9525">
            <a:noFill/>
          </a:ln>
        </p:spPr>
        <p:txBody>
          <a:bodyPr>
            <a:spAutoFit/>
          </a:bodyPr>
          <a:p>
            <a:pPr eaLnBrk="1" hangingPunct="1">
              <a:buClr>
                <a:srgbClr val="0000FF"/>
              </a:buClr>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若</a:t>
            </a:r>
            <a:r>
              <a:rPr lang="en-US" altLang="zh-CN" sz="2800" b="1" i="1" dirty="0">
                <a:solidFill>
                  <a:srgbClr val="000000"/>
                </a:solidFill>
                <a:latin typeface="Times New Roman" panose="02020603050405020304" pitchFamily="18" charset="0"/>
                <a:ea typeface="微软雅黑" panose="020B0503020204020204" pitchFamily="34" charset="-122"/>
              </a:rPr>
              <a:t>b</a:t>
            </a:r>
            <a:r>
              <a:rPr lang="zh-CN" altLang="en-US" sz="2800" b="1" dirty="0">
                <a:solidFill>
                  <a:srgbClr val="000000"/>
                </a:solidFill>
                <a:latin typeface="微软雅黑" panose="020B0503020204020204" pitchFamily="34" charset="-122"/>
                <a:ea typeface="微软雅黑" panose="020B0503020204020204" pitchFamily="34" charset="-122"/>
              </a:rPr>
              <a:t>点在</a:t>
            </a:r>
            <a:r>
              <a:rPr lang="en-US" altLang="zh-CN" sz="2800" b="1" i="1" dirty="0">
                <a:solidFill>
                  <a:srgbClr val="000000"/>
                </a:solidFill>
                <a:latin typeface="Times New Roman" panose="02020603050405020304" pitchFamily="18" charset="0"/>
                <a:ea typeface="微软雅黑" panose="020B0503020204020204" pitchFamily="34" charset="-122"/>
              </a:rPr>
              <a:t>a</a:t>
            </a:r>
            <a:r>
              <a:rPr lang="zh-CN" altLang="en-US" sz="2800" b="1" dirty="0">
                <a:solidFill>
                  <a:srgbClr val="000000"/>
                </a:solidFill>
                <a:latin typeface="微软雅黑" panose="020B0503020204020204" pitchFamily="34" charset="-122"/>
                <a:ea typeface="微软雅黑" panose="020B0503020204020204" pitchFamily="34" charset="-122"/>
              </a:rPr>
              <a:t>点的“下游”</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aphicFrame>
        <p:nvGraphicFramePr>
          <p:cNvPr id="123946" name="Object 42"/>
          <p:cNvGraphicFramePr>
            <a:graphicFrameLocks noChangeAspect="1"/>
          </p:cNvGraphicFramePr>
          <p:nvPr/>
        </p:nvGraphicFramePr>
        <p:xfrm>
          <a:off x="4509453" y="4940935"/>
          <a:ext cx="1442085" cy="660400"/>
        </p:xfrm>
        <a:graphic>
          <a:graphicData uri="http://schemas.openxmlformats.org/presentationml/2006/ole">
            <mc:AlternateContent xmlns:mc="http://schemas.openxmlformats.org/markup-compatibility/2006">
              <mc:Choice xmlns:v="urn:schemas-microsoft-com:vml" Requires="v">
                <p:oleObj spid="_x0000_s3133" name="" r:id="rId24" imgW="571500" imgH="228600" progId="Equation.3">
                  <p:embed/>
                </p:oleObj>
              </mc:Choice>
              <mc:Fallback>
                <p:oleObj name="" r:id="rId24" imgW="571500" imgH="228600" progId="Equation.3">
                  <p:embed/>
                  <p:pic>
                    <p:nvPicPr>
                      <p:cNvPr id="0" name="图片 3132"/>
                      <p:cNvPicPr/>
                      <p:nvPr/>
                    </p:nvPicPr>
                    <p:blipFill>
                      <a:blip r:embed="rId25"/>
                      <a:stretch>
                        <a:fillRect/>
                      </a:stretch>
                    </p:blipFill>
                    <p:spPr>
                      <a:xfrm>
                        <a:off x="4509453" y="4940935"/>
                        <a:ext cx="1442085" cy="660400"/>
                      </a:xfrm>
                      <a:prstGeom prst="rect">
                        <a:avLst/>
                      </a:prstGeom>
                      <a:noFill/>
                      <a:ln w="38100">
                        <a:noFill/>
                        <a:miter/>
                      </a:ln>
                    </p:spPr>
                  </p:pic>
                </p:oleObj>
              </mc:Fallback>
            </mc:AlternateContent>
          </a:graphicData>
        </a:graphic>
      </p:graphicFrame>
      <p:sp>
        <p:nvSpPr>
          <p:cNvPr id="123947" name="Text Box 43"/>
          <p:cNvSpPr txBox="1"/>
          <p:nvPr/>
        </p:nvSpPr>
        <p:spPr>
          <a:xfrm>
            <a:off x="775970" y="5775008"/>
            <a:ext cx="5181600" cy="519112"/>
          </a:xfrm>
          <a:prstGeom prst="rect">
            <a:avLst/>
          </a:prstGeom>
          <a:noFill/>
          <a:ln w="9525">
            <a:noFill/>
          </a:ln>
        </p:spPr>
        <p:txBody>
          <a:bodyPr>
            <a:spAutoFit/>
          </a:bodyPr>
          <a:p>
            <a:pPr eaLnBrk="1" hangingPunct="1">
              <a:buClr>
                <a:srgbClr val="0000FF"/>
              </a:buClr>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若</a:t>
            </a:r>
            <a:r>
              <a:rPr lang="en-US" altLang="zh-CN" sz="2800" b="1" i="1" dirty="0">
                <a:solidFill>
                  <a:srgbClr val="000000"/>
                </a:solidFill>
                <a:latin typeface="Times New Roman" panose="02020603050405020304" pitchFamily="18" charset="0"/>
                <a:ea typeface="微软雅黑" panose="020B0503020204020204" pitchFamily="34" charset="-122"/>
              </a:rPr>
              <a:t>b</a:t>
            </a:r>
            <a:r>
              <a:rPr lang="zh-CN" altLang="en-US" sz="2800" b="1" dirty="0">
                <a:solidFill>
                  <a:srgbClr val="000000"/>
                </a:solidFill>
                <a:latin typeface="微软雅黑" panose="020B0503020204020204" pitchFamily="34" charset="-122"/>
                <a:ea typeface="微软雅黑" panose="020B0503020204020204" pitchFamily="34" charset="-122"/>
              </a:rPr>
              <a:t>点在</a:t>
            </a:r>
            <a:r>
              <a:rPr lang="en-US" altLang="zh-CN" sz="2800" b="1" i="1" dirty="0">
                <a:solidFill>
                  <a:srgbClr val="000000"/>
                </a:solidFill>
                <a:latin typeface="Times New Roman" panose="02020603050405020304" pitchFamily="18" charset="0"/>
                <a:ea typeface="微软雅黑" panose="020B0503020204020204" pitchFamily="34" charset="-122"/>
              </a:rPr>
              <a:t>a</a:t>
            </a:r>
            <a:r>
              <a:rPr lang="zh-CN" altLang="en-US" sz="2800" b="1" dirty="0">
                <a:solidFill>
                  <a:srgbClr val="000000"/>
                </a:solidFill>
                <a:latin typeface="微软雅黑" panose="020B0503020204020204" pitchFamily="34" charset="-122"/>
                <a:ea typeface="微软雅黑" panose="020B0503020204020204" pitchFamily="34" charset="-122"/>
              </a:rPr>
              <a:t>点的“上游”</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aphicFrame>
        <p:nvGraphicFramePr>
          <p:cNvPr id="123948" name="Object 44"/>
          <p:cNvGraphicFramePr>
            <a:graphicFrameLocks noChangeAspect="1"/>
          </p:cNvGraphicFramePr>
          <p:nvPr/>
        </p:nvGraphicFramePr>
        <p:xfrm>
          <a:off x="4592320" y="5684520"/>
          <a:ext cx="1441450" cy="660400"/>
        </p:xfrm>
        <a:graphic>
          <a:graphicData uri="http://schemas.openxmlformats.org/presentationml/2006/ole">
            <mc:AlternateContent xmlns:mc="http://schemas.openxmlformats.org/markup-compatibility/2006">
              <mc:Choice xmlns:v="urn:schemas-microsoft-com:vml" Requires="v">
                <p:oleObj spid="_x0000_s3131" name="" r:id="rId26" imgW="571500" imgH="228600" progId="Equation.3">
                  <p:embed/>
                </p:oleObj>
              </mc:Choice>
              <mc:Fallback>
                <p:oleObj name="" r:id="rId26" imgW="571500" imgH="228600" progId="Equation.3">
                  <p:embed/>
                  <p:pic>
                    <p:nvPicPr>
                      <p:cNvPr id="0" name="图片 3130"/>
                      <p:cNvPicPr/>
                      <p:nvPr/>
                    </p:nvPicPr>
                    <p:blipFill>
                      <a:blip r:embed="rId27"/>
                      <a:stretch>
                        <a:fillRect/>
                      </a:stretch>
                    </p:blipFill>
                    <p:spPr>
                      <a:xfrm>
                        <a:off x="4592320" y="5684520"/>
                        <a:ext cx="1441450" cy="660400"/>
                      </a:xfrm>
                      <a:prstGeom prst="rect">
                        <a:avLst/>
                      </a:prstGeom>
                      <a:noFill/>
                      <a:ln w="38100">
                        <a:noFill/>
                        <a:miter/>
                      </a:ln>
                    </p:spPr>
                  </p:pic>
                </p:oleObj>
              </mc:Fallback>
            </mc:AlternateContent>
          </a:graphicData>
        </a:graphic>
      </p:graphicFrame>
      <p:graphicFrame>
        <p:nvGraphicFramePr>
          <p:cNvPr id="2" name="Object 42"/>
          <p:cNvGraphicFramePr>
            <a:graphicFrameLocks noChangeAspect="1"/>
          </p:cNvGraphicFramePr>
          <p:nvPr/>
        </p:nvGraphicFramePr>
        <p:xfrm>
          <a:off x="6283325" y="4690745"/>
          <a:ext cx="1747520" cy="943610"/>
        </p:xfrm>
        <a:graphic>
          <a:graphicData uri="http://schemas.openxmlformats.org/presentationml/2006/ole">
            <mc:AlternateContent xmlns:mc="http://schemas.openxmlformats.org/markup-compatibility/2006">
              <mc:Choice xmlns:v="urn:schemas-microsoft-com:vml" Requires="v">
                <p:oleObj spid="_x0000_s3" name="" r:id="rId28" imgW="1028700" imgH="431800" progId="Equation.3">
                  <p:embed/>
                </p:oleObj>
              </mc:Choice>
              <mc:Fallback>
                <p:oleObj name="" r:id="rId28" imgW="1028700" imgH="431800" progId="Equation.3">
                  <p:embed/>
                  <p:pic>
                    <p:nvPicPr>
                      <p:cNvPr id="0" name="图片 3132"/>
                      <p:cNvPicPr/>
                      <p:nvPr/>
                    </p:nvPicPr>
                    <p:blipFill>
                      <a:blip r:embed="rId29"/>
                      <a:stretch>
                        <a:fillRect/>
                      </a:stretch>
                    </p:blipFill>
                    <p:spPr>
                      <a:xfrm>
                        <a:off x="6283325" y="4690745"/>
                        <a:ext cx="1747520" cy="943610"/>
                      </a:xfrm>
                      <a:prstGeom prst="rect">
                        <a:avLst/>
                      </a:prstGeom>
                      <a:noFill/>
                      <a:ln w="38100">
                        <a:noFill/>
                        <a:miter/>
                      </a:ln>
                    </p:spPr>
                  </p:pic>
                </p:oleObj>
              </mc:Fallback>
            </mc:AlternateContent>
          </a:graphicData>
        </a:graphic>
      </p:graphicFrame>
      <p:graphicFrame>
        <p:nvGraphicFramePr>
          <p:cNvPr id="5" name="Object 42"/>
          <p:cNvGraphicFramePr>
            <a:graphicFrameLocks noChangeAspect="1"/>
          </p:cNvGraphicFramePr>
          <p:nvPr/>
        </p:nvGraphicFramePr>
        <p:xfrm>
          <a:off x="6332855" y="5583555"/>
          <a:ext cx="1692910" cy="902970"/>
        </p:xfrm>
        <a:graphic>
          <a:graphicData uri="http://schemas.openxmlformats.org/presentationml/2006/ole">
            <mc:AlternateContent xmlns:mc="http://schemas.openxmlformats.org/markup-compatibility/2006">
              <mc:Choice xmlns:v="urn:schemas-microsoft-com:vml" Requires="v">
                <p:oleObj spid="_x0000_s6" name="" r:id="rId30" imgW="927100" imgH="431800" progId="Equation.3">
                  <p:embed/>
                </p:oleObj>
              </mc:Choice>
              <mc:Fallback>
                <p:oleObj name="" r:id="rId30" imgW="927100" imgH="431800" progId="Equation.3">
                  <p:embed/>
                  <p:pic>
                    <p:nvPicPr>
                      <p:cNvPr id="0" name="图片 3132"/>
                      <p:cNvPicPr/>
                      <p:nvPr/>
                    </p:nvPicPr>
                    <p:blipFill>
                      <a:blip r:embed="rId31"/>
                      <a:stretch>
                        <a:fillRect/>
                      </a:stretch>
                    </p:blipFill>
                    <p:spPr>
                      <a:xfrm>
                        <a:off x="6332855" y="5583555"/>
                        <a:ext cx="1692910" cy="902970"/>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wipe(left)">
                                      <p:cBhvr>
                                        <p:cTn id="7" dur="500"/>
                                        <p:tgtEl>
                                          <p:spTgt spid="1239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2" fill="hold" nodeType="afterEffect">
                                  <p:stCondLst>
                                    <p:cond delay="0"/>
                                  </p:stCondLst>
                                  <p:childTnLst>
                                    <p:set>
                                      <p:cBhvr>
                                        <p:cTn id="15" dur="1" fill="hold">
                                          <p:stCondLst>
                                            <p:cond delay="0"/>
                                          </p:stCondLst>
                                        </p:cTn>
                                        <p:tgtEl>
                                          <p:spTgt spid="123935"/>
                                        </p:tgtEl>
                                        <p:attrNameLst>
                                          <p:attrName>style.visibility</p:attrName>
                                        </p:attrNameLst>
                                      </p:cBhvr>
                                      <p:to>
                                        <p:strVal val="visible"/>
                                      </p:to>
                                    </p:set>
                                    <p:animEffect transition="in" filter="wipe(right)">
                                      <p:cBhvr>
                                        <p:cTn id="16" dur="500"/>
                                        <p:tgtEl>
                                          <p:spTgt spid="12393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23930"/>
                                        </p:tgtEl>
                                        <p:attrNameLst>
                                          <p:attrName>style.visibility</p:attrName>
                                        </p:attrNameLst>
                                      </p:cBhvr>
                                      <p:to>
                                        <p:strVal val="visible"/>
                                      </p:to>
                                    </p:set>
                                    <p:animEffect transition="in" filter="dissolve">
                                      <p:cBhvr>
                                        <p:cTn id="21" dur="500"/>
                                        <p:tgtEl>
                                          <p:spTgt spid="123930"/>
                                        </p:tgtEl>
                                      </p:cBhvr>
                                    </p:animEffect>
                                  </p:childTnLst>
                                </p:cTn>
                              </p:par>
                              <p:par>
                                <p:cTn id="22" presetID="9" presetClass="entr" presetSubtype="0" fill="hold" nodeType="withEffect">
                                  <p:stCondLst>
                                    <p:cond delay="0"/>
                                  </p:stCondLst>
                                  <p:childTnLst>
                                    <p:set>
                                      <p:cBhvr>
                                        <p:cTn id="23" dur="1" fill="hold">
                                          <p:stCondLst>
                                            <p:cond delay="0"/>
                                          </p:stCondLst>
                                        </p:cTn>
                                        <p:tgtEl>
                                          <p:spTgt spid="123931"/>
                                        </p:tgtEl>
                                        <p:attrNameLst>
                                          <p:attrName>style.visibility</p:attrName>
                                        </p:attrNameLst>
                                      </p:cBhvr>
                                      <p:to>
                                        <p:strVal val="visible"/>
                                      </p:to>
                                    </p:set>
                                    <p:animEffect transition="in" filter="dissolve">
                                      <p:cBhvr>
                                        <p:cTn id="24" dur="500"/>
                                        <p:tgtEl>
                                          <p:spTgt spid="123931"/>
                                        </p:tgtEl>
                                      </p:cBhvr>
                                    </p:animEffect>
                                  </p:childTnLst>
                                </p:cTn>
                              </p:par>
                              <p:par>
                                <p:cTn id="25" presetID="9" presetClass="entr" presetSubtype="0" fill="hold" nodeType="withEffect">
                                  <p:stCondLst>
                                    <p:cond delay="0"/>
                                  </p:stCondLst>
                                  <p:childTnLst>
                                    <p:set>
                                      <p:cBhvr>
                                        <p:cTn id="26" dur="1" fill="hold">
                                          <p:stCondLst>
                                            <p:cond delay="0"/>
                                          </p:stCondLst>
                                        </p:cTn>
                                        <p:tgtEl>
                                          <p:spTgt spid="123932"/>
                                        </p:tgtEl>
                                        <p:attrNameLst>
                                          <p:attrName>style.visibility</p:attrName>
                                        </p:attrNameLst>
                                      </p:cBhvr>
                                      <p:to>
                                        <p:strVal val="visible"/>
                                      </p:to>
                                    </p:set>
                                    <p:animEffect transition="in" filter="dissolve">
                                      <p:cBhvr>
                                        <p:cTn id="27" dur="500"/>
                                        <p:tgtEl>
                                          <p:spTgt spid="123932"/>
                                        </p:tgtEl>
                                      </p:cBhvr>
                                    </p:animEffect>
                                  </p:childTnLst>
                                </p:cTn>
                              </p:par>
                              <p:par>
                                <p:cTn id="28" presetID="9" presetClass="entr" presetSubtype="0" fill="hold" nodeType="withEffect">
                                  <p:stCondLst>
                                    <p:cond delay="0"/>
                                  </p:stCondLst>
                                  <p:childTnLst>
                                    <p:set>
                                      <p:cBhvr>
                                        <p:cTn id="29" dur="1" fill="hold">
                                          <p:stCondLst>
                                            <p:cond delay="0"/>
                                          </p:stCondLst>
                                        </p:cTn>
                                        <p:tgtEl>
                                          <p:spTgt spid="123933"/>
                                        </p:tgtEl>
                                        <p:attrNameLst>
                                          <p:attrName>style.visibility</p:attrName>
                                        </p:attrNameLst>
                                      </p:cBhvr>
                                      <p:to>
                                        <p:strVal val="visible"/>
                                      </p:to>
                                    </p:set>
                                    <p:animEffect transition="in" filter="dissolve">
                                      <p:cBhvr>
                                        <p:cTn id="30" dur="500"/>
                                        <p:tgtEl>
                                          <p:spTgt spid="123933"/>
                                        </p:tgtEl>
                                      </p:cBhvr>
                                    </p:animEffect>
                                  </p:childTnLst>
                                </p:cTn>
                              </p:par>
                              <p:par>
                                <p:cTn id="31" presetID="9" presetClass="entr" presetSubtype="0" fill="hold" nodeType="withEffect">
                                  <p:stCondLst>
                                    <p:cond delay="0"/>
                                  </p:stCondLst>
                                  <p:childTnLst>
                                    <p:set>
                                      <p:cBhvr>
                                        <p:cTn id="32" dur="1" fill="hold">
                                          <p:stCondLst>
                                            <p:cond delay="0"/>
                                          </p:stCondLst>
                                        </p:cTn>
                                        <p:tgtEl>
                                          <p:spTgt spid="123934"/>
                                        </p:tgtEl>
                                        <p:attrNameLst>
                                          <p:attrName>style.visibility</p:attrName>
                                        </p:attrNameLst>
                                      </p:cBhvr>
                                      <p:to>
                                        <p:strVal val="visible"/>
                                      </p:to>
                                    </p:set>
                                    <p:animEffect transition="in" filter="dissolve">
                                      <p:cBhvr>
                                        <p:cTn id="33" dur="500"/>
                                        <p:tgtEl>
                                          <p:spTgt spid="123934"/>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23936"/>
                                        </p:tgtEl>
                                        <p:attrNameLst>
                                          <p:attrName>style.visibility</p:attrName>
                                        </p:attrNameLst>
                                      </p:cBhvr>
                                      <p:to>
                                        <p:strVal val="visible"/>
                                      </p:to>
                                    </p:set>
                                    <p:animEffect transition="in" filter="dissolve">
                                      <p:cBhvr>
                                        <p:cTn id="38" dur="500"/>
                                        <p:tgtEl>
                                          <p:spTgt spid="123936"/>
                                        </p:tgtEl>
                                      </p:cBhvr>
                                    </p:animEffect>
                                  </p:childTnLst>
                                </p:cTn>
                              </p:par>
                              <p:par>
                                <p:cTn id="39" presetID="9" presetClass="entr" presetSubtype="0" fill="hold" nodeType="withEffect">
                                  <p:stCondLst>
                                    <p:cond delay="0"/>
                                  </p:stCondLst>
                                  <p:childTnLst>
                                    <p:set>
                                      <p:cBhvr>
                                        <p:cTn id="40" dur="1" fill="hold">
                                          <p:stCondLst>
                                            <p:cond delay="0"/>
                                          </p:stCondLst>
                                        </p:cTn>
                                        <p:tgtEl>
                                          <p:spTgt spid="123937"/>
                                        </p:tgtEl>
                                        <p:attrNameLst>
                                          <p:attrName>style.visibility</p:attrName>
                                        </p:attrNameLst>
                                      </p:cBhvr>
                                      <p:to>
                                        <p:strVal val="visible"/>
                                      </p:to>
                                    </p:set>
                                    <p:animEffect transition="in" filter="dissolve">
                                      <p:cBhvr>
                                        <p:cTn id="41" dur="500"/>
                                        <p:tgtEl>
                                          <p:spTgt spid="123937"/>
                                        </p:tgtEl>
                                      </p:cBhvr>
                                    </p:animEffect>
                                  </p:childTnLst>
                                </p:cTn>
                              </p:par>
                              <p:par>
                                <p:cTn id="42" presetID="9" presetClass="entr" presetSubtype="0" fill="hold" nodeType="withEffect">
                                  <p:stCondLst>
                                    <p:cond delay="0"/>
                                  </p:stCondLst>
                                  <p:childTnLst>
                                    <p:set>
                                      <p:cBhvr>
                                        <p:cTn id="43" dur="1" fill="hold">
                                          <p:stCondLst>
                                            <p:cond delay="0"/>
                                          </p:stCondLst>
                                        </p:cTn>
                                        <p:tgtEl>
                                          <p:spTgt spid="123938"/>
                                        </p:tgtEl>
                                        <p:attrNameLst>
                                          <p:attrName>style.visibility</p:attrName>
                                        </p:attrNameLst>
                                      </p:cBhvr>
                                      <p:to>
                                        <p:strVal val="visible"/>
                                      </p:to>
                                    </p:set>
                                    <p:animEffect transition="in" filter="dissolve">
                                      <p:cBhvr>
                                        <p:cTn id="44" dur="500"/>
                                        <p:tgtEl>
                                          <p:spTgt spid="123938"/>
                                        </p:tgtEl>
                                      </p:cBhvr>
                                    </p:animEffect>
                                  </p:childTnLst>
                                </p:cTn>
                              </p:par>
                              <p:par>
                                <p:cTn id="45" presetID="9" presetClass="entr" presetSubtype="0" fill="hold" nodeType="withEffect">
                                  <p:stCondLst>
                                    <p:cond delay="0"/>
                                  </p:stCondLst>
                                  <p:childTnLst>
                                    <p:set>
                                      <p:cBhvr>
                                        <p:cTn id="46" dur="1" fill="hold">
                                          <p:stCondLst>
                                            <p:cond delay="0"/>
                                          </p:stCondLst>
                                        </p:cTn>
                                        <p:tgtEl>
                                          <p:spTgt spid="123939"/>
                                        </p:tgtEl>
                                        <p:attrNameLst>
                                          <p:attrName>style.visibility</p:attrName>
                                        </p:attrNameLst>
                                      </p:cBhvr>
                                      <p:to>
                                        <p:strVal val="visible"/>
                                      </p:to>
                                    </p:set>
                                    <p:animEffect transition="in" filter="dissolve">
                                      <p:cBhvr>
                                        <p:cTn id="47" dur="500"/>
                                        <p:tgtEl>
                                          <p:spTgt spid="123939"/>
                                        </p:tgtEl>
                                      </p:cBhvr>
                                    </p:animEffect>
                                  </p:childTnLst>
                                </p:cTn>
                              </p:par>
                              <p:par>
                                <p:cTn id="48" presetID="9" presetClass="entr" presetSubtype="0" fill="hold" nodeType="withEffect">
                                  <p:stCondLst>
                                    <p:cond delay="0"/>
                                  </p:stCondLst>
                                  <p:childTnLst>
                                    <p:set>
                                      <p:cBhvr>
                                        <p:cTn id="49" dur="1" fill="hold">
                                          <p:stCondLst>
                                            <p:cond delay="0"/>
                                          </p:stCondLst>
                                        </p:cTn>
                                        <p:tgtEl>
                                          <p:spTgt spid="123940"/>
                                        </p:tgtEl>
                                        <p:attrNameLst>
                                          <p:attrName>style.visibility</p:attrName>
                                        </p:attrNameLst>
                                      </p:cBhvr>
                                      <p:to>
                                        <p:strVal val="visible"/>
                                      </p:to>
                                    </p:set>
                                    <p:animEffect transition="in" filter="dissolve">
                                      <p:cBhvr>
                                        <p:cTn id="50" dur="500"/>
                                        <p:tgtEl>
                                          <p:spTgt spid="123940"/>
                                        </p:tgtEl>
                                      </p:cBhvr>
                                    </p:animEffect>
                                  </p:childTnLst>
                                </p:cTn>
                              </p:par>
                              <p:par>
                                <p:cTn id="51" presetID="9" presetClass="entr" presetSubtype="0" fill="hold" nodeType="withEffect">
                                  <p:stCondLst>
                                    <p:cond delay="0"/>
                                  </p:stCondLst>
                                  <p:childTnLst>
                                    <p:set>
                                      <p:cBhvr>
                                        <p:cTn id="52" dur="1" fill="hold">
                                          <p:stCondLst>
                                            <p:cond delay="0"/>
                                          </p:stCondLst>
                                        </p:cTn>
                                        <p:tgtEl>
                                          <p:spTgt spid="123941"/>
                                        </p:tgtEl>
                                        <p:attrNameLst>
                                          <p:attrName>style.visibility</p:attrName>
                                        </p:attrNameLst>
                                      </p:cBhvr>
                                      <p:to>
                                        <p:strVal val="visible"/>
                                      </p:to>
                                    </p:set>
                                    <p:animEffect transition="in" filter="dissolve">
                                      <p:cBhvr>
                                        <p:cTn id="53" dur="500"/>
                                        <p:tgtEl>
                                          <p:spTgt spid="12394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23942"/>
                                        </p:tgtEl>
                                        <p:attrNameLst>
                                          <p:attrName>style.visibility</p:attrName>
                                        </p:attrNameLst>
                                      </p:cBhvr>
                                      <p:to>
                                        <p:strVal val="visible"/>
                                      </p:to>
                                    </p:set>
                                    <p:animEffect transition="in" filter="wipe(left)">
                                      <p:cBhvr>
                                        <p:cTn id="58" dur="500"/>
                                        <p:tgtEl>
                                          <p:spTgt spid="12394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23943"/>
                                        </p:tgtEl>
                                        <p:attrNameLst>
                                          <p:attrName>style.visibility</p:attrName>
                                        </p:attrNameLst>
                                      </p:cBhvr>
                                      <p:to>
                                        <p:strVal val="visible"/>
                                      </p:to>
                                    </p:set>
                                    <p:animEffect transition="in" filter="wipe(left)">
                                      <p:cBhvr>
                                        <p:cTn id="63" dur="500"/>
                                        <p:tgtEl>
                                          <p:spTgt spid="123943"/>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26" fill="hold" grpId="0" nodeType="clickEffect">
                                  <p:stCondLst>
                                    <p:cond delay="0"/>
                                  </p:stCondLst>
                                  <p:childTnLst>
                                    <p:set>
                                      <p:cBhvr>
                                        <p:cTn id="67" dur="1" fill="hold">
                                          <p:stCondLst>
                                            <p:cond delay="0"/>
                                          </p:stCondLst>
                                        </p:cTn>
                                        <p:tgtEl>
                                          <p:spTgt spid="123944"/>
                                        </p:tgtEl>
                                        <p:attrNameLst>
                                          <p:attrName>style.visibility</p:attrName>
                                        </p:attrNameLst>
                                      </p:cBhvr>
                                      <p:to>
                                        <p:strVal val="visible"/>
                                      </p:to>
                                    </p:set>
                                    <p:animEffect transition="in" filter="barn(inHorizontal)">
                                      <p:cBhvr>
                                        <p:cTn id="68" dur="500"/>
                                        <p:tgtEl>
                                          <p:spTgt spid="12394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23945"/>
                                        </p:tgtEl>
                                        <p:attrNameLst>
                                          <p:attrName>style.visibility</p:attrName>
                                        </p:attrNameLst>
                                      </p:cBhvr>
                                      <p:to>
                                        <p:strVal val="visible"/>
                                      </p:to>
                                    </p:set>
                                    <p:animEffect transition="in" filter="wipe(left)">
                                      <p:cBhvr>
                                        <p:cTn id="73" dur="500"/>
                                        <p:tgtEl>
                                          <p:spTgt spid="12394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23946"/>
                                        </p:tgtEl>
                                        <p:attrNameLst>
                                          <p:attrName>style.visibility</p:attrName>
                                        </p:attrNameLst>
                                      </p:cBhvr>
                                      <p:to>
                                        <p:strVal val="visible"/>
                                      </p:to>
                                    </p:set>
                                    <p:animEffect transition="in" filter="wipe(left)">
                                      <p:cBhvr>
                                        <p:cTn id="78" dur="500"/>
                                        <p:tgtEl>
                                          <p:spTgt spid="12394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
                                        </p:tgtEl>
                                        <p:attrNameLst>
                                          <p:attrName>style.visibility</p:attrName>
                                        </p:attrNameLst>
                                      </p:cBhvr>
                                      <p:to>
                                        <p:strVal val="visible"/>
                                      </p:to>
                                    </p:set>
                                    <p:animEffect transition="in" filter="wipe(left)">
                                      <p:cBhvr>
                                        <p:cTn id="83" dur="500"/>
                                        <p:tgtEl>
                                          <p:spTgt spid="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23947"/>
                                        </p:tgtEl>
                                        <p:attrNameLst>
                                          <p:attrName>style.visibility</p:attrName>
                                        </p:attrNameLst>
                                      </p:cBhvr>
                                      <p:to>
                                        <p:strVal val="visible"/>
                                      </p:to>
                                    </p:set>
                                    <p:animEffect transition="in" filter="wipe(left)">
                                      <p:cBhvr>
                                        <p:cTn id="88" dur="500"/>
                                        <p:tgtEl>
                                          <p:spTgt spid="123947"/>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23948"/>
                                        </p:tgtEl>
                                        <p:attrNameLst>
                                          <p:attrName>style.visibility</p:attrName>
                                        </p:attrNameLst>
                                      </p:cBhvr>
                                      <p:to>
                                        <p:strVal val="visible"/>
                                      </p:to>
                                    </p:set>
                                    <p:animEffect transition="in" filter="wipe(left)">
                                      <p:cBhvr>
                                        <p:cTn id="93" dur="500"/>
                                        <p:tgtEl>
                                          <p:spTgt spid="123948"/>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5"/>
                                        </p:tgtEl>
                                        <p:attrNameLst>
                                          <p:attrName>style.visibility</p:attrName>
                                        </p:attrNameLst>
                                      </p:cBhvr>
                                      <p:to>
                                        <p:strVal val="visible"/>
                                      </p:to>
                                    </p:set>
                                    <p:animEffect transition="in" filter="wipe(left)">
                                      <p:cBhvr>
                                        <p:cTn id="9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p:bldP spid="123930" grpId="0" bldLvl="0" animBg="1"/>
      <p:bldP spid="123936" grpId="0" bldLvl="0" animBg="1"/>
      <p:bldP spid="123944" grpId="0" bldLvl="0" animBg="1"/>
      <p:bldP spid="123945" grpId="0"/>
      <p:bldP spid="1239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518" y="260350"/>
            <a:ext cx="1990467" cy="399976"/>
            <a:chOff x="818" y="139"/>
            <a:chExt cx="4457" cy="258"/>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波动方程</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42"/>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波动方程</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129040" name="Text Box 16"/>
          <p:cNvSpPr txBox="1"/>
          <p:nvPr/>
        </p:nvSpPr>
        <p:spPr>
          <a:xfrm>
            <a:off x="972185" y="1196658"/>
            <a:ext cx="4419600" cy="523240"/>
          </a:xfrm>
          <a:prstGeom prst="rect">
            <a:avLst/>
          </a:prstGeom>
          <a:noFill/>
          <a:ln w="6350">
            <a:noFill/>
          </a:ln>
        </p:spPr>
        <p:txBody>
          <a:bodyPr lIns="90000" tIns="46800" rIns="90000" bIns="46800">
            <a:spAutoFit/>
          </a:bodyPr>
          <a:p>
            <a:pPr algn="just" eaLnBrk="1" hangingPunct="1">
              <a:spcBef>
                <a:spcPct val="50000"/>
              </a:spcBef>
            </a:pPr>
            <a:r>
              <a:rPr lang="zh-CN" altLang="en-US" sz="2800" b="1" dirty="0">
                <a:latin typeface="微软雅黑" panose="020B0503020204020204" pitchFamily="34" charset="-122"/>
                <a:ea typeface="微软雅黑" panose="020B0503020204020204" pitchFamily="34" charset="-122"/>
              </a:rPr>
              <a:t>平面简谐波的波动方程</a:t>
            </a:r>
            <a:endParaRPr lang="en-US" altLang="zh-CN" sz="2800" b="1" dirty="0">
              <a:latin typeface="微软雅黑" panose="020B0503020204020204" pitchFamily="34" charset="-122"/>
              <a:ea typeface="微软雅黑" panose="020B0503020204020204" pitchFamily="34" charset="-122"/>
            </a:endParaRPr>
          </a:p>
        </p:txBody>
      </p:sp>
      <p:graphicFrame>
        <p:nvGraphicFramePr>
          <p:cNvPr id="14" name="Object 4"/>
          <p:cNvGraphicFramePr>
            <a:graphicFrameLocks noChangeAspect="1"/>
          </p:cNvGraphicFramePr>
          <p:nvPr/>
        </p:nvGraphicFramePr>
        <p:xfrm>
          <a:off x="3059749" y="2564766"/>
          <a:ext cx="2632710" cy="1218565"/>
        </p:xfrm>
        <a:graphic>
          <a:graphicData uri="http://schemas.openxmlformats.org/presentationml/2006/ole">
            <mc:AlternateContent xmlns:mc="http://schemas.openxmlformats.org/markup-compatibility/2006">
              <mc:Choice xmlns:v="urn:schemas-microsoft-com:vml" Requires="v">
                <p:oleObj spid="_x0000_s15" name="" r:id="rId1" imgW="889000" imgH="419100" progId="Equation.3">
                  <p:embed/>
                </p:oleObj>
              </mc:Choice>
              <mc:Fallback>
                <p:oleObj name="" r:id="rId1" imgW="889000" imgH="419100" progId="Equation.3">
                  <p:embed/>
                  <p:pic>
                    <p:nvPicPr>
                      <p:cNvPr id="0" name="图片 3131"/>
                      <p:cNvPicPr/>
                      <p:nvPr/>
                    </p:nvPicPr>
                    <p:blipFill>
                      <a:blip r:embed="rId2"/>
                      <a:stretch>
                        <a:fillRect/>
                      </a:stretch>
                    </p:blipFill>
                    <p:spPr>
                      <a:xfrm>
                        <a:off x="3059749" y="2564766"/>
                        <a:ext cx="2632710" cy="1218565"/>
                      </a:xfrm>
                      <a:prstGeom prst="rect">
                        <a:avLst/>
                      </a:prstGeom>
                      <a:noFill/>
                      <a:ln w="38100">
                        <a:noFill/>
                        <a:miter/>
                      </a:ln>
                    </p:spPr>
                  </p:pic>
                </p:oleObj>
              </mc:Fallback>
            </mc:AlternateContent>
          </a:graphicData>
        </a:graphic>
      </p:graphicFrame>
      <p:graphicFrame>
        <p:nvGraphicFramePr>
          <p:cNvPr id="2" name="Object 4"/>
          <p:cNvGraphicFramePr>
            <a:graphicFrameLocks noChangeAspect="1"/>
          </p:cNvGraphicFramePr>
          <p:nvPr/>
        </p:nvGraphicFramePr>
        <p:xfrm>
          <a:off x="6546217" y="3069908"/>
          <a:ext cx="376555" cy="406400"/>
        </p:xfrm>
        <a:graphic>
          <a:graphicData uri="http://schemas.openxmlformats.org/presentationml/2006/ole">
            <mc:AlternateContent xmlns:mc="http://schemas.openxmlformats.org/markup-compatibility/2006">
              <mc:Choice xmlns:v="urn:schemas-microsoft-com:vml" Requires="v">
                <p:oleObj spid="_x0000_s3" name="" r:id="rId3" imgW="127000" imgH="139700" progId="Equation.3">
                  <p:embed/>
                </p:oleObj>
              </mc:Choice>
              <mc:Fallback>
                <p:oleObj name="" r:id="rId3" imgW="127000" imgH="139700" progId="Equation.3">
                  <p:embed/>
                  <p:pic>
                    <p:nvPicPr>
                      <p:cNvPr id="0" name="图片 3131"/>
                      <p:cNvPicPr/>
                      <p:nvPr/>
                    </p:nvPicPr>
                    <p:blipFill>
                      <a:blip r:embed="rId4"/>
                      <a:stretch>
                        <a:fillRect/>
                      </a:stretch>
                    </p:blipFill>
                    <p:spPr>
                      <a:xfrm>
                        <a:off x="6546217" y="3069908"/>
                        <a:ext cx="376555" cy="406400"/>
                      </a:xfrm>
                      <a:prstGeom prst="rect">
                        <a:avLst/>
                      </a:prstGeom>
                      <a:noFill/>
                      <a:ln w="38100">
                        <a:noFill/>
                        <a:miter/>
                      </a:ln>
                    </p:spPr>
                  </p:pic>
                </p:oleObj>
              </mc:Fallback>
            </mc:AlternateContent>
          </a:graphicData>
        </a:graphic>
      </p:graphicFrame>
      <p:sp>
        <p:nvSpPr>
          <p:cNvPr id="4" name="Text Box 16"/>
          <p:cNvSpPr txBox="1"/>
          <p:nvPr/>
        </p:nvSpPr>
        <p:spPr>
          <a:xfrm>
            <a:off x="6876415" y="2997200"/>
            <a:ext cx="1360805" cy="523240"/>
          </a:xfrm>
          <a:prstGeom prst="rect">
            <a:avLst/>
          </a:prstGeom>
          <a:noFill/>
          <a:ln w="6350">
            <a:noFill/>
          </a:ln>
        </p:spPr>
        <p:txBody>
          <a:bodyPr wrap="square" lIns="90000" tIns="46800" rIns="90000" bIns="46800">
            <a:spAutoFit/>
          </a:bodyPr>
          <a:p>
            <a:pPr algn="just" eaLnBrk="1" hangingPunct="1">
              <a:spcBef>
                <a:spcPct val="50000"/>
              </a:spcBef>
            </a:pPr>
            <a:r>
              <a:rPr lang="zh-CN" altLang="en-US" sz="2800" b="1" dirty="0">
                <a:latin typeface="微软雅黑" panose="020B0503020204020204" pitchFamily="34" charset="-122"/>
                <a:ea typeface="微软雅黑" panose="020B0503020204020204" pitchFamily="34" charset="-122"/>
              </a:rPr>
              <a:t>是波速</a:t>
            </a:r>
            <a:endParaRPr lang="en-US" altLang="zh-CN" sz="2800" b="1"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40"/>
                                        </p:tgtEl>
                                        <p:attrNameLst>
                                          <p:attrName>style.visibility</p:attrName>
                                        </p:attrNameLst>
                                      </p:cBhvr>
                                      <p:to>
                                        <p:strVal val="visible"/>
                                      </p:to>
                                    </p:set>
                                    <p:animEffect transition="in" filter="wipe(left)">
                                      <p:cBhvr>
                                        <p:cTn id="7" dur="500"/>
                                        <p:tgtEl>
                                          <p:spTgt spid="1290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1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0"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2369820" cy="398145"/>
            <a:chOff x="817" y="139"/>
            <a:chExt cx="4458" cy="257"/>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动能和势能</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7" y="141"/>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动能和势能</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graphicFrame>
        <p:nvGraphicFramePr>
          <p:cNvPr id="21516" name="Object 36"/>
          <p:cNvGraphicFramePr>
            <a:graphicFrameLocks noChangeAspect="1"/>
          </p:cNvGraphicFramePr>
          <p:nvPr/>
        </p:nvGraphicFramePr>
        <p:xfrm>
          <a:off x="1763713" y="1052513"/>
          <a:ext cx="5810250" cy="957262"/>
        </p:xfrm>
        <a:graphic>
          <a:graphicData uri="http://schemas.openxmlformats.org/presentationml/2006/ole">
            <mc:AlternateContent xmlns:mc="http://schemas.openxmlformats.org/markup-compatibility/2006">
              <mc:Choice xmlns:v="urn:schemas-microsoft-com:vml" Requires="v">
                <p:oleObj spid="_x0000_s3130" name="" r:id="rId1" imgW="2565400" imgH="406400" progId="Equation.3">
                  <p:embed/>
                </p:oleObj>
              </mc:Choice>
              <mc:Fallback>
                <p:oleObj name="" r:id="rId1" imgW="2565400" imgH="406400" progId="Equation.3">
                  <p:embed/>
                  <p:pic>
                    <p:nvPicPr>
                      <p:cNvPr id="0" name="图片 3129"/>
                      <p:cNvPicPr/>
                      <p:nvPr/>
                    </p:nvPicPr>
                    <p:blipFill>
                      <a:blip r:embed="rId2"/>
                      <a:stretch>
                        <a:fillRect/>
                      </a:stretch>
                    </p:blipFill>
                    <p:spPr>
                      <a:xfrm>
                        <a:off x="1763713" y="1052513"/>
                        <a:ext cx="5810250" cy="957262"/>
                      </a:xfrm>
                      <a:prstGeom prst="rect">
                        <a:avLst/>
                      </a:prstGeom>
                      <a:solidFill>
                        <a:srgbClr val="FFFF99"/>
                      </a:solidFill>
                      <a:ln w="38100" cap="flat" cmpd="dbl">
                        <a:solidFill>
                          <a:srgbClr val="0000FF"/>
                        </a:solidFill>
                        <a:prstDash val="solid"/>
                        <a:miter/>
                        <a:headEnd type="none" w="med" len="med"/>
                        <a:tailEnd type="none" w="med" len="med"/>
                      </a:ln>
                      <a:effectLst>
                        <a:outerShdw dist="35921" dir="2699999" algn="ctr" rotWithShape="0">
                          <a:srgbClr val="808080"/>
                        </a:outerShdw>
                      </a:effectLst>
                    </p:spPr>
                  </p:pic>
                </p:oleObj>
              </mc:Fallback>
            </mc:AlternateContent>
          </a:graphicData>
        </a:graphic>
      </p:graphicFrame>
      <p:graphicFrame>
        <p:nvGraphicFramePr>
          <p:cNvPr id="23553" name="Object 3"/>
          <p:cNvGraphicFramePr>
            <a:graphicFrameLocks noChangeAspect="1"/>
          </p:cNvGraphicFramePr>
          <p:nvPr/>
        </p:nvGraphicFramePr>
        <p:xfrm>
          <a:off x="1541780" y="4563110"/>
          <a:ext cx="5105400" cy="1917700"/>
        </p:xfrm>
        <a:graphic>
          <a:graphicData uri="http://schemas.openxmlformats.org/presentationml/2006/ole">
            <mc:AlternateContent xmlns:mc="http://schemas.openxmlformats.org/markup-compatibility/2006">
              <mc:Choice xmlns:v="urn:schemas-microsoft-com:vml" Requires="v">
                <p:oleObj spid="_x0000_s3131" name="" r:id="rId3" imgW="2533650" imgH="1076325" progId="Paint.Picture">
                  <p:embed/>
                </p:oleObj>
              </mc:Choice>
              <mc:Fallback>
                <p:oleObj name="" r:id="rId3" imgW="2533650" imgH="1076325" progId="Paint.Picture">
                  <p:embed/>
                  <p:pic>
                    <p:nvPicPr>
                      <p:cNvPr id="0" name="图片 3130"/>
                      <p:cNvPicPr/>
                      <p:nvPr/>
                    </p:nvPicPr>
                    <p:blipFill>
                      <a:blip r:embed="rId4"/>
                      <a:stretch>
                        <a:fillRect/>
                      </a:stretch>
                    </p:blipFill>
                    <p:spPr>
                      <a:xfrm>
                        <a:off x="1541780" y="4563110"/>
                        <a:ext cx="5105400" cy="1917700"/>
                      </a:xfrm>
                      <a:prstGeom prst="rect">
                        <a:avLst/>
                      </a:prstGeom>
                      <a:noFill/>
                      <a:ln w="38100">
                        <a:noFill/>
                        <a:miter/>
                      </a:ln>
                    </p:spPr>
                  </p:pic>
                </p:oleObj>
              </mc:Fallback>
            </mc:AlternateContent>
          </a:graphicData>
        </a:graphic>
      </p:graphicFrame>
      <p:sp>
        <p:nvSpPr>
          <p:cNvPr id="23554" name="Rectangle 4"/>
          <p:cNvSpPr/>
          <p:nvPr/>
        </p:nvSpPr>
        <p:spPr>
          <a:xfrm>
            <a:off x="539750" y="2229485"/>
            <a:ext cx="7991475" cy="2399665"/>
          </a:xfrm>
          <a:prstGeom prst="rect">
            <a:avLst/>
          </a:prstGeom>
          <a:noFill/>
          <a:ln w="9525">
            <a:noFill/>
          </a:ln>
        </p:spPr>
        <p:txBody>
          <a:bodyPr anchor="ctr" anchorCtr="0">
            <a:spAutoFit/>
          </a:bodyPr>
          <a:p>
            <a:pPr>
              <a:lnSpc>
                <a:spcPct val="125000"/>
              </a:lnSpc>
            </a:pPr>
            <a:r>
              <a:rPr lang="en-US" altLang="zh-CN" sz="2000" b="1" dirty="0">
                <a:solidFill>
                  <a:srgbClr val="000000"/>
                </a:solidFill>
                <a:latin typeface="楷体_GB2312" panose="02010609030101010101" pitchFamily="49" charset="-122"/>
                <a:ea typeface="楷体_GB2312" panose="02010609030101010101" pitchFamily="49" charset="-122"/>
              </a:rPr>
              <a:t>1</a:t>
            </a:r>
            <a:r>
              <a:rPr lang="zh-CN" altLang="en-US" sz="2000" b="1" dirty="0">
                <a:solidFill>
                  <a:srgbClr val="000000"/>
                </a:solidFill>
                <a:latin typeface="楷体_GB2312" panose="02010609030101010101" pitchFamily="49" charset="-122"/>
                <a:ea typeface="楷体_GB2312" panose="02010609030101010101" pitchFamily="49" charset="-122"/>
              </a:rPr>
              <a:t>．图示为一平面简谐机械波在</a:t>
            </a:r>
            <a:r>
              <a:rPr lang="en-US" altLang="zh-CN" sz="2000" b="1" i="1" dirty="0">
                <a:solidFill>
                  <a:srgbClr val="000000"/>
                </a:solidFill>
                <a:latin typeface="Times New Roman" panose="02020603050405020304" pitchFamily="18" charset="0"/>
                <a:ea typeface="楷体_GB2312" panose="02010609030101010101" pitchFamily="49" charset="-122"/>
              </a:rPr>
              <a:t>t</a:t>
            </a:r>
            <a:r>
              <a:rPr lang="zh-CN" altLang="en-US" sz="2000" b="1" dirty="0">
                <a:solidFill>
                  <a:srgbClr val="000000"/>
                </a:solidFill>
                <a:latin typeface="楷体_GB2312" panose="02010609030101010101" pitchFamily="49" charset="-122"/>
                <a:ea typeface="楷体_GB2312" panose="02010609030101010101" pitchFamily="49" charset="-122"/>
              </a:rPr>
              <a:t>时刻的波形曲线。若此时</a:t>
            </a:r>
            <a:r>
              <a:rPr lang="en-US" altLang="zh-CN" sz="2000" b="1" dirty="0">
                <a:solidFill>
                  <a:srgbClr val="000000"/>
                </a:solidFill>
                <a:latin typeface="楷体_GB2312" panose="02010609030101010101" pitchFamily="49" charset="-122"/>
                <a:ea typeface="楷体_GB2312" panose="02010609030101010101" pitchFamily="49" charset="-122"/>
              </a:rPr>
              <a:t>A</a:t>
            </a:r>
            <a:r>
              <a:rPr lang="zh-CN" altLang="en-US" sz="2000" b="1" dirty="0">
                <a:solidFill>
                  <a:srgbClr val="000000"/>
                </a:solidFill>
                <a:latin typeface="楷体_GB2312" panose="02010609030101010101" pitchFamily="49" charset="-122"/>
                <a:ea typeface="楷体_GB2312" panose="02010609030101010101" pitchFamily="49" charset="-122"/>
              </a:rPr>
              <a:t>点处媒质质元的振动动能在增大，则：</a:t>
            </a:r>
            <a:endParaRPr lang="zh-CN" altLang="en-US" sz="2000" b="1" dirty="0">
              <a:solidFill>
                <a:srgbClr val="000000"/>
              </a:solidFill>
              <a:latin typeface="楷体_GB2312" panose="02010609030101010101" pitchFamily="49" charset="-122"/>
              <a:ea typeface="楷体_GB2312" panose="02010609030101010101" pitchFamily="49" charset="-122"/>
            </a:endParaRPr>
          </a:p>
          <a:p>
            <a:pPr>
              <a:lnSpc>
                <a:spcPct val="125000"/>
              </a:lnSpc>
            </a:pPr>
            <a:r>
              <a:rPr lang="zh-CN" altLang="en-US" sz="2000" b="1" dirty="0">
                <a:solidFill>
                  <a:srgbClr val="000000"/>
                </a:solidFill>
                <a:latin typeface="楷体_GB2312" panose="02010609030101010101" pitchFamily="49" charset="-122"/>
                <a:ea typeface="楷体_GB2312" panose="02010609030101010101" pitchFamily="49" charset="-122"/>
              </a:rPr>
              <a:t>    </a:t>
            </a:r>
            <a:r>
              <a:rPr lang="en-US" altLang="zh-CN" sz="2000" b="1" dirty="0">
                <a:solidFill>
                  <a:srgbClr val="000000"/>
                </a:solidFill>
                <a:latin typeface="楷体_GB2312" panose="02010609030101010101" pitchFamily="49" charset="-122"/>
                <a:ea typeface="楷体_GB2312" panose="02010609030101010101" pitchFamily="49" charset="-122"/>
              </a:rPr>
              <a:t>(A) A</a:t>
            </a:r>
            <a:r>
              <a:rPr lang="zh-CN" altLang="en-US" sz="2000" b="1" dirty="0">
                <a:solidFill>
                  <a:srgbClr val="000000"/>
                </a:solidFill>
                <a:latin typeface="楷体_GB2312" panose="02010609030101010101" pitchFamily="49" charset="-122"/>
                <a:ea typeface="楷体_GB2312" panose="02010609030101010101" pitchFamily="49" charset="-122"/>
              </a:rPr>
              <a:t>点处质元的弹性势能在减小；</a:t>
            </a:r>
            <a:endParaRPr lang="zh-CN" altLang="en-US" sz="2000" b="1" dirty="0">
              <a:solidFill>
                <a:srgbClr val="000000"/>
              </a:solidFill>
              <a:latin typeface="楷体_GB2312" panose="02010609030101010101" pitchFamily="49" charset="-122"/>
              <a:ea typeface="楷体_GB2312" panose="02010609030101010101" pitchFamily="49" charset="-122"/>
            </a:endParaRPr>
          </a:p>
          <a:p>
            <a:pPr>
              <a:lnSpc>
                <a:spcPct val="125000"/>
              </a:lnSpc>
            </a:pPr>
            <a:r>
              <a:rPr lang="zh-CN" altLang="en-US" sz="2000" b="1" dirty="0">
                <a:solidFill>
                  <a:srgbClr val="000000"/>
                </a:solidFill>
                <a:latin typeface="楷体_GB2312" panose="02010609030101010101" pitchFamily="49" charset="-122"/>
                <a:ea typeface="楷体_GB2312" panose="02010609030101010101" pitchFamily="49" charset="-122"/>
              </a:rPr>
              <a:t>    </a:t>
            </a:r>
            <a:r>
              <a:rPr lang="en-US" altLang="zh-CN" sz="2000" b="1" dirty="0">
                <a:solidFill>
                  <a:srgbClr val="000000"/>
                </a:solidFill>
                <a:latin typeface="楷体_GB2312" panose="02010609030101010101" pitchFamily="49" charset="-122"/>
                <a:ea typeface="楷体_GB2312" panose="02010609030101010101" pitchFamily="49" charset="-122"/>
              </a:rPr>
              <a:t>(B) </a:t>
            </a:r>
            <a:r>
              <a:rPr lang="zh-CN" altLang="en-US" sz="2000" b="1" dirty="0">
                <a:solidFill>
                  <a:srgbClr val="000000"/>
                </a:solidFill>
                <a:latin typeface="楷体_GB2312" panose="02010609030101010101" pitchFamily="49" charset="-122"/>
                <a:ea typeface="楷体_GB2312" panose="02010609030101010101" pitchFamily="49" charset="-122"/>
              </a:rPr>
              <a:t>波沿</a:t>
            </a:r>
            <a:r>
              <a:rPr lang="en-US" altLang="zh-CN" sz="2000" b="1" i="1" dirty="0">
                <a:solidFill>
                  <a:srgbClr val="000000"/>
                </a:solidFill>
                <a:latin typeface="Times New Roman" panose="02020603050405020304" pitchFamily="18" charset="0"/>
                <a:ea typeface="楷体_GB2312" panose="02010609030101010101" pitchFamily="49" charset="-122"/>
              </a:rPr>
              <a:t>X</a:t>
            </a:r>
            <a:r>
              <a:rPr lang="zh-CN" altLang="en-US" sz="2000" b="1" dirty="0">
                <a:solidFill>
                  <a:srgbClr val="000000"/>
                </a:solidFill>
                <a:latin typeface="楷体_GB2312" panose="02010609030101010101" pitchFamily="49" charset="-122"/>
                <a:ea typeface="楷体_GB2312" panose="02010609030101010101" pitchFamily="49" charset="-122"/>
              </a:rPr>
              <a:t>轴负方向传播；</a:t>
            </a:r>
            <a:endParaRPr lang="zh-CN" altLang="en-US" sz="2000" b="1" dirty="0">
              <a:solidFill>
                <a:srgbClr val="000000"/>
              </a:solidFill>
              <a:latin typeface="楷体_GB2312" panose="02010609030101010101" pitchFamily="49" charset="-122"/>
              <a:ea typeface="楷体_GB2312" panose="02010609030101010101" pitchFamily="49" charset="-122"/>
            </a:endParaRPr>
          </a:p>
          <a:p>
            <a:pPr>
              <a:lnSpc>
                <a:spcPct val="125000"/>
              </a:lnSpc>
            </a:pPr>
            <a:r>
              <a:rPr lang="zh-CN" altLang="en-US" sz="2000" b="1" dirty="0">
                <a:solidFill>
                  <a:srgbClr val="000000"/>
                </a:solidFill>
                <a:latin typeface="楷体_GB2312" panose="02010609030101010101" pitchFamily="49" charset="-122"/>
                <a:ea typeface="楷体_GB2312" panose="02010609030101010101" pitchFamily="49" charset="-122"/>
              </a:rPr>
              <a:t>    </a:t>
            </a:r>
            <a:r>
              <a:rPr lang="en-US" altLang="zh-CN" sz="2000" b="1" dirty="0">
                <a:solidFill>
                  <a:srgbClr val="000000"/>
                </a:solidFill>
                <a:latin typeface="楷体_GB2312" panose="02010609030101010101" pitchFamily="49" charset="-122"/>
                <a:ea typeface="楷体_GB2312" panose="02010609030101010101" pitchFamily="49" charset="-122"/>
              </a:rPr>
              <a:t>(C) B</a:t>
            </a:r>
            <a:r>
              <a:rPr lang="zh-CN" altLang="en-US" sz="2000" b="1" dirty="0">
                <a:solidFill>
                  <a:srgbClr val="000000"/>
                </a:solidFill>
                <a:latin typeface="楷体_GB2312" panose="02010609030101010101" pitchFamily="49" charset="-122"/>
                <a:ea typeface="楷体_GB2312" panose="02010609030101010101" pitchFamily="49" charset="-122"/>
              </a:rPr>
              <a:t>点处质元的振动动能在减小；</a:t>
            </a:r>
            <a:endParaRPr lang="zh-CN" altLang="en-US" sz="2000" b="1" dirty="0">
              <a:solidFill>
                <a:srgbClr val="000000"/>
              </a:solidFill>
              <a:latin typeface="楷体_GB2312" panose="02010609030101010101" pitchFamily="49" charset="-122"/>
              <a:ea typeface="楷体_GB2312" panose="02010609030101010101" pitchFamily="49" charset="-122"/>
            </a:endParaRPr>
          </a:p>
          <a:p>
            <a:pPr>
              <a:lnSpc>
                <a:spcPct val="125000"/>
              </a:lnSpc>
            </a:pPr>
            <a:r>
              <a:rPr lang="zh-CN" altLang="en-US" sz="2000" b="1" dirty="0">
                <a:solidFill>
                  <a:srgbClr val="000000"/>
                </a:solidFill>
                <a:latin typeface="楷体_GB2312" panose="02010609030101010101" pitchFamily="49" charset="-122"/>
                <a:ea typeface="楷体_GB2312" panose="02010609030101010101" pitchFamily="49" charset="-122"/>
              </a:rPr>
              <a:t>    </a:t>
            </a:r>
            <a:r>
              <a:rPr lang="en-US" altLang="zh-CN" sz="2000" b="1" dirty="0">
                <a:solidFill>
                  <a:srgbClr val="000000"/>
                </a:solidFill>
                <a:latin typeface="楷体_GB2312" panose="02010609030101010101" pitchFamily="49" charset="-122"/>
                <a:ea typeface="楷体_GB2312" panose="02010609030101010101" pitchFamily="49" charset="-122"/>
              </a:rPr>
              <a:t>(D) </a:t>
            </a:r>
            <a:r>
              <a:rPr lang="zh-CN" altLang="en-US" sz="2000" b="1" dirty="0">
                <a:solidFill>
                  <a:srgbClr val="000000"/>
                </a:solidFill>
                <a:latin typeface="楷体_GB2312" panose="02010609030101010101" pitchFamily="49" charset="-122"/>
                <a:ea typeface="楷体_GB2312" panose="02010609030101010101" pitchFamily="49" charset="-122"/>
              </a:rPr>
              <a:t>各点的波的能量密度都不随时间变化。</a:t>
            </a:r>
            <a:endParaRPr lang="zh-CN" altLang="en-US" sz="2000" b="1" dirty="0">
              <a:solidFill>
                <a:srgbClr val="000000"/>
              </a:solidFill>
              <a:latin typeface="楷体_GB2312" panose="02010609030101010101" pitchFamily="49" charset="-122"/>
              <a:ea typeface="楷体_GB2312" panose="02010609030101010101" pitchFamily="49" charset="-122"/>
            </a:endParaRPr>
          </a:p>
        </p:txBody>
      </p:sp>
      <p:sp>
        <p:nvSpPr>
          <p:cNvPr id="311306" name="Line 10"/>
          <p:cNvSpPr/>
          <p:nvPr/>
        </p:nvSpPr>
        <p:spPr>
          <a:xfrm>
            <a:off x="2837180" y="5020310"/>
            <a:ext cx="0" cy="457200"/>
          </a:xfrm>
          <a:prstGeom prst="line">
            <a:avLst/>
          </a:prstGeom>
          <a:ln w="38100" cap="flat" cmpd="sng">
            <a:solidFill>
              <a:srgbClr val="FF0000"/>
            </a:solidFill>
            <a:prstDash val="solid"/>
            <a:round/>
            <a:headEnd type="none" w="med" len="med"/>
            <a:tailEnd type="triangle" w="med" len="med"/>
          </a:ln>
        </p:spPr>
      </p:sp>
      <p:sp>
        <p:nvSpPr>
          <p:cNvPr id="311307" name="Line 11"/>
          <p:cNvSpPr/>
          <p:nvPr/>
        </p:nvSpPr>
        <p:spPr>
          <a:xfrm flipH="1">
            <a:off x="3370580" y="4867910"/>
            <a:ext cx="1219200" cy="0"/>
          </a:xfrm>
          <a:prstGeom prst="line">
            <a:avLst/>
          </a:prstGeom>
          <a:ln w="38100" cap="flat" cmpd="sng">
            <a:solidFill>
              <a:srgbClr val="0000FF"/>
            </a:solidFill>
            <a:prstDash val="solid"/>
            <a:round/>
            <a:headEnd type="none" w="med" len="med"/>
            <a:tailEnd type="triangle" w="med" len="med"/>
          </a:ln>
        </p:spPr>
      </p:sp>
      <p:graphicFrame>
        <p:nvGraphicFramePr>
          <p:cNvPr id="311308" name="Object 12"/>
          <p:cNvGraphicFramePr>
            <a:graphicFrameLocks noChangeAspect="1"/>
          </p:cNvGraphicFramePr>
          <p:nvPr/>
        </p:nvGraphicFramePr>
        <p:xfrm>
          <a:off x="4043363" y="4406265"/>
          <a:ext cx="452437" cy="484188"/>
        </p:xfrm>
        <a:graphic>
          <a:graphicData uri="http://schemas.openxmlformats.org/presentationml/2006/ole">
            <mc:AlternateContent xmlns:mc="http://schemas.openxmlformats.org/markup-compatibility/2006">
              <mc:Choice xmlns:v="urn:schemas-microsoft-com:vml" Requires="v">
                <p:oleObj spid="_x0000_s3087" name="" r:id="rId5" imgW="101600" imgH="152400" progId="Equation.3">
                  <p:embed/>
                </p:oleObj>
              </mc:Choice>
              <mc:Fallback>
                <p:oleObj name="" r:id="rId5" imgW="101600" imgH="152400" progId="Equation.3">
                  <p:embed/>
                  <p:pic>
                    <p:nvPicPr>
                      <p:cNvPr id="0" name="图片 3086"/>
                      <p:cNvPicPr/>
                      <p:nvPr/>
                    </p:nvPicPr>
                    <p:blipFill>
                      <a:blip r:embed="rId6">
                        <a:clrChange>
                          <a:clrFrom>
                            <a:srgbClr val="000000"/>
                          </a:clrFrom>
                          <a:clrTo>
                            <a:srgbClr val="0033CC"/>
                          </a:clrTo>
                        </a:clrChange>
                      </a:blip>
                      <a:stretch>
                        <a:fillRect/>
                      </a:stretch>
                    </p:blipFill>
                    <p:spPr>
                      <a:xfrm>
                        <a:off x="4043363" y="4406265"/>
                        <a:ext cx="452437" cy="484188"/>
                      </a:xfrm>
                      <a:prstGeom prst="rect">
                        <a:avLst/>
                      </a:prstGeom>
                      <a:noFill/>
                      <a:ln w="38100">
                        <a:noFill/>
                        <a:miter/>
                      </a:ln>
                    </p:spPr>
                  </p:pic>
                </p:oleObj>
              </mc:Fallback>
            </mc:AlternateContent>
          </a:graphicData>
        </a:graphic>
      </p:graphicFrame>
      <p:sp>
        <p:nvSpPr>
          <p:cNvPr id="311309" name="Text Box 13"/>
          <p:cNvSpPr txBox="1"/>
          <p:nvPr/>
        </p:nvSpPr>
        <p:spPr>
          <a:xfrm>
            <a:off x="831850" y="2924810"/>
            <a:ext cx="692150" cy="701675"/>
          </a:xfrm>
          <a:prstGeom prst="rect">
            <a:avLst/>
          </a:prstGeom>
          <a:noFill/>
          <a:ln w="9525">
            <a:noFill/>
          </a:ln>
        </p:spPr>
        <p:txBody>
          <a:bodyPr wrap="none" anchor="t" anchorCtr="0">
            <a:spAutoFit/>
          </a:bodyPr>
          <a:p>
            <a:pPr algn="ctr"/>
            <a:r>
              <a:rPr lang="en-US" altLang="zh-CN" sz="4000" b="1" dirty="0">
                <a:solidFill>
                  <a:srgbClr val="FF0000"/>
                </a:solidFill>
                <a:latin typeface="Times New Roman" panose="02020603050405020304" pitchFamily="18" charset="0"/>
                <a:ea typeface="宋体" panose="02010600030101010101" pitchFamily="2" charset="-122"/>
              </a:rPr>
              <a:t>×</a:t>
            </a:r>
            <a:endParaRPr lang="en-US" altLang="zh-CN" sz="4000" b="1" dirty="0">
              <a:solidFill>
                <a:srgbClr val="FF0000"/>
              </a:solidFill>
              <a:latin typeface="Times New Roman" panose="02020603050405020304" pitchFamily="18" charset="0"/>
              <a:ea typeface="宋体" panose="02010600030101010101" pitchFamily="2" charset="-122"/>
            </a:endParaRPr>
          </a:p>
        </p:txBody>
      </p:sp>
      <p:sp>
        <p:nvSpPr>
          <p:cNvPr id="311310" name="Text Box 14"/>
          <p:cNvSpPr txBox="1"/>
          <p:nvPr/>
        </p:nvSpPr>
        <p:spPr>
          <a:xfrm>
            <a:off x="831850" y="3357245"/>
            <a:ext cx="692150" cy="701675"/>
          </a:xfrm>
          <a:prstGeom prst="rect">
            <a:avLst/>
          </a:prstGeom>
          <a:noFill/>
          <a:ln w="9525">
            <a:noFill/>
          </a:ln>
        </p:spPr>
        <p:txBody>
          <a:bodyPr wrap="none" anchor="t" anchorCtr="0">
            <a:spAutoFit/>
          </a:bodyPr>
          <a:p>
            <a:pPr algn="ctr"/>
            <a:r>
              <a:rPr lang="en-US" altLang="zh-CN" sz="4000" b="1" dirty="0">
                <a:solidFill>
                  <a:srgbClr val="FF0000"/>
                </a:solidFill>
                <a:latin typeface="Times New Roman" panose="02020603050405020304" pitchFamily="18" charset="0"/>
                <a:ea typeface="宋体" panose="02010600030101010101" pitchFamily="2" charset="-122"/>
              </a:rPr>
              <a:t>√</a:t>
            </a:r>
            <a:endParaRPr lang="en-US" altLang="zh-CN" sz="4000" b="1" dirty="0">
              <a:solidFill>
                <a:srgbClr val="FF0000"/>
              </a:solidFill>
              <a:latin typeface="Times New Roman" panose="02020603050405020304" pitchFamily="18" charset="0"/>
              <a:ea typeface="宋体" panose="02010600030101010101" pitchFamily="2" charset="-122"/>
            </a:endParaRPr>
          </a:p>
        </p:txBody>
      </p:sp>
      <p:sp>
        <p:nvSpPr>
          <p:cNvPr id="311311" name="Line 15"/>
          <p:cNvSpPr/>
          <p:nvPr/>
        </p:nvSpPr>
        <p:spPr>
          <a:xfrm flipV="1">
            <a:off x="4437380" y="5629910"/>
            <a:ext cx="0" cy="457200"/>
          </a:xfrm>
          <a:prstGeom prst="line">
            <a:avLst/>
          </a:prstGeom>
          <a:ln w="38100" cap="flat" cmpd="sng">
            <a:solidFill>
              <a:srgbClr val="FF0000"/>
            </a:solidFill>
            <a:prstDash val="solid"/>
            <a:round/>
            <a:headEnd type="none" w="med" len="med"/>
            <a:tailEnd type="triangle" w="med" len="med"/>
          </a:ln>
        </p:spPr>
      </p:sp>
      <p:sp>
        <p:nvSpPr>
          <p:cNvPr id="311312" name="Text Box 16"/>
          <p:cNvSpPr txBox="1"/>
          <p:nvPr/>
        </p:nvSpPr>
        <p:spPr>
          <a:xfrm>
            <a:off x="831850" y="3716655"/>
            <a:ext cx="692150" cy="701675"/>
          </a:xfrm>
          <a:prstGeom prst="rect">
            <a:avLst/>
          </a:prstGeom>
          <a:noFill/>
          <a:ln w="9525">
            <a:noFill/>
          </a:ln>
        </p:spPr>
        <p:txBody>
          <a:bodyPr wrap="none" anchor="t" anchorCtr="0">
            <a:spAutoFit/>
          </a:bodyPr>
          <a:p>
            <a:pPr algn="ctr"/>
            <a:r>
              <a:rPr lang="en-US" altLang="zh-CN" sz="4000" b="1" dirty="0">
                <a:solidFill>
                  <a:srgbClr val="FF0000"/>
                </a:solidFill>
                <a:latin typeface="Times New Roman" panose="02020603050405020304" pitchFamily="18" charset="0"/>
                <a:ea typeface="宋体" panose="02010600030101010101" pitchFamily="2" charset="-122"/>
              </a:rPr>
              <a:t>×</a:t>
            </a:r>
            <a:endParaRPr lang="en-US" altLang="zh-CN" sz="4000" b="1" dirty="0">
              <a:solidFill>
                <a:srgbClr val="FF0000"/>
              </a:solidFill>
              <a:latin typeface="Times New Roman" panose="02020603050405020304" pitchFamily="18" charset="0"/>
              <a:ea typeface="宋体" panose="02010600030101010101" pitchFamily="2" charset="-122"/>
            </a:endParaRPr>
          </a:p>
        </p:txBody>
      </p:sp>
      <p:sp>
        <p:nvSpPr>
          <p:cNvPr id="311313" name="Text Box 17"/>
          <p:cNvSpPr txBox="1"/>
          <p:nvPr/>
        </p:nvSpPr>
        <p:spPr>
          <a:xfrm>
            <a:off x="899795" y="4220845"/>
            <a:ext cx="692150" cy="701675"/>
          </a:xfrm>
          <a:prstGeom prst="rect">
            <a:avLst/>
          </a:prstGeom>
          <a:noFill/>
          <a:ln w="9525">
            <a:noFill/>
          </a:ln>
        </p:spPr>
        <p:txBody>
          <a:bodyPr wrap="none" anchor="t" anchorCtr="0">
            <a:spAutoFit/>
          </a:bodyPr>
          <a:p>
            <a:pPr algn="ctr"/>
            <a:r>
              <a:rPr lang="en-US" altLang="zh-CN" sz="4000" b="1" dirty="0">
                <a:solidFill>
                  <a:srgbClr val="FF0000"/>
                </a:solidFill>
                <a:latin typeface="Times New Roman" panose="02020603050405020304" pitchFamily="18" charset="0"/>
                <a:ea typeface="宋体" panose="02010600030101010101" pitchFamily="2" charset="-122"/>
              </a:rPr>
              <a:t>×</a:t>
            </a:r>
            <a:endParaRPr lang="en-US" altLang="zh-CN" sz="40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11313"/>
                                        </p:tgtEl>
                                        <p:attrNameLst>
                                          <p:attrName>style.visibility</p:attrName>
                                        </p:attrNameLst>
                                      </p:cBhvr>
                                      <p:to>
                                        <p:strVal val="visible"/>
                                      </p:to>
                                    </p:set>
                                    <p:anim calcmode="lin" valueType="num">
                                      <p:cBhvr>
                                        <p:cTn id="7" dur="500" fill="hold"/>
                                        <p:tgtEl>
                                          <p:spTgt spid="311313"/>
                                        </p:tgtEl>
                                        <p:attrNameLst>
                                          <p:attrName>ppt_w</p:attrName>
                                        </p:attrNameLst>
                                      </p:cBhvr>
                                      <p:tavLst>
                                        <p:tav tm="0">
                                          <p:val>
                                            <p:fltVal val="0.000000"/>
                                          </p:val>
                                        </p:tav>
                                        <p:tav tm="100000">
                                          <p:val>
                                            <p:strVal val="#ppt_w"/>
                                          </p:val>
                                        </p:tav>
                                      </p:tavLst>
                                    </p:anim>
                                    <p:anim calcmode="lin" valueType="num">
                                      <p:cBhvr>
                                        <p:cTn id="8" dur="500" fill="hold"/>
                                        <p:tgtEl>
                                          <p:spTgt spid="311313"/>
                                        </p:tgtEl>
                                        <p:attrNameLst>
                                          <p:attrName>ppt_h</p:attrName>
                                        </p:attrNameLst>
                                      </p:cBhvr>
                                      <p:tavLst>
                                        <p:tav tm="0">
                                          <p:val>
                                            <p:fltVal val="0.000000"/>
                                          </p:val>
                                        </p:tav>
                                        <p:tav tm="100000">
                                          <p:val>
                                            <p:strVal val="#ppt_h"/>
                                          </p:val>
                                        </p:tav>
                                      </p:tavLst>
                                    </p:anim>
                                    <p:animEffect transition="in" filter="fade">
                                      <p:cBhvr>
                                        <p:cTn id="9" dur="500"/>
                                        <p:tgtEl>
                                          <p:spTgt spid="31131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11309"/>
                                        </p:tgtEl>
                                        <p:attrNameLst>
                                          <p:attrName>style.visibility</p:attrName>
                                        </p:attrNameLst>
                                      </p:cBhvr>
                                      <p:to>
                                        <p:strVal val="visible"/>
                                      </p:to>
                                    </p:set>
                                    <p:anim calcmode="lin" valueType="num">
                                      <p:cBhvr>
                                        <p:cTn id="14" dur="500" fill="hold"/>
                                        <p:tgtEl>
                                          <p:spTgt spid="311309"/>
                                        </p:tgtEl>
                                        <p:attrNameLst>
                                          <p:attrName>ppt_w</p:attrName>
                                        </p:attrNameLst>
                                      </p:cBhvr>
                                      <p:tavLst>
                                        <p:tav tm="0">
                                          <p:val>
                                            <p:fltVal val="0.000000"/>
                                          </p:val>
                                        </p:tav>
                                        <p:tav tm="100000">
                                          <p:val>
                                            <p:strVal val="#ppt_w"/>
                                          </p:val>
                                        </p:tav>
                                      </p:tavLst>
                                    </p:anim>
                                    <p:anim calcmode="lin" valueType="num">
                                      <p:cBhvr>
                                        <p:cTn id="15" dur="500" fill="hold"/>
                                        <p:tgtEl>
                                          <p:spTgt spid="311309"/>
                                        </p:tgtEl>
                                        <p:attrNameLst>
                                          <p:attrName>ppt_h</p:attrName>
                                        </p:attrNameLst>
                                      </p:cBhvr>
                                      <p:tavLst>
                                        <p:tav tm="0">
                                          <p:val>
                                            <p:fltVal val="0.000000"/>
                                          </p:val>
                                        </p:tav>
                                        <p:tav tm="100000">
                                          <p:val>
                                            <p:strVal val="#ppt_h"/>
                                          </p:val>
                                        </p:tav>
                                      </p:tavLst>
                                    </p:anim>
                                    <p:animEffect transition="in" filter="fade">
                                      <p:cBhvr>
                                        <p:cTn id="16" dur="500"/>
                                        <p:tgtEl>
                                          <p:spTgt spid="31130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11306"/>
                                        </p:tgtEl>
                                        <p:attrNameLst>
                                          <p:attrName>style.visibility</p:attrName>
                                        </p:attrNameLst>
                                      </p:cBhvr>
                                      <p:to>
                                        <p:strVal val="visible"/>
                                      </p:to>
                                    </p:set>
                                    <p:animEffect transition="in" filter="wipe(up)">
                                      <p:cBhvr>
                                        <p:cTn id="21" dur="500"/>
                                        <p:tgtEl>
                                          <p:spTgt spid="31130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311307"/>
                                        </p:tgtEl>
                                        <p:attrNameLst>
                                          <p:attrName>style.visibility</p:attrName>
                                        </p:attrNameLst>
                                      </p:cBhvr>
                                      <p:to>
                                        <p:strVal val="visible"/>
                                      </p:to>
                                    </p:set>
                                    <p:animEffect transition="in" filter="wipe(right)">
                                      <p:cBhvr>
                                        <p:cTn id="26" dur="500"/>
                                        <p:tgtEl>
                                          <p:spTgt spid="311307"/>
                                        </p:tgtEl>
                                      </p:cBhvr>
                                    </p:animEffect>
                                  </p:childTnLst>
                                </p:cTn>
                              </p:par>
                              <p:par>
                                <p:cTn id="27" presetID="22" presetClass="entr" presetSubtype="8" fill="hold" nodeType="withEffect">
                                  <p:stCondLst>
                                    <p:cond delay="0"/>
                                  </p:stCondLst>
                                  <p:childTnLst>
                                    <p:set>
                                      <p:cBhvr>
                                        <p:cTn id="28" dur="1" fill="hold">
                                          <p:stCondLst>
                                            <p:cond delay="0"/>
                                          </p:stCondLst>
                                        </p:cTn>
                                        <p:tgtEl>
                                          <p:spTgt spid="311308"/>
                                        </p:tgtEl>
                                        <p:attrNameLst>
                                          <p:attrName>style.visibility</p:attrName>
                                        </p:attrNameLst>
                                      </p:cBhvr>
                                      <p:to>
                                        <p:strVal val="visible"/>
                                      </p:to>
                                    </p:set>
                                    <p:animEffect transition="in" filter="wipe(left)">
                                      <p:cBhvr>
                                        <p:cTn id="29" dur="1000"/>
                                        <p:tgtEl>
                                          <p:spTgt spid="31130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11310"/>
                                        </p:tgtEl>
                                        <p:attrNameLst>
                                          <p:attrName>style.visibility</p:attrName>
                                        </p:attrNameLst>
                                      </p:cBhvr>
                                      <p:to>
                                        <p:strVal val="visible"/>
                                      </p:to>
                                    </p:set>
                                    <p:animEffect transition="in" filter="wipe(down)">
                                      <p:cBhvr>
                                        <p:cTn id="34" dur="500"/>
                                        <p:tgtEl>
                                          <p:spTgt spid="3113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311311"/>
                                        </p:tgtEl>
                                        <p:attrNameLst>
                                          <p:attrName>style.visibility</p:attrName>
                                        </p:attrNameLst>
                                      </p:cBhvr>
                                      <p:to>
                                        <p:strVal val="visible"/>
                                      </p:to>
                                    </p:set>
                                    <p:animEffect transition="in" filter="wipe(down)">
                                      <p:cBhvr>
                                        <p:cTn id="39" dur="500"/>
                                        <p:tgtEl>
                                          <p:spTgt spid="311311"/>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311312"/>
                                        </p:tgtEl>
                                        <p:attrNameLst>
                                          <p:attrName>style.visibility</p:attrName>
                                        </p:attrNameLst>
                                      </p:cBhvr>
                                      <p:to>
                                        <p:strVal val="visible"/>
                                      </p:to>
                                    </p:set>
                                    <p:anim calcmode="lin" valueType="num">
                                      <p:cBhvr>
                                        <p:cTn id="44" dur="500" fill="hold"/>
                                        <p:tgtEl>
                                          <p:spTgt spid="311312"/>
                                        </p:tgtEl>
                                        <p:attrNameLst>
                                          <p:attrName>ppt_w</p:attrName>
                                        </p:attrNameLst>
                                      </p:cBhvr>
                                      <p:tavLst>
                                        <p:tav tm="0">
                                          <p:val>
                                            <p:fltVal val="0.000000"/>
                                          </p:val>
                                        </p:tav>
                                        <p:tav tm="100000">
                                          <p:val>
                                            <p:strVal val="#ppt_w"/>
                                          </p:val>
                                        </p:tav>
                                      </p:tavLst>
                                    </p:anim>
                                    <p:anim calcmode="lin" valueType="num">
                                      <p:cBhvr>
                                        <p:cTn id="45" dur="500" fill="hold"/>
                                        <p:tgtEl>
                                          <p:spTgt spid="311312"/>
                                        </p:tgtEl>
                                        <p:attrNameLst>
                                          <p:attrName>ppt_h</p:attrName>
                                        </p:attrNameLst>
                                      </p:cBhvr>
                                      <p:tavLst>
                                        <p:tav tm="0">
                                          <p:val>
                                            <p:fltVal val="0.000000"/>
                                          </p:val>
                                        </p:tav>
                                        <p:tav tm="100000">
                                          <p:val>
                                            <p:strVal val="#ppt_h"/>
                                          </p:val>
                                        </p:tav>
                                      </p:tavLst>
                                    </p:anim>
                                    <p:animEffect transition="in" filter="fade">
                                      <p:cBhvr>
                                        <p:cTn id="46" dur="500"/>
                                        <p:tgtEl>
                                          <p:spTgt spid="311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09" grpId="0"/>
      <p:bldP spid="311310" grpId="0"/>
      <p:bldP spid="311312" grpId="0"/>
      <p:bldP spid="3113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3553" name="Object 3"/>
          <p:cNvGraphicFramePr>
            <a:graphicFrameLocks noChangeAspect="1"/>
          </p:cNvGraphicFramePr>
          <p:nvPr/>
        </p:nvGraphicFramePr>
        <p:xfrm>
          <a:off x="1043940" y="1052830"/>
          <a:ext cx="5105400" cy="1917700"/>
        </p:xfrm>
        <a:graphic>
          <a:graphicData uri="http://schemas.openxmlformats.org/presentationml/2006/ole">
            <mc:AlternateContent xmlns:mc="http://schemas.openxmlformats.org/markup-compatibility/2006">
              <mc:Choice xmlns:v="urn:schemas-microsoft-com:vml" Requires="v">
                <p:oleObj spid="_x0000_s3131" name="" r:id="rId1" imgW="2533650" imgH="1076325" progId="Paint.Picture">
                  <p:embed/>
                </p:oleObj>
              </mc:Choice>
              <mc:Fallback>
                <p:oleObj name="" r:id="rId1" imgW="2533650" imgH="1076325" progId="Paint.Picture">
                  <p:embed/>
                  <p:pic>
                    <p:nvPicPr>
                      <p:cNvPr id="0" name="图片 3130"/>
                      <p:cNvPicPr/>
                      <p:nvPr/>
                    </p:nvPicPr>
                    <p:blipFill>
                      <a:blip r:embed="rId2"/>
                      <a:stretch>
                        <a:fillRect/>
                      </a:stretch>
                    </p:blipFill>
                    <p:spPr>
                      <a:xfrm>
                        <a:off x="1043940" y="1052830"/>
                        <a:ext cx="5105400" cy="1917700"/>
                      </a:xfrm>
                      <a:prstGeom prst="rect">
                        <a:avLst/>
                      </a:prstGeom>
                      <a:noFill/>
                      <a:ln w="38100">
                        <a:noFill/>
                        <a:miter/>
                      </a:ln>
                    </p:spPr>
                  </p:pic>
                </p:oleObj>
              </mc:Fallback>
            </mc:AlternateContent>
          </a:graphicData>
        </a:graphic>
      </p:graphicFrame>
      <p:sp>
        <p:nvSpPr>
          <p:cNvPr id="311306" name="Line 10"/>
          <p:cNvSpPr/>
          <p:nvPr/>
        </p:nvSpPr>
        <p:spPr>
          <a:xfrm>
            <a:off x="2339340" y="1510030"/>
            <a:ext cx="0" cy="288000"/>
          </a:xfrm>
          <a:prstGeom prst="line">
            <a:avLst/>
          </a:prstGeom>
          <a:ln w="38100" cap="flat" cmpd="sng">
            <a:solidFill>
              <a:srgbClr val="FF0000"/>
            </a:solidFill>
            <a:prstDash val="solid"/>
            <a:round/>
            <a:headEnd type="none" w="med" len="med"/>
            <a:tailEnd type="triangle" w="med" len="med"/>
          </a:ln>
        </p:spPr>
      </p:sp>
      <p:sp>
        <p:nvSpPr>
          <p:cNvPr id="311307" name="Line 11"/>
          <p:cNvSpPr/>
          <p:nvPr/>
        </p:nvSpPr>
        <p:spPr>
          <a:xfrm flipH="1">
            <a:off x="2872740" y="1357630"/>
            <a:ext cx="1219200" cy="0"/>
          </a:xfrm>
          <a:prstGeom prst="line">
            <a:avLst/>
          </a:prstGeom>
          <a:ln w="38100" cap="flat" cmpd="sng">
            <a:solidFill>
              <a:srgbClr val="0000FF"/>
            </a:solidFill>
            <a:prstDash val="solid"/>
            <a:round/>
            <a:headEnd type="none" w="med" len="med"/>
            <a:tailEnd type="triangle" w="med" len="med"/>
          </a:ln>
        </p:spPr>
      </p:sp>
      <p:graphicFrame>
        <p:nvGraphicFramePr>
          <p:cNvPr id="311308" name="Object 12"/>
          <p:cNvGraphicFramePr>
            <a:graphicFrameLocks noChangeAspect="1"/>
          </p:cNvGraphicFramePr>
          <p:nvPr/>
        </p:nvGraphicFramePr>
        <p:xfrm>
          <a:off x="3545523" y="895985"/>
          <a:ext cx="452437" cy="484188"/>
        </p:xfrm>
        <a:graphic>
          <a:graphicData uri="http://schemas.openxmlformats.org/presentationml/2006/ole">
            <mc:AlternateContent xmlns:mc="http://schemas.openxmlformats.org/markup-compatibility/2006">
              <mc:Choice xmlns:v="urn:schemas-microsoft-com:vml" Requires="v">
                <p:oleObj spid="_x0000_s3087" name="" r:id="rId3" imgW="101600" imgH="152400" progId="Equation.3">
                  <p:embed/>
                </p:oleObj>
              </mc:Choice>
              <mc:Fallback>
                <p:oleObj name="" r:id="rId3" imgW="101600" imgH="152400" progId="Equation.3">
                  <p:embed/>
                  <p:pic>
                    <p:nvPicPr>
                      <p:cNvPr id="0" name="图片 3086"/>
                      <p:cNvPicPr/>
                      <p:nvPr/>
                    </p:nvPicPr>
                    <p:blipFill>
                      <a:blip r:embed="rId4">
                        <a:clrChange>
                          <a:clrFrom>
                            <a:srgbClr val="000000"/>
                          </a:clrFrom>
                          <a:clrTo>
                            <a:srgbClr val="0033CC"/>
                          </a:clrTo>
                        </a:clrChange>
                      </a:blip>
                      <a:stretch>
                        <a:fillRect/>
                      </a:stretch>
                    </p:blipFill>
                    <p:spPr>
                      <a:xfrm>
                        <a:off x="3545523" y="895985"/>
                        <a:ext cx="452437" cy="484188"/>
                      </a:xfrm>
                      <a:prstGeom prst="rect">
                        <a:avLst/>
                      </a:prstGeom>
                      <a:noFill/>
                      <a:ln w="38100">
                        <a:noFill/>
                        <a:miter/>
                      </a:ln>
                    </p:spPr>
                  </p:pic>
                </p:oleObj>
              </mc:Fallback>
            </mc:AlternateContent>
          </a:graphicData>
        </a:graphic>
      </p:graphicFrame>
      <p:sp>
        <p:nvSpPr>
          <p:cNvPr id="311311" name="Line 15"/>
          <p:cNvSpPr/>
          <p:nvPr/>
        </p:nvSpPr>
        <p:spPr>
          <a:xfrm flipV="1">
            <a:off x="3939540" y="2304000"/>
            <a:ext cx="0" cy="252000"/>
          </a:xfrm>
          <a:prstGeom prst="line">
            <a:avLst/>
          </a:prstGeom>
          <a:ln w="38100" cap="flat" cmpd="sng">
            <a:solidFill>
              <a:srgbClr val="FF0000"/>
            </a:solidFill>
            <a:prstDash val="solid"/>
            <a:round/>
            <a:headEnd type="none" w="med" len="med"/>
            <a:tailEnd type="triangle" w="med" len="med"/>
          </a:ln>
        </p:spPr>
      </p:sp>
      <p:graphicFrame>
        <p:nvGraphicFramePr>
          <p:cNvPr id="21516" name="Object 36"/>
          <p:cNvGraphicFramePr>
            <a:graphicFrameLocks noChangeAspect="1"/>
          </p:cNvGraphicFramePr>
          <p:nvPr/>
        </p:nvGraphicFramePr>
        <p:xfrm>
          <a:off x="662940" y="2820194"/>
          <a:ext cx="5638165" cy="927100"/>
        </p:xfrm>
        <a:graphic>
          <a:graphicData uri="http://schemas.openxmlformats.org/presentationml/2006/ole">
            <mc:AlternateContent xmlns:mc="http://schemas.openxmlformats.org/markup-compatibility/2006">
              <mc:Choice xmlns:v="urn:schemas-microsoft-com:vml" Requires="v">
                <p:oleObj spid="_x0000_s3130" name="" r:id="rId5" imgW="2489200" imgH="393700" progId="Equation.3">
                  <p:embed/>
                </p:oleObj>
              </mc:Choice>
              <mc:Fallback>
                <p:oleObj name="" r:id="rId5" imgW="2489200" imgH="393700" progId="Equation.3">
                  <p:embed/>
                  <p:pic>
                    <p:nvPicPr>
                      <p:cNvPr id="0" name="图片 3129"/>
                      <p:cNvPicPr/>
                      <p:nvPr/>
                    </p:nvPicPr>
                    <p:blipFill>
                      <a:blip r:embed="rId6"/>
                      <a:stretch>
                        <a:fillRect/>
                      </a:stretch>
                    </p:blipFill>
                    <p:spPr>
                      <a:xfrm>
                        <a:off x="662940" y="2820194"/>
                        <a:ext cx="5638165" cy="927100"/>
                      </a:xfrm>
                      <a:prstGeom prst="rect">
                        <a:avLst/>
                      </a:prstGeom>
                      <a:solidFill>
                        <a:srgbClr val="FFFF99"/>
                      </a:solidFill>
                      <a:ln w="38100" cap="flat" cmpd="dbl">
                        <a:solidFill>
                          <a:srgbClr val="0000FF"/>
                        </a:solidFill>
                        <a:prstDash val="solid"/>
                        <a:miter/>
                        <a:headEnd type="none" w="med" len="med"/>
                        <a:tailEnd type="none" w="med" len="med"/>
                      </a:ln>
                      <a:effectLst>
                        <a:outerShdw dist="35921" dir="2699999" algn="ctr" rotWithShape="0">
                          <a:srgbClr val="808080"/>
                        </a:outerShdw>
                      </a:effectLst>
                    </p:spPr>
                  </p:pic>
                </p:oleObj>
              </mc:Fallback>
            </mc:AlternateContent>
          </a:graphicData>
        </a:graphic>
      </p:graphicFrame>
      <p:sp>
        <p:nvSpPr>
          <p:cNvPr id="23554" name="Rectangle 4"/>
          <p:cNvSpPr/>
          <p:nvPr/>
        </p:nvSpPr>
        <p:spPr>
          <a:xfrm>
            <a:off x="184150" y="3861435"/>
            <a:ext cx="5683885" cy="2014855"/>
          </a:xfrm>
          <a:prstGeom prst="rect">
            <a:avLst/>
          </a:prstGeom>
          <a:noFill/>
          <a:ln w="9525">
            <a:noFill/>
          </a:ln>
        </p:spPr>
        <p:txBody>
          <a:bodyPr wrap="square" anchor="ctr" anchorCtr="0">
            <a:spAutoFit/>
          </a:bodyPr>
          <a:p>
            <a:pPr>
              <a:lnSpc>
                <a:spcPct val="125000"/>
              </a:lnSpc>
            </a:pPr>
            <a:r>
              <a:rPr lang="zh-CN" altLang="en-US" sz="2000" b="1" dirty="0">
                <a:solidFill>
                  <a:srgbClr val="000000"/>
                </a:solidFill>
                <a:latin typeface="楷体_GB2312" panose="02010609030101010101" pitchFamily="49" charset="-122"/>
                <a:ea typeface="楷体_GB2312" panose="02010609030101010101" pitchFamily="49" charset="-122"/>
              </a:rPr>
              <a:t>若此时</a:t>
            </a:r>
            <a:r>
              <a:rPr lang="en-US" altLang="zh-CN" sz="2000" b="1" dirty="0">
                <a:solidFill>
                  <a:srgbClr val="000000"/>
                </a:solidFill>
                <a:latin typeface="楷体_GB2312" panose="02010609030101010101" pitchFamily="49" charset="-122"/>
                <a:ea typeface="楷体_GB2312" panose="02010609030101010101" pitchFamily="49" charset="-122"/>
              </a:rPr>
              <a:t>A</a:t>
            </a:r>
            <a:r>
              <a:rPr lang="zh-CN" altLang="en-US" sz="2000" b="1" dirty="0">
                <a:solidFill>
                  <a:srgbClr val="000000"/>
                </a:solidFill>
                <a:latin typeface="楷体_GB2312" panose="02010609030101010101" pitchFamily="49" charset="-122"/>
                <a:ea typeface="楷体_GB2312" panose="02010609030101010101" pitchFamily="49" charset="-122"/>
              </a:rPr>
              <a:t>点处媒质质元的振动动能在增大，则：</a:t>
            </a:r>
            <a:endParaRPr lang="zh-CN" altLang="en-US" sz="2000" b="1" dirty="0">
              <a:solidFill>
                <a:srgbClr val="000000"/>
              </a:solidFill>
              <a:latin typeface="楷体_GB2312" panose="02010609030101010101" pitchFamily="49" charset="-122"/>
              <a:ea typeface="楷体_GB2312" panose="02010609030101010101" pitchFamily="49" charset="-122"/>
            </a:endParaRPr>
          </a:p>
          <a:p>
            <a:pPr>
              <a:lnSpc>
                <a:spcPct val="125000"/>
              </a:lnSpc>
            </a:pPr>
            <a:r>
              <a:rPr lang="zh-CN" altLang="en-US" sz="2000" b="1" dirty="0">
                <a:solidFill>
                  <a:srgbClr val="000000"/>
                </a:solidFill>
                <a:latin typeface="楷体_GB2312" panose="02010609030101010101" pitchFamily="49" charset="-122"/>
                <a:ea typeface="楷体_GB2312" panose="02010609030101010101" pitchFamily="49" charset="-122"/>
              </a:rPr>
              <a:t> </a:t>
            </a:r>
            <a:r>
              <a:rPr lang="en-US" altLang="zh-CN" sz="2000" b="1" dirty="0">
                <a:solidFill>
                  <a:srgbClr val="000000"/>
                </a:solidFill>
                <a:latin typeface="楷体_GB2312" panose="02010609030101010101" pitchFamily="49" charset="-122"/>
                <a:ea typeface="楷体_GB2312" panose="02010609030101010101" pitchFamily="49" charset="-122"/>
              </a:rPr>
              <a:t>(A) A</a:t>
            </a:r>
            <a:r>
              <a:rPr lang="zh-CN" altLang="en-US" sz="2000" b="1" dirty="0">
                <a:solidFill>
                  <a:srgbClr val="000000"/>
                </a:solidFill>
                <a:latin typeface="楷体_GB2312" panose="02010609030101010101" pitchFamily="49" charset="-122"/>
                <a:ea typeface="楷体_GB2312" panose="02010609030101010101" pitchFamily="49" charset="-122"/>
              </a:rPr>
              <a:t>点处质元的弹性势能在减小；</a:t>
            </a:r>
            <a:endParaRPr lang="zh-CN" altLang="en-US" sz="2000" b="1" dirty="0">
              <a:solidFill>
                <a:srgbClr val="000000"/>
              </a:solidFill>
              <a:latin typeface="楷体_GB2312" panose="02010609030101010101" pitchFamily="49" charset="-122"/>
              <a:ea typeface="楷体_GB2312" panose="02010609030101010101" pitchFamily="49" charset="-122"/>
            </a:endParaRPr>
          </a:p>
          <a:p>
            <a:pPr>
              <a:lnSpc>
                <a:spcPct val="125000"/>
              </a:lnSpc>
            </a:pPr>
            <a:r>
              <a:rPr lang="zh-CN" altLang="en-US" sz="2000" b="1" dirty="0">
                <a:solidFill>
                  <a:srgbClr val="000000"/>
                </a:solidFill>
                <a:latin typeface="楷体_GB2312" panose="02010609030101010101" pitchFamily="49" charset="-122"/>
                <a:ea typeface="楷体_GB2312" panose="02010609030101010101" pitchFamily="49" charset="-122"/>
              </a:rPr>
              <a:t> </a:t>
            </a:r>
            <a:r>
              <a:rPr lang="en-US" altLang="zh-CN" sz="2000" b="1" dirty="0">
                <a:solidFill>
                  <a:srgbClr val="000000"/>
                </a:solidFill>
                <a:latin typeface="楷体_GB2312" panose="02010609030101010101" pitchFamily="49" charset="-122"/>
                <a:ea typeface="楷体_GB2312" panose="02010609030101010101" pitchFamily="49" charset="-122"/>
              </a:rPr>
              <a:t>(B) </a:t>
            </a:r>
            <a:r>
              <a:rPr lang="zh-CN" altLang="en-US" sz="2000" b="1" dirty="0">
                <a:solidFill>
                  <a:srgbClr val="000000"/>
                </a:solidFill>
                <a:latin typeface="楷体_GB2312" panose="02010609030101010101" pitchFamily="49" charset="-122"/>
                <a:ea typeface="楷体_GB2312" panose="02010609030101010101" pitchFamily="49" charset="-122"/>
              </a:rPr>
              <a:t>波沿</a:t>
            </a:r>
            <a:r>
              <a:rPr lang="en-US" altLang="zh-CN" sz="2000" b="1" i="1" dirty="0">
                <a:solidFill>
                  <a:srgbClr val="000000"/>
                </a:solidFill>
                <a:latin typeface="Times New Roman" panose="02020603050405020304" pitchFamily="18" charset="0"/>
                <a:ea typeface="楷体_GB2312" panose="02010609030101010101" pitchFamily="49" charset="-122"/>
              </a:rPr>
              <a:t>X</a:t>
            </a:r>
            <a:r>
              <a:rPr lang="zh-CN" altLang="en-US" sz="2000" b="1" dirty="0">
                <a:solidFill>
                  <a:srgbClr val="000000"/>
                </a:solidFill>
                <a:latin typeface="楷体_GB2312" panose="02010609030101010101" pitchFamily="49" charset="-122"/>
                <a:ea typeface="楷体_GB2312" panose="02010609030101010101" pitchFamily="49" charset="-122"/>
              </a:rPr>
              <a:t>轴负方向传播；</a:t>
            </a:r>
            <a:endParaRPr lang="zh-CN" altLang="en-US" sz="2000" b="1" dirty="0">
              <a:solidFill>
                <a:srgbClr val="000000"/>
              </a:solidFill>
              <a:latin typeface="楷体_GB2312" panose="02010609030101010101" pitchFamily="49" charset="-122"/>
              <a:ea typeface="楷体_GB2312" panose="02010609030101010101" pitchFamily="49" charset="-122"/>
            </a:endParaRPr>
          </a:p>
          <a:p>
            <a:pPr>
              <a:lnSpc>
                <a:spcPct val="125000"/>
              </a:lnSpc>
            </a:pPr>
            <a:r>
              <a:rPr lang="zh-CN" altLang="en-US" sz="2000" b="1" dirty="0">
                <a:solidFill>
                  <a:srgbClr val="000000"/>
                </a:solidFill>
                <a:latin typeface="楷体_GB2312" panose="02010609030101010101" pitchFamily="49" charset="-122"/>
                <a:ea typeface="楷体_GB2312" panose="02010609030101010101" pitchFamily="49" charset="-122"/>
              </a:rPr>
              <a:t> </a:t>
            </a:r>
            <a:r>
              <a:rPr lang="en-US" altLang="zh-CN" sz="2000" b="1" dirty="0">
                <a:solidFill>
                  <a:srgbClr val="000000"/>
                </a:solidFill>
                <a:latin typeface="楷体_GB2312" panose="02010609030101010101" pitchFamily="49" charset="-122"/>
                <a:ea typeface="楷体_GB2312" panose="02010609030101010101" pitchFamily="49" charset="-122"/>
              </a:rPr>
              <a:t>(C) B</a:t>
            </a:r>
            <a:r>
              <a:rPr lang="zh-CN" altLang="en-US" sz="2000" b="1" dirty="0">
                <a:solidFill>
                  <a:srgbClr val="000000"/>
                </a:solidFill>
                <a:latin typeface="楷体_GB2312" panose="02010609030101010101" pitchFamily="49" charset="-122"/>
                <a:ea typeface="楷体_GB2312" panose="02010609030101010101" pitchFamily="49" charset="-122"/>
              </a:rPr>
              <a:t>点处质元的振动动能在减小；</a:t>
            </a:r>
            <a:endParaRPr lang="zh-CN" altLang="en-US" sz="2000" b="1" dirty="0">
              <a:solidFill>
                <a:srgbClr val="000000"/>
              </a:solidFill>
              <a:latin typeface="楷体_GB2312" panose="02010609030101010101" pitchFamily="49" charset="-122"/>
              <a:ea typeface="楷体_GB2312" panose="02010609030101010101" pitchFamily="49" charset="-122"/>
            </a:endParaRPr>
          </a:p>
          <a:p>
            <a:pPr>
              <a:lnSpc>
                <a:spcPct val="125000"/>
              </a:lnSpc>
            </a:pPr>
            <a:r>
              <a:rPr lang="zh-CN" altLang="en-US" sz="2000" b="1" dirty="0">
                <a:solidFill>
                  <a:srgbClr val="000000"/>
                </a:solidFill>
                <a:latin typeface="楷体_GB2312" panose="02010609030101010101" pitchFamily="49" charset="-122"/>
                <a:ea typeface="楷体_GB2312" panose="02010609030101010101" pitchFamily="49" charset="-122"/>
              </a:rPr>
              <a:t> </a:t>
            </a:r>
            <a:r>
              <a:rPr lang="en-US" altLang="zh-CN" sz="2000" b="1" dirty="0">
                <a:solidFill>
                  <a:srgbClr val="000000"/>
                </a:solidFill>
                <a:latin typeface="楷体_GB2312" panose="02010609030101010101" pitchFamily="49" charset="-122"/>
                <a:ea typeface="楷体_GB2312" panose="02010609030101010101" pitchFamily="49" charset="-122"/>
              </a:rPr>
              <a:t>(D) </a:t>
            </a:r>
            <a:r>
              <a:rPr lang="zh-CN" altLang="en-US" sz="2000" b="1" dirty="0">
                <a:solidFill>
                  <a:srgbClr val="000000"/>
                </a:solidFill>
                <a:latin typeface="楷体_GB2312" panose="02010609030101010101" pitchFamily="49" charset="-122"/>
                <a:ea typeface="楷体_GB2312" panose="02010609030101010101" pitchFamily="49" charset="-122"/>
              </a:rPr>
              <a:t>各点的波的能量密度都不随时间变化。</a:t>
            </a:r>
            <a:endParaRPr lang="zh-CN" altLang="en-US" sz="2000" b="1" dirty="0">
              <a:solidFill>
                <a:srgbClr val="000000"/>
              </a:solidFill>
              <a:latin typeface="楷体_GB2312" panose="02010609030101010101" pitchFamily="49" charset="-122"/>
              <a:ea typeface="楷体_GB2312" panose="02010609030101010101" pitchFamily="49" charset="-122"/>
            </a:endParaRPr>
          </a:p>
        </p:txBody>
      </p:sp>
      <p:sp>
        <p:nvSpPr>
          <p:cNvPr id="2" name="Rectangle 4"/>
          <p:cNvSpPr/>
          <p:nvPr/>
        </p:nvSpPr>
        <p:spPr>
          <a:xfrm>
            <a:off x="5716905" y="1052830"/>
            <a:ext cx="3322955" cy="475615"/>
          </a:xfrm>
          <a:prstGeom prst="rect">
            <a:avLst/>
          </a:prstGeom>
          <a:noFill/>
          <a:ln w="9525">
            <a:noFill/>
          </a:ln>
        </p:spPr>
        <p:txBody>
          <a:bodyPr wrap="square" anchor="ctr" anchorCtr="0">
            <a:spAutoFit/>
          </a:bodyPr>
          <a:p>
            <a:pPr>
              <a:lnSpc>
                <a:spcPct val="125000"/>
              </a:lnSpc>
            </a:pPr>
            <a:r>
              <a:rPr lang="en-US" altLang="zh-CN" sz="2000" b="1" dirty="0">
                <a:solidFill>
                  <a:srgbClr val="000000"/>
                </a:solidFill>
                <a:latin typeface="楷体_GB2312" panose="02010609030101010101" pitchFamily="49" charset="-122"/>
                <a:ea typeface="楷体_GB2312" panose="02010609030101010101" pitchFamily="49" charset="-122"/>
              </a:rPr>
              <a:t>(1)</a:t>
            </a:r>
            <a:r>
              <a:rPr lang="zh-CN" altLang="en-US" sz="2000" b="1" dirty="0">
                <a:solidFill>
                  <a:srgbClr val="000000"/>
                </a:solidFill>
                <a:latin typeface="楷体_GB2312" panose="02010609030101010101" pitchFamily="49" charset="-122"/>
                <a:ea typeface="楷体_GB2312" panose="02010609030101010101" pitchFamily="49" charset="-122"/>
              </a:rPr>
              <a:t>由公式可知，</a:t>
            </a:r>
            <a:r>
              <a:rPr lang="en-US" altLang="zh-CN" sz="2000" b="1" dirty="0">
                <a:solidFill>
                  <a:srgbClr val="000000"/>
                </a:solidFill>
                <a:latin typeface="楷体_GB2312" panose="02010609030101010101" pitchFamily="49" charset="-122"/>
                <a:ea typeface="楷体_GB2312" panose="02010609030101010101" pitchFamily="49" charset="-122"/>
              </a:rPr>
              <a:t>D</a:t>
            </a:r>
            <a:r>
              <a:rPr lang="zh-CN" altLang="en-US" sz="2000" b="1" dirty="0">
                <a:solidFill>
                  <a:srgbClr val="000000"/>
                </a:solidFill>
                <a:latin typeface="楷体_GB2312" panose="02010609030101010101" pitchFamily="49" charset="-122"/>
                <a:ea typeface="楷体_GB2312" panose="02010609030101010101" pitchFamily="49" charset="-122"/>
              </a:rPr>
              <a:t>选项错误</a:t>
            </a:r>
            <a:endParaRPr lang="zh-CN" altLang="en-US" sz="2000" b="1" dirty="0">
              <a:solidFill>
                <a:srgbClr val="000000"/>
              </a:solidFill>
              <a:latin typeface="楷体_GB2312" panose="02010609030101010101" pitchFamily="49" charset="-122"/>
              <a:ea typeface="楷体_GB2312" panose="02010609030101010101" pitchFamily="49" charset="-122"/>
            </a:endParaRPr>
          </a:p>
        </p:txBody>
      </p:sp>
      <p:sp>
        <p:nvSpPr>
          <p:cNvPr id="3" name="文本框 2"/>
          <p:cNvSpPr txBox="1"/>
          <p:nvPr/>
        </p:nvSpPr>
        <p:spPr>
          <a:xfrm>
            <a:off x="6083935" y="1510665"/>
            <a:ext cx="2647950" cy="398780"/>
          </a:xfrm>
          <a:prstGeom prst="rect">
            <a:avLst/>
          </a:prstGeom>
          <a:noFill/>
        </p:spPr>
        <p:txBody>
          <a:bodyPr wrap="non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    A</a:t>
            </a:r>
            <a:r>
              <a:rPr lang="zh-CN" altLang="en-US" sz="2000" b="1" dirty="0">
                <a:solidFill>
                  <a:srgbClr val="000000"/>
                </a:solidFill>
                <a:ea typeface="楷体_GB2312" panose="02010609030101010101" pitchFamily="49" charset="-122"/>
                <a:cs typeface="Times New Roman" panose="02020603050405020304" pitchFamily="18" charset="0"/>
                <a:sym typeface="+mn-ea"/>
              </a:rPr>
              <a:t>点振动动能在增大</a:t>
            </a:r>
            <a:endParaRPr lang="zh-CN" altLang="en-US" sz="2000">
              <a:cs typeface="Times New Roman" panose="02020603050405020304" pitchFamily="18" charset="0"/>
            </a:endParaRPr>
          </a:p>
        </p:txBody>
      </p:sp>
      <p:sp>
        <p:nvSpPr>
          <p:cNvPr id="4" name="文本框 3"/>
          <p:cNvSpPr txBox="1"/>
          <p:nvPr/>
        </p:nvSpPr>
        <p:spPr>
          <a:xfrm>
            <a:off x="6804025" y="3028315"/>
            <a:ext cx="2153285" cy="398780"/>
          </a:xfrm>
          <a:prstGeom prst="rect">
            <a:avLst/>
          </a:prstGeom>
          <a:noFill/>
        </p:spPr>
        <p:txBody>
          <a:bodyPr wrap="non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A</a:t>
            </a:r>
            <a:r>
              <a:rPr lang="zh-CN" altLang="en-US" sz="2000" b="1" dirty="0">
                <a:solidFill>
                  <a:srgbClr val="000000"/>
                </a:solidFill>
                <a:ea typeface="楷体_GB2312" panose="02010609030101010101" pitchFamily="49" charset="-122"/>
                <a:cs typeface="Times New Roman" panose="02020603050405020304" pitchFamily="18" charset="0"/>
                <a:sym typeface="+mn-ea"/>
              </a:rPr>
              <a:t>点媒质向下运动</a:t>
            </a:r>
            <a:endParaRPr lang="zh-CN" altLang="en-US" sz="2000">
              <a:cs typeface="Times New Roman" panose="02020603050405020304" pitchFamily="18" charset="0"/>
            </a:endParaRPr>
          </a:p>
        </p:txBody>
      </p:sp>
      <p:sp>
        <p:nvSpPr>
          <p:cNvPr id="5" name="文本框 4"/>
          <p:cNvSpPr txBox="1"/>
          <p:nvPr/>
        </p:nvSpPr>
        <p:spPr>
          <a:xfrm>
            <a:off x="6516370" y="3357245"/>
            <a:ext cx="2597150" cy="398780"/>
          </a:xfrm>
          <a:prstGeom prst="rect">
            <a:avLst/>
          </a:prstGeom>
          <a:noFill/>
        </p:spPr>
        <p:txBody>
          <a:bodyPr wrap="squar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A</a:t>
            </a:r>
            <a:r>
              <a:rPr lang="zh-CN" altLang="en-US" sz="2000" b="1" dirty="0">
                <a:solidFill>
                  <a:srgbClr val="000000"/>
                </a:solidFill>
                <a:ea typeface="楷体_GB2312" panose="02010609030101010101" pitchFamily="49" charset="-122"/>
                <a:cs typeface="Times New Roman" panose="02020603050405020304" pitchFamily="18" charset="0"/>
                <a:sym typeface="+mn-ea"/>
              </a:rPr>
              <a:t>点上游在</a:t>
            </a:r>
            <a:r>
              <a:rPr lang="en-US" altLang="zh-CN" sz="2000" b="1" dirty="0">
                <a:solidFill>
                  <a:srgbClr val="000000"/>
                </a:solidFill>
                <a:ea typeface="楷体_GB2312" panose="02010609030101010101" pitchFamily="49" charset="-122"/>
                <a:cs typeface="Times New Roman" panose="02020603050405020304" pitchFamily="18" charset="0"/>
                <a:sym typeface="+mn-ea"/>
              </a:rPr>
              <a:t>A</a:t>
            </a:r>
            <a:r>
              <a:rPr lang="zh-CN" altLang="en-US" sz="2000" b="1" dirty="0">
                <a:solidFill>
                  <a:srgbClr val="000000"/>
                </a:solidFill>
                <a:ea typeface="楷体_GB2312" panose="02010609030101010101" pitchFamily="49" charset="-122"/>
                <a:cs typeface="Times New Roman" panose="02020603050405020304" pitchFamily="18" charset="0"/>
                <a:sym typeface="+mn-ea"/>
              </a:rPr>
              <a:t>的下方</a:t>
            </a:r>
            <a:endParaRPr lang="zh-CN" altLang="en-US" sz="2000">
              <a:cs typeface="Times New Roman" panose="02020603050405020304" pitchFamily="18" charset="0"/>
            </a:endParaRPr>
          </a:p>
        </p:txBody>
      </p:sp>
      <p:sp>
        <p:nvSpPr>
          <p:cNvPr id="6" name="文本框 5"/>
          <p:cNvSpPr txBox="1"/>
          <p:nvPr/>
        </p:nvSpPr>
        <p:spPr>
          <a:xfrm>
            <a:off x="6370955" y="3990340"/>
            <a:ext cx="2860040" cy="706755"/>
          </a:xfrm>
          <a:prstGeom prst="rect">
            <a:avLst/>
          </a:prstGeom>
          <a:noFill/>
        </p:spPr>
        <p:txBody>
          <a:bodyPr wrap="square" rtlCol="0" anchor="t">
            <a:spAutoFit/>
          </a:bodyPr>
          <a:p>
            <a:r>
              <a:rPr lang="zh-CN" sz="2000" b="1" dirty="0">
                <a:solidFill>
                  <a:srgbClr val="000000"/>
                </a:solidFill>
                <a:ea typeface="楷体_GB2312" panose="02010609030101010101" pitchFamily="49" charset="-122"/>
                <a:cs typeface="Times New Roman" panose="02020603050405020304" pitchFamily="18" charset="0"/>
                <a:sym typeface="+mn-ea"/>
              </a:rPr>
              <a:t>上游在右，下游在左，波从右到左</a:t>
            </a:r>
            <a:r>
              <a:rPr lang="en-US" altLang="zh-CN" sz="2000" b="1" dirty="0">
                <a:solidFill>
                  <a:srgbClr val="000000"/>
                </a:solidFill>
                <a:ea typeface="楷体_GB2312" panose="02010609030101010101" pitchFamily="49" charset="-122"/>
                <a:cs typeface="Times New Roman" panose="02020603050405020304" pitchFamily="18" charset="0"/>
                <a:sym typeface="+mn-ea"/>
              </a:rPr>
              <a:t>——</a:t>
            </a:r>
            <a:r>
              <a:rPr lang="zh-CN" sz="2000" b="1" dirty="0">
                <a:solidFill>
                  <a:srgbClr val="000000"/>
                </a:solidFill>
                <a:ea typeface="楷体_GB2312" panose="02010609030101010101" pitchFamily="49" charset="-122"/>
                <a:cs typeface="Times New Roman" panose="02020603050405020304" pitchFamily="18" charset="0"/>
                <a:sym typeface="+mn-ea"/>
              </a:rPr>
              <a:t>左行波</a:t>
            </a:r>
            <a:endParaRPr lang="zh-CN" sz="2000">
              <a:cs typeface="Times New Roman" panose="02020603050405020304" pitchFamily="18" charset="0"/>
            </a:endParaRPr>
          </a:p>
        </p:txBody>
      </p:sp>
      <p:sp>
        <p:nvSpPr>
          <p:cNvPr id="7" name="文本框 6"/>
          <p:cNvSpPr txBox="1"/>
          <p:nvPr/>
        </p:nvSpPr>
        <p:spPr>
          <a:xfrm>
            <a:off x="6372225" y="1845310"/>
            <a:ext cx="2408555" cy="398780"/>
          </a:xfrm>
          <a:prstGeom prst="rect">
            <a:avLst/>
          </a:prstGeom>
          <a:noFill/>
        </p:spPr>
        <p:txBody>
          <a:bodyPr wrap="non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A</a:t>
            </a:r>
            <a:r>
              <a:rPr lang="zh-CN" altLang="en-US" sz="2000" b="1" dirty="0">
                <a:solidFill>
                  <a:srgbClr val="000000"/>
                </a:solidFill>
                <a:ea typeface="楷体_GB2312" panose="02010609030101010101" pitchFamily="49" charset="-122"/>
                <a:cs typeface="Times New Roman" panose="02020603050405020304" pitchFamily="18" charset="0"/>
                <a:sym typeface="+mn-ea"/>
              </a:rPr>
              <a:t>点振动势能也增大</a:t>
            </a:r>
            <a:endParaRPr lang="zh-CN" altLang="en-US" sz="2000">
              <a:cs typeface="Times New Roman" panose="02020603050405020304" pitchFamily="18" charset="0"/>
            </a:endParaRPr>
          </a:p>
        </p:txBody>
      </p:sp>
      <p:sp>
        <p:nvSpPr>
          <p:cNvPr id="8" name="文本框 7"/>
          <p:cNvSpPr txBox="1"/>
          <p:nvPr/>
        </p:nvSpPr>
        <p:spPr>
          <a:xfrm>
            <a:off x="7400925" y="2308225"/>
            <a:ext cx="1387475" cy="398780"/>
          </a:xfrm>
          <a:prstGeom prst="rect">
            <a:avLst/>
          </a:prstGeom>
          <a:noFill/>
        </p:spPr>
        <p:txBody>
          <a:bodyPr wrap="non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A</a:t>
            </a:r>
            <a:r>
              <a:rPr lang="zh-CN" altLang="en-US" sz="2000" b="1" dirty="0">
                <a:solidFill>
                  <a:srgbClr val="000000"/>
                </a:solidFill>
                <a:ea typeface="楷体_GB2312" panose="02010609030101010101" pitchFamily="49" charset="-122"/>
                <a:cs typeface="Times New Roman" panose="02020603050405020304" pitchFamily="18" charset="0"/>
                <a:sym typeface="+mn-ea"/>
              </a:rPr>
              <a:t>选项错误</a:t>
            </a:r>
            <a:endParaRPr lang="zh-CN" altLang="en-US" sz="2000">
              <a:cs typeface="Times New Roman" panose="02020603050405020304" pitchFamily="18" charset="0"/>
            </a:endParaRPr>
          </a:p>
        </p:txBody>
      </p:sp>
      <p:sp>
        <p:nvSpPr>
          <p:cNvPr id="9" name="文本框 8"/>
          <p:cNvSpPr txBox="1"/>
          <p:nvPr/>
        </p:nvSpPr>
        <p:spPr>
          <a:xfrm>
            <a:off x="6368415" y="2637155"/>
            <a:ext cx="2704465" cy="398780"/>
          </a:xfrm>
          <a:prstGeom prst="rect">
            <a:avLst/>
          </a:prstGeom>
          <a:noFill/>
        </p:spPr>
        <p:txBody>
          <a:bodyPr wrap="non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(2)A</a:t>
            </a:r>
            <a:r>
              <a:rPr lang="zh-CN" altLang="en-US" sz="2000" b="1" dirty="0">
                <a:solidFill>
                  <a:srgbClr val="000000"/>
                </a:solidFill>
                <a:ea typeface="楷体_GB2312" panose="02010609030101010101" pitchFamily="49" charset="-122"/>
                <a:cs typeface="Times New Roman" panose="02020603050405020304" pitchFamily="18" charset="0"/>
                <a:sym typeface="+mn-ea"/>
              </a:rPr>
              <a:t>点振动动能在增大</a:t>
            </a:r>
            <a:endParaRPr lang="zh-CN" altLang="en-US" sz="2000">
              <a:cs typeface="Times New Roman" panose="02020603050405020304" pitchFamily="18" charset="0"/>
            </a:endParaRPr>
          </a:p>
        </p:txBody>
      </p:sp>
      <p:sp>
        <p:nvSpPr>
          <p:cNvPr id="10" name="文本框 9"/>
          <p:cNvSpPr txBox="1"/>
          <p:nvPr/>
        </p:nvSpPr>
        <p:spPr>
          <a:xfrm>
            <a:off x="7551420" y="4679950"/>
            <a:ext cx="1373505" cy="398780"/>
          </a:xfrm>
          <a:prstGeom prst="rect">
            <a:avLst/>
          </a:prstGeom>
          <a:noFill/>
        </p:spPr>
        <p:txBody>
          <a:bodyPr wrap="non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B</a:t>
            </a:r>
            <a:r>
              <a:rPr lang="zh-CN" altLang="en-US" sz="2000" b="1" dirty="0">
                <a:solidFill>
                  <a:srgbClr val="000000"/>
                </a:solidFill>
                <a:ea typeface="楷体_GB2312" panose="02010609030101010101" pitchFamily="49" charset="-122"/>
                <a:cs typeface="Times New Roman" panose="02020603050405020304" pitchFamily="18" charset="0"/>
                <a:sym typeface="+mn-ea"/>
              </a:rPr>
              <a:t>选项正确</a:t>
            </a:r>
            <a:endParaRPr lang="zh-CN" altLang="en-US" sz="2000">
              <a:cs typeface="Times New Roman" panose="02020603050405020304" pitchFamily="18" charset="0"/>
            </a:endParaRPr>
          </a:p>
        </p:txBody>
      </p:sp>
      <p:sp>
        <p:nvSpPr>
          <p:cNvPr id="11" name="文本框 10"/>
          <p:cNvSpPr txBox="1"/>
          <p:nvPr/>
        </p:nvSpPr>
        <p:spPr>
          <a:xfrm>
            <a:off x="5507355" y="4819015"/>
            <a:ext cx="1244600" cy="398780"/>
          </a:xfrm>
          <a:prstGeom prst="rect">
            <a:avLst/>
          </a:prstGeom>
          <a:noFill/>
        </p:spPr>
        <p:txBody>
          <a:bodyPr wrap="non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(3)</a:t>
            </a:r>
            <a:r>
              <a:rPr lang="zh-CN" sz="2000" b="1" dirty="0">
                <a:solidFill>
                  <a:srgbClr val="000000"/>
                </a:solidFill>
                <a:ea typeface="楷体_GB2312" panose="02010609030101010101" pitchFamily="49" charset="-122"/>
                <a:cs typeface="Times New Roman" panose="02020603050405020304" pitchFamily="18" charset="0"/>
                <a:sym typeface="+mn-ea"/>
              </a:rPr>
              <a:t>左行波</a:t>
            </a:r>
            <a:endParaRPr lang="zh-CN" sz="2000">
              <a:cs typeface="Times New Roman" panose="02020603050405020304" pitchFamily="18" charset="0"/>
            </a:endParaRPr>
          </a:p>
        </p:txBody>
      </p:sp>
      <p:sp>
        <p:nvSpPr>
          <p:cNvPr id="12" name="文本框 11"/>
          <p:cNvSpPr txBox="1"/>
          <p:nvPr/>
        </p:nvSpPr>
        <p:spPr>
          <a:xfrm>
            <a:off x="5507990" y="5186680"/>
            <a:ext cx="3521710" cy="398780"/>
          </a:xfrm>
          <a:prstGeom prst="rect">
            <a:avLst/>
          </a:prstGeom>
          <a:noFill/>
        </p:spPr>
        <p:txBody>
          <a:bodyPr wrap="squar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B</a:t>
            </a:r>
            <a:r>
              <a:rPr lang="zh-CN" altLang="en-US" sz="2000" b="1" dirty="0">
                <a:solidFill>
                  <a:srgbClr val="000000"/>
                </a:solidFill>
                <a:ea typeface="楷体_GB2312" panose="02010609030101010101" pitchFamily="49" charset="-122"/>
                <a:cs typeface="Times New Roman" panose="02020603050405020304" pitchFamily="18" charset="0"/>
                <a:sym typeface="+mn-ea"/>
              </a:rPr>
              <a:t>点上游</a:t>
            </a:r>
            <a:r>
              <a:rPr lang="en-US" altLang="zh-CN" sz="2000" b="1" dirty="0">
                <a:solidFill>
                  <a:srgbClr val="000000"/>
                </a:solidFill>
                <a:ea typeface="楷体_GB2312" panose="02010609030101010101" pitchFamily="49" charset="-122"/>
                <a:cs typeface="Times New Roman" panose="02020603050405020304" pitchFamily="18" charset="0"/>
                <a:sym typeface="+mn-ea"/>
              </a:rPr>
              <a:t>(</a:t>
            </a:r>
            <a:r>
              <a:rPr lang="zh-CN" altLang="en-US" sz="2000" b="1" dirty="0">
                <a:solidFill>
                  <a:srgbClr val="000000"/>
                </a:solidFill>
                <a:ea typeface="楷体_GB2312" panose="02010609030101010101" pitchFamily="49" charset="-122"/>
                <a:cs typeface="Times New Roman" panose="02020603050405020304" pitchFamily="18" charset="0"/>
                <a:sym typeface="+mn-ea"/>
              </a:rPr>
              <a:t>即右边</a:t>
            </a:r>
            <a:r>
              <a:rPr lang="en-US" altLang="zh-CN" sz="2000" b="1" dirty="0">
                <a:solidFill>
                  <a:srgbClr val="000000"/>
                </a:solidFill>
                <a:ea typeface="楷体_GB2312" panose="02010609030101010101" pitchFamily="49" charset="-122"/>
                <a:cs typeface="Times New Roman" panose="02020603050405020304" pitchFamily="18" charset="0"/>
                <a:sym typeface="+mn-ea"/>
              </a:rPr>
              <a:t>)</a:t>
            </a:r>
            <a:r>
              <a:rPr lang="zh-CN" altLang="en-US" sz="2000" b="1" dirty="0">
                <a:solidFill>
                  <a:srgbClr val="000000"/>
                </a:solidFill>
                <a:ea typeface="楷体_GB2312" panose="02010609030101010101" pitchFamily="49" charset="-122"/>
                <a:cs typeface="Times New Roman" panose="02020603050405020304" pitchFamily="18" charset="0"/>
                <a:sym typeface="+mn-ea"/>
              </a:rPr>
              <a:t>在</a:t>
            </a:r>
            <a:r>
              <a:rPr lang="en-US" altLang="zh-CN" sz="2000" b="1" dirty="0">
                <a:solidFill>
                  <a:srgbClr val="000000"/>
                </a:solidFill>
                <a:ea typeface="楷体_GB2312" panose="02010609030101010101" pitchFamily="49" charset="-122"/>
                <a:cs typeface="Times New Roman" panose="02020603050405020304" pitchFamily="18" charset="0"/>
                <a:sym typeface="+mn-ea"/>
              </a:rPr>
              <a:t>B</a:t>
            </a:r>
            <a:r>
              <a:rPr lang="zh-CN" altLang="en-US" sz="2000" b="1" dirty="0">
                <a:solidFill>
                  <a:srgbClr val="000000"/>
                </a:solidFill>
                <a:ea typeface="楷体_GB2312" panose="02010609030101010101" pitchFamily="49" charset="-122"/>
                <a:cs typeface="Times New Roman" panose="02020603050405020304" pitchFamily="18" charset="0"/>
                <a:sym typeface="+mn-ea"/>
              </a:rPr>
              <a:t>的上方</a:t>
            </a:r>
            <a:endParaRPr lang="zh-CN" altLang="en-US" sz="2000">
              <a:cs typeface="Times New Roman" panose="02020603050405020304" pitchFamily="18" charset="0"/>
            </a:endParaRPr>
          </a:p>
        </p:txBody>
      </p:sp>
      <p:sp>
        <p:nvSpPr>
          <p:cNvPr id="13" name="文本框 12"/>
          <p:cNvSpPr txBox="1"/>
          <p:nvPr/>
        </p:nvSpPr>
        <p:spPr>
          <a:xfrm>
            <a:off x="7186930" y="5949315"/>
            <a:ext cx="1387475" cy="398780"/>
          </a:xfrm>
          <a:prstGeom prst="rect">
            <a:avLst/>
          </a:prstGeom>
          <a:noFill/>
        </p:spPr>
        <p:txBody>
          <a:bodyPr wrap="none" rtlCol="0" anchor="t">
            <a:spAutoFit/>
          </a:bodyPr>
          <a:p>
            <a:r>
              <a:rPr lang="en-US" altLang="zh-CN" sz="2000" b="1" dirty="0">
                <a:solidFill>
                  <a:srgbClr val="000000"/>
                </a:solidFill>
                <a:ea typeface="楷体_GB2312" panose="02010609030101010101" pitchFamily="49" charset="-122"/>
                <a:cs typeface="Times New Roman" panose="02020603050405020304" pitchFamily="18" charset="0"/>
                <a:sym typeface="+mn-ea"/>
              </a:rPr>
              <a:t>C</a:t>
            </a:r>
            <a:r>
              <a:rPr lang="zh-CN" altLang="en-US" sz="2000" b="1" dirty="0">
                <a:solidFill>
                  <a:srgbClr val="000000"/>
                </a:solidFill>
                <a:ea typeface="楷体_GB2312" panose="02010609030101010101" pitchFamily="49" charset="-122"/>
                <a:cs typeface="Times New Roman" panose="02020603050405020304" pitchFamily="18" charset="0"/>
                <a:sym typeface="+mn-ea"/>
              </a:rPr>
              <a:t>选项错误</a:t>
            </a:r>
            <a:endParaRPr lang="zh-CN" altLang="en-US" sz="2000">
              <a:cs typeface="Times New Roman" panose="02020603050405020304" pitchFamily="18" charset="0"/>
            </a:endParaRPr>
          </a:p>
        </p:txBody>
      </p:sp>
      <p:sp>
        <p:nvSpPr>
          <p:cNvPr id="52" name="Oval 80"/>
          <p:cNvSpPr/>
          <p:nvPr/>
        </p:nvSpPr>
        <p:spPr>
          <a:xfrm>
            <a:off x="2304000" y="148437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67" name="Oval 77"/>
          <p:cNvSpPr/>
          <p:nvPr/>
        </p:nvSpPr>
        <p:spPr>
          <a:xfrm>
            <a:off x="2484015" y="1672190"/>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lIns="0" tIns="0" rIns="0" bIns="0" anchor="ctr"/>
          <a:p>
            <a:pPr algn="ctr" eaLnBrk="1" hangingPunct="1"/>
            <a:endParaRPr lang="zh-CN" altLang="en-US" dirty="0">
              <a:latin typeface="Times New Roman" panose="02020603050405020304" pitchFamily="18" charset="0"/>
            </a:endParaRPr>
          </a:p>
        </p:txBody>
      </p:sp>
      <p:sp>
        <p:nvSpPr>
          <p:cNvPr id="68" name="Oval 77"/>
          <p:cNvSpPr/>
          <p:nvPr/>
        </p:nvSpPr>
        <p:spPr>
          <a:xfrm>
            <a:off x="4091940" y="2060575"/>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14" name="Oval 80"/>
          <p:cNvSpPr/>
          <p:nvPr/>
        </p:nvSpPr>
        <p:spPr>
          <a:xfrm>
            <a:off x="4091715" y="2304000"/>
            <a:ext cx="76200" cy="762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17" name="文本框 16"/>
          <p:cNvSpPr txBox="1"/>
          <p:nvPr/>
        </p:nvSpPr>
        <p:spPr>
          <a:xfrm>
            <a:off x="6751955" y="3673475"/>
            <a:ext cx="1822450" cy="398780"/>
          </a:xfrm>
          <a:prstGeom prst="rect">
            <a:avLst/>
          </a:prstGeom>
          <a:noFill/>
        </p:spPr>
        <p:txBody>
          <a:bodyPr wrap="square" rtlCol="0" anchor="t">
            <a:spAutoFit/>
          </a:bodyPr>
          <a:p>
            <a:r>
              <a:rPr lang="zh-CN" altLang="en-US" sz="2000" b="1" dirty="0">
                <a:solidFill>
                  <a:srgbClr val="000000"/>
                </a:solidFill>
                <a:ea typeface="楷体_GB2312" panose="02010609030101010101" pitchFamily="49" charset="-122"/>
                <a:cs typeface="Times New Roman" panose="02020603050405020304" pitchFamily="18" charset="0"/>
                <a:sym typeface="+mn-ea"/>
              </a:rPr>
              <a:t>因此上游在右。</a:t>
            </a:r>
            <a:endParaRPr lang="zh-CN" altLang="en-US" sz="2000">
              <a:cs typeface="Times New Roman" panose="02020603050405020304" pitchFamily="18" charset="0"/>
            </a:endParaRPr>
          </a:p>
        </p:txBody>
      </p:sp>
      <p:sp>
        <p:nvSpPr>
          <p:cNvPr id="18" name="文本框 17"/>
          <p:cNvSpPr txBox="1"/>
          <p:nvPr/>
        </p:nvSpPr>
        <p:spPr>
          <a:xfrm>
            <a:off x="5507990" y="5573395"/>
            <a:ext cx="3521710" cy="706755"/>
          </a:xfrm>
          <a:prstGeom prst="rect">
            <a:avLst/>
          </a:prstGeom>
          <a:noFill/>
        </p:spPr>
        <p:txBody>
          <a:bodyPr wrap="square" rtlCol="0" anchor="t">
            <a:spAutoFit/>
          </a:bodyPr>
          <a:p>
            <a:r>
              <a:rPr lang="zh-CN" altLang="en-US" sz="2000" b="1" dirty="0">
                <a:solidFill>
                  <a:srgbClr val="000000"/>
                </a:solidFill>
                <a:ea typeface="楷体_GB2312" panose="02010609030101010101" pitchFamily="49" charset="-122"/>
                <a:cs typeface="Times New Roman" panose="02020603050405020304" pitchFamily="18" charset="0"/>
                <a:sym typeface="+mn-ea"/>
              </a:rPr>
              <a:t>因此</a:t>
            </a:r>
            <a:r>
              <a:rPr lang="en-US" altLang="zh-CN" sz="2000" b="1" dirty="0">
                <a:solidFill>
                  <a:srgbClr val="000000"/>
                </a:solidFill>
                <a:ea typeface="楷体_GB2312" panose="02010609030101010101" pitchFamily="49" charset="-122"/>
                <a:cs typeface="Times New Roman" panose="02020603050405020304" pitchFamily="18" charset="0"/>
                <a:sym typeface="+mn-ea"/>
              </a:rPr>
              <a:t>B</a:t>
            </a:r>
            <a:r>
              <a:rPr lang="zh-CN" altLang="en-US" sz="2000" b="1" dirty="0">
                <a:solidFill>
                  <a:srgbClr val="000000"/>
                </a:solidFill>
                <a:ea typeface="楷体_GB2312" panose="02010609030101010101" pitchFamily="49" charset="-122"/>
                <a:cs typeface="Times New Roman" panose="02020603050405020304" pitchFamily="18" charset="0"/>
                <a:sym typeface="+mn-ea"/>
              </a:rPr>
              <a:t>点媒质向上运动，动能和势能增加</a:t>
            </a:r>
            <a:endParaRPr lang="zh-CN" altLang="en-US" sz="2000">
              <a:cs typeface="Times New Roman" panose="02020603050405020304" pitchFamily="18" charset="0"/>
            </a:endParaRPr>
          </a:p>
        </p:txBody>
      </p:sp>
      <p:sp>
        <p:nvSpPr>
          <p:cNvPr id="311309" name="Text Box 13"/>
          <p:cNvSpPr txBox="1"/>
          <p:nvPr/>
        </p:nvSpPr>
        <p:spPr>
          <a:xfrm>
            <a:off x="359410" y="4288155"/>
            <a:ext cx="488950" cy="460375"/>
          </a:xfrm>
          <a:prstGeom prst="rect">
            <a:avLst/>
          </a:prstGeom>
          <a:noFill/>
          <a:ln w="9525">
            <a:noFill/>
          </a:ln>
        </p:spPr>
        <p:txBody>
          <a:bodyPr wrap="none" anchor="t" anchorCtr="0">
            <a:spAutoFit/>
          </a:bodyPr>
          <a:p>
            <a:pPr algn="ct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p:txBody>
      </p:sp>
      <p:sp>
        <p:nvSpPr>
          <p:cNvPr id="311310" name="Text Box 14"/>
          <p:cNvSpPr txBox="1"/>
          <p:nvPr/>
        </p:nvSpPr>
        <p:spPr>
          <a:xfrm>
            <a:off x="357188" y="4720590"/>
            <a:ext cx="349885" cy="460375"/>
          </a:xfrm>
          <a:prstGeom prst="rect">
            <a:avLst/>
          </a:prstGeom>
          <a:noFill/>
          <a:ln w="9525">
            <a:noFill/>
          </a:ln>
        </p:spPr>
        <p:txBody>
          <a:bodyPr wrap="none" anchor="t" anchorCtr="0">
            <a:spAutoFit/>
          </a:bodyPr>
          <a:p>
            <a:pPr algn="ct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p:txBody>
      </p:sp>
      <p:sp>
        <p:nvSpPr>
          <p:cNvPr id="311312" name="Text Box 16"/>
          <p:cNvSpPr txBox="1"/>
          <p:nvPr/>
        </p:nvSpPr>
        <p:spPr>
          <a:xfrm>
            <a:off x="359410" y="5080000"/>
            <a:ext cx="488950" cy="460375"/>
          </a:xfrm>
          <a:prstGeom prst="rect">
            <a:avLst/>
          </a:prstGeom>
          <a:noFill/>
          <a:ln w="9525">
            <a:noFill/>
          </a:ln>
        </p:spPr>
        <p:txBody>
          <a:bodyPr wrap="none" anchor="t" anchorCtr="0">
            <a:spAutoFit/>
          </a:bodyPr>
          <a:p>
            <a:pPr algn="ct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p:txBody>
      </p:sp>
      <p:sp>
        <p:nvSpPr>
          <p:cNvPr id="311313" name="Text Box 17"/>
          <p:cNvSpPr txBox="1"/>
          <p:nvPr/>
        </p:nvSpPr>
        <p:spPr>
          <a:xfrm>
            <a:off x="355600" y="5440680"/>
            <a:ext cx="488950" cy="460375"/>
          </a:xfrm>
          <a:prstGeom prst="rect">
            <a:avLst/>
          </a:prstGeom>
          <a:noFill/>
          <a:ln w="9525">
            <a:noFill/>
          </a:ln>
        </p:spPr>
        <p:txBody>
          <a:bodyPr wrap="none" anchor="t" anchorCtr="0">
            <a:spAutoFit/>
          </a:bodyPr>
          <a:p>
            <a:pPr algn="ctr"/>
            <a:r>
              <a:rPr lang="en-US" altLang="zh-CN" sz="2400" b="1" dirty="0">
                <a:solidFill>
                  <a:srgbClr val="FF0000"/>
                </a:solidFill>
                <a:latin typeface="Times New Roman" panose="02020603050405020304" pitchFamily="18" charset="0"/>
                <a:ea typeface="宋体" panose="02010600030101010101" pitchFamily="2" charset="-122"/>
              </a:rPr>
              <a:t>×</a:t>
            </a:r>
            <a:endParaRPr lang="en-US" altLang="zh-CN" sz="2400" b="1" dirty="0">
              <a:solidFill>
                <a:srgbClr val="FF0000"/>
              </a:solidFill>
              <a:latin typeface="Times New Roman" panose="02020603050405020304" pitchFamily="18" charset="0"/>
              <a:ea typeface="宋体" panose="02010600030101010101" pitchFamily="2" charset="-122"/>
            </a:endParaRPr>
          </a:p>
        </p:txBody>
      </p:sp>
      <p:grpSp>
        <p:nvGrpSpPr>
          <p:cNvPr id="20" name="Group 27"/>
          <p:cNvGrpSpPr/>
          <p:nvPr/>
        </p:nvGrpSpPr>
        <p:grpSpPr>
          <a:xfrm>
            <a:off x="683260" y="260350"/>
            <a:ext cx="2369820" cy="398145"/>
            <a:chOff x="817" y="139"/>
            <a:chExt cx="4458" cy="257"/>
          </a:xfrm>
        </p:grpSpPr>
        <p:sp>
          <p:nvSpPr>
            <p:cNvPr id="21"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动能和势能</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2" name="WordArt 29"/>
            <p:cNvSpPr>
              <a:spLocks noTextEdit="1"/>
            </p:cNvSpPr>
            <p:nvPr/>
          </p:nvSpPr>
          <p:spPr>
            <a:xfrm>
              <a:off x="817" y="141"/>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动能和势能</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516"/>
                                        </p:tgtEl>
                                        <p:attrNameLst>
                                          <p:attrName>style.visibility</p:attrName>
                                        </p:attrNameLst>
                                      </p:cBhvr>
                                      <p:to>
                                        <p:strVal val="visible"/>
                                      </p:to>
                                    </p:set>
                                    <p:animEffect transition="in" filter="wipe(left)">
                                      <p:cBhvr>
                                        <p:cTn id="7" dur="500"/>
                                        <p:tgtEl>
                                          <p:spTgt spid="215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311313"/>
                                        </p:tgtEl>
                                        <p:attrNameLst>
                                          <p:attrName>style.visibility</p:attrName>
                                        </p:attrNameLst>
                                      </p:cBhvr>
                                      <p:to>
                                        <p:strVal val="visible"/>
                                      </p:to>
                                    </p:set>
                                    <p:anim calcmode="lin" valueType="num">
                                      <p:cBhvr>
                                        <p:cTn id="16" dur="500" fill="hold"/>
                                        <p:tgtEl>
                                          <p:spTgt spid="311313"/>
                                        </p:tgtEl>
                                        <p:attrNameLst>
                                          <p:attrName>ppt_w</p:attrName>
                                        </p:attrNameLst>
                                      </p:cBhvr>
                                      <p:tavLst>
                                        <p:tav tm="0">
                                          <p:val>
                                            <p:fltVal val="0.000000"/>
                                          </p:val>
                                        </p:tav>
                                        <p:tav tm="100000">
                                          <p:val>
                                            <p:strVal val="#ppt_w"/>
                                          </p:val>
                                        </p:tav>
                                      </p:tavLst>
                                    </p:anim>
                                    <p:anim calcmode="lin" valueType="num">
                                      <p:cBhvr>
                                        <p:cTn id="17" dur="500" fill="hold"/>
                                        <p:tgtEl>
                                          <p:spTgt spid="311313"/>
                                        </p:tgtEl>
                                        <p:attrNameLst>
                                          <p:attrName>ppt_h</p:attrName>
                                        </p:attrNameLst>
                                      </p:cBhvr>
                                      <p:tavLst>
                                        <p:tav tm="0">
                                          <p:val>
                                            <p:fltVal val="0.000000"/>
                                          </p:val>
                                        </p:tav>
                                        <p:tav tm="100000">
                                          <p:val>
                                            <p:strVal val="#ppt_h"/>
                                          </p:val>
                                        </p:tav>
                                      </p:tavLst>
                                    </p:anim>
                                    <p:animEffect transition="in" filter="fade">
                                      <p:cBhvr>
                                        <p:cTn id="18" dur="500"/>
                                        <p:tgtEl>
                                          <p:spTgt spid="3113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par>
                          <p:cTn id="34" fill="hold">
                            <p:stCondLst>
                              <p:cond delay="500"/>
                            </p:stCondLst>
                            <p:childTnLst>
                              <p:par>
                                <p:cTn id="35" presetID="53" presetClass="entr" presetSubtype="16" fill="hold" grpId="0" nodeType="afterEffect">
                                  <p:stCondLst>
                                    <p:cond delay="0"/>
                                  </p:stCondLst>
                                  <p:childTnLst>
                                    <p:set>
                                      <p:cBhvr>
                                        <p:cTn id="36" dur="1" fill="hold">
                                          <p:stCondLst>
                                            <p:cond delay="0"/>
                                          </p:stCondLst>
                                        </p:cTn>
                                        <p:tgtEl>
                                          <p:spTgt spid="311309"/>
                                        </p:tgtEl>
                                        <p:attrNameLst>
                                          <p:attrName>style.visibility</p:attrName>
                                        </p:attrNameLst>
                                      </p:cBhvr>
                                      <p:to>
                                        <p:strVal val="visible"/>
                                      </p:to>
                                    </p:set>
                                    <p:anim calcmode="lin" valueType="num">
                                      <p:cBhvr>
                                        <p:cTn id="37" dur="500" fill="hold"/>
                                        <p:tgtEl>
                                          <p:spTgt spid="311309"/>
                                        </p:tgtEl>
                                        <p:attrNameLst>
                                          <p:attrName>ppt_w</p:attrName>
                                        </p:attrNameLst>
                                      </p:cBhvr>
                                      <p:tavLst>
                                        <p:tav tm="0">
                                          <p:val>
                                            <p:fltVal val="0.000000"/>
                                          </p:val>
                                        </p:tav>
                                        <p:tav tm="100000">
                                          <p:val>
                                            <p:strVal val="#ppt_w"/>
                                          </p:val>
                                        </p:tav>
                                      </p:tavLst>
                                    </p:anim>
                                    <p:anim calcmode="lin" valueType="num">
                                      <p:cBhvr>
                                        <p:cTn id="38" dur="500" fill="hold"/>
                                        <p:tgtEl>
                                          <p:spTgt spid="311309"/>
                                        </p:tgtEl>
                                        <p:attrNameLst>
                                          <p:attrName>ppt_h</p:attrName>
                                        </p:attrNameLst>
                                      </p:cBhvr>
                                      <p:tavLst>
                                        <p:tav tm="0">
                                          <p:val>
                                            <p:fltVal val="0.000000"/>
                                          </p:val>
                                        </p:tav>
                                        <p:tav tm="100000">
                                          <p:val>
                                            <p:strVal val="#ppt_h"/>
                                          </p:val>
                                        </p:tav>
                                      </p:tavLst>
                                    </p:anim>
                                    <p:animEffect transition="in" filter="fade">
                                      <p:cBhvr>
                                        <p:cTn id="39" dur="500"/>
                                        <p:tgtEl>
                                          <p:spTgt spid="31130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49" presetClass="entr" presetSubtype="0" decel="100000" fill="hold" grpId="0" nodeType="clickEffect">
                                  <p:stCondLst>
                                    <p:cond delay="0"/>
                                  </p:stCondLst>
                                  <p:childTnLst>
                                    <p:set>
                                      <p:cBhvr>
                                        <p:cTn id="53" dur="1" fill="hold">
                                          <p:stCondLst>
                                            <p:cond delay="0"/>
                                          </p:stCondLst>
                                        </p:cTn>
                                        <p:tgtEl>
                                          <p:spTgt spid="52"/>
                                        </p:tgtEl>
                                        <p:attrNameLst>
                                          <p:attrName>style.visibility</p:attrName>
                                        </p:attrNameLst>
                                      </p:cBhvr>
                                      <p:to>
                                        <p:strVal val="visible"/>
                                      </p:to>
                                    </p:set>
                                    <p:anim calcmode="lin" valueType="num">
                                      <p:cBhvr>
                                        <p:cTn id="54" dur="500" fill="hold"/>
                                        <p:tgtEl>
                                          <p:spTgt spid="52"/>
                                        </p:tgtEl>
                                        <p:attrNameLst>
                                          <p:attrName>ppt_w</p:attrName>
                                        </p:attrNameLst>
                                      </p:cBhvr>
                                      <p:tavLst>
                                        <p:tav tm="0">
                                          <p:val>
                                            <p:fltVal val="0"/>
                                          </p:val>
                                        </p:tav>
                                        <p:tav tm="100000">
                                          <p:val>
                                            <p:strVal val="#ppt_w"/>
                                          </p:val>
                                        </p:tav>
                                      </p:tavLst>
                                    </p:anim>
                                    <p:anim calcmode="lin" valueType="num">
                                      <p:cBhvr>
                                        <p:cTn id="55" dur="500" fill="hold"/>
                                        <p:tgtEl>
                                          <p:spTgt spid="52"/>
                                        </p:tgtEl>
                                        <p:attrNameLst>
                                          <p:attrName>ppt_h</p:attrName>
                                        </p:attrNameLst>
                                      </p:cBhvr>
                                      <p:tavLst>
                                        <p:tav tm="0">
                                          <p:val>
                                            <p:fltVal val="0"/>
                                          </p:val>
                                        </p:tav>
                                        <p:tav tm="100000">
                                          <p:val>
                                            <p:strVal val="#ppt_h"/>
                                          </p:val>
                                        </p:tav>
                                      </p:tavLst>
                                    </p:anim>
                                    <p:anim calcmode="lin" valueType="num">
                                      <p:cBhvr>
                                        <p:cTn id="56" dur="500" fill="hold"/>
                                        <p:tgtEl>
                                          <p:spTgt spid="52"/>
                                        </p:tgtEl>
                                        <p:attrNameLst>
                                          <p:attrName>style.rotation</p:attrName>
                                        </p:attrNameLst>
                                      </p:cBhvr>
                                      <p:tavLst>
                                        <p:tav tm="0">
                                          <p:val>
                                            <p:fltVal val="360"/>
                                          </p:val>
                                        </p:tav>
                                        <p:tav tm="100000">
                                          <p:val>
                                            <p:fltVal val="0"/>
                                          </p:val>
                                        </p:tav>
                                      </p:tavLst>
                                    </p:anim>
                                    <p:animEffect transition="in" filter="fade">
                                      <p:cBhvr>
                                        <p:cTn id="57" dur="5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311306"/>
                                        </p:tgtEl>
                                        <p:attrNameLst>
                                          <p:attrName>style.visibility</p:attrName>
                                        </p:attrNameLst>
                                      </p:cBhvr>
                                      <p:to>
                                        <p:strVal val="visible"/>
                                      </p:to>
                                    </p:set>
                                    <p:animEffect transition="in" filter="wipe(up)">
                                      <p:cBhvr>
                                        <p:cTn id="62" dur="500"/>
                                        <p:tgtEl>
                                          <p:spTgt spid="31130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wipe(left)">
                                      <p:cBhvr>
                                        <p:cTn id="67" dur="500"/>
                                        <p:tgtEl>
                                          <p:spTgt spid="5"/>
                                        </p:tgtEl>
                                      </p:cBhvr>
                                    </p:animEffect>
                                  </p:childTnLst>
                                </p:cTn>
                              </p:par>
                            </p:childTnLst>
                          </p:cTn>
                        </p:par>
                      </p:childTnLst>
                    </p:cTn>
                  </p:par>
                  <p:par>
                    <p:cTn id="68" fill="hold">
                      <p:stCondLst>
                        <p:cond delay="indefinite"/>
                      </p:stCondLst>
                      <p:childTnLst>
                        <p:par>
                          <p:cTn id="69" fill="hold">
                            <p:stCondLst>
                              <p:cond delay="0"/>
                            </p:stCondLst>
                            <p:childTnLst>
                              <p:par>
                                <p:cTn id="70" presetID="49" presetClass="entr" presetSubtype="0" decel="100000" fill="hold" grpId="0" nodeType="clickEffect">
                                  <p:stCondLst>
                                    <p:cond delay="0"/>
                                  </p:stCondLst>
                                  <p:childTnLst>
                                    <p:set>
                                      <p:cBhvr>
                                        <p:cTn id="71" dur="1" fill="hold">
                                          <p:stCondLst>
                                            <p:cond delay="0"/>
                                          </p:stCondLst>
                                        </p:cTn>
                                        <p:tgtEl>
                                          <p:spTgt spid="67"/>
                                        </p:tgtEl>
                                        <p:attrNameLst>
                                          <p:attrName>style.visibility</p:attrName>
                                        </p:attrNameLst>
                                      </p:cBhvr>
                                      <p:to>
                                        <p:strVal val="visible"/>
                                      </p:to>
                                    </p:set>
                                    <p:anim calcmode="lin" valueType="num">
                                      <p:cBhvr>
                                        <p:cTn id="72" dur="500" fill="hold"/>
                                        <p:tgtEl>
                                          <p:spTgt spid="67"/>
                                        </p:tgtEl>
                                        <p:attrNameLst>
                                          <p:attrName>ppt_w</p:attrName>
                                        </p:attrNameLst>
                                      </p:cBhvr>
                                      <p:tavLst>
                                        <p:tav tm="0">
                                          <p:val>
                                            <p:fltVal val="0"/>
                                          </p:val>
                                        </p:tav>
                                        <p:tav tm="100000">
                                          <p:val>
                                            <p:strVal val="#ppt_w"/>
                                          </p:val>
                                        </p:tav>
                                      </p:tavLst>
                                    </p:anim>
                                    <p:anim calcmode="lin" valueType="num">
                                      <p:cBhvr>
                                        <p:cTn id="73" dur="500" fill="hold"/>
                                        <p:tgtEl>
                                          <p:spTgt spid="67"/>
                                        </p:tgtEl>
                                        <p:attrNameLst>
                                          <p:attrName>ppt_h</p:attrName>
                                        </p:attrNameLst>
                                      </p:cBhvr>
                                      <p:tavLst>
                                        <p:tav tm="0">
                                          <p:val>
                                            <p:fltVal val="0"/>
                                          </p:val>
                                        </p:tav>
                                        <p:tav tm="100000">
                                          <p:val>
                                            <p:strVal val="#ppt_h"/>
                                          </p:val>
                                        </p:tav>
                                      </p:tavLst>
                                    </p:anim>
                                    <p:anim calcmode="lin" valueType="num">
                                      <p:cBhvr>
                                        <p:cTn id="74" dur="500" fill="hold"/>
                                        <p:tgtEl>
                                          <p:spTgt spid="67"/>
                                        </p:tgtEl>
                                        <p:attrNameLst>
                                          <p:attrName>style.rotation</p:attrName>
                                        </p:attrNameLst>
                                      </p:cBhvr>
                                      <p:tavLst>
                                        <p:tav tm="0">
                                          <p:val>
                                            <p:fltVal val="360"/>
                                          </p:val>
                                        </p:tav>
                                        <p:tav tm="100000">
                                          <p:val>
                                            <p:fltVal val="0"/>
                                          </p:val>
                                        </p:tav>
                                      </p:tavLst>
                                    </p:anim>
                                    <p:animEffect transition="in" filter="fade">
                                      <p:cBhvr>
                                        <p:cTn id="75" dur="500"/>
                                        <p:tgtEl>
                                          <p:spTgt spid="67"/>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wipe(left)">
                                      <p:cBhvr>
                                        <p:cTn id="80" dur="500"/>
                                        <p:tgtEl>
                                          <p:spTgt spid="1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wipe(left)">
                                      <p:cBhvr>
                                        <p:cTn id="85" dur="500"/>
                                        <p:tgtEl>
                                          <p:spTgt spid="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2" fill="hold" nodeType="clickEffect">
                                  <p:stCondLst>
                                    <p:cond delay="0"/>
                                  </p:stCondLst>
                                  <p:childTnLst>
                                    <p:set>
                                      <p:cBhvr>
                                        <p:cTn id="89" dur="1" fill="hold">
                                          <p:stCondLst>
                                            <p:cond delay="0"/>
                                          </p:stCondLst>
                                        </p:cTn>
                                        <p:tgtEl>
                                          <p:spTgt spid="311307"/>
                                        </p:tgtEl>
                                        <p:attrNameLst>
                                          <p:attrName>style.visibility</p:attrName>
                                        </p:attrNameLst>
                                      </p:cBhvr>
                                      <p:to>
                                        <p:strVal val="visible"/>
                                      </p:to>
                                    </p:set>
                                    <p:animEffect transition="in" filter="wipe(right)">
                                      <p:cBhvr>
                                        <p:cTn id="90" dur="500"/>
                                        <p:tgtEl>
                                          <p:spTgt spid="311307"/>
                                        </p:tgtEl>
                                      </p:cBhvr>
                                    </p:animEffect>
                                  </p:childTnLst>
                                </p:cTn>
                              </p:par>
                              <p:par>
                                <p:cTn id="91" presetID="22" presetClass="entr" presetSubtype="8" fill="hold" nodeType="withEffect">
                                  <p:stCondLst>
                                    <p:cond delay="0"/>
                                  </p:stCondLst>
                                  <p:childTnLst>
                                    <p:set>
                                      <p:cBhvr>
                                        <p:cTn id="92" dur="1" fill="hold">
                                          <p:stCondLst>
                                            <p:cond delay="0"/>
                                          </p:stCondLst>
                                        </p:cTn>
                                        <p:tgtEl>
                                          <p:spTgt spid="311308"/>
                                        </p:tgtEl>
                                        <p:attrNameLst>
                                          <p:attrName>style.visibility</p:attrName>
                                        </p:attrNameLst>
                                      </p:cBhvr>
                                      <p:to>
                                        <p:strVal val="visible"/>
                                      </p:to>
                                    </p:set>
                                    <p:animEffect transition="in" filter="wipe(left)">
                                      <p:cBhvr>
                                        <p:cTn id="93" dur="1000"/>
                                        <p:tgtEl>
                                          <p:spTgt spid="311308"/>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0"/>
                                        </p:tgtEl>
                                        <p:attrNameLst>
                                          <p:attrName>style.visibility</p:attrName>
                                        </p:attrNameLst>
                                      </p:cBhvr>
                                      <p:to>
                                        <p:strVal val="visible"/>
                                      </p:to>
                                    </p:set>
                                    <p:animEffect transition="in" filter="wipe(left)">
                                      <p:cBhvr>
                                        <p:cTn id="98" dur="500"/>
                                        <p:tgtEl>
                                          <p:spTgt spid="10"/>
                                        </p:tgtEl>
                                      </p:cBhvr>
                                    </p:animEffect>
                                  </p:childTnLst>
                                </p:cTn>
                              </p:par>
                            </p:childTnLst>
                          </p:cTn>
                        </p:par>
                        <p:par>
                          <p:cTn id="99" fill="hold">
                            <p:stCondLst>
                              <p:cond delay="500"/>
                            </p:stCondLst>
                            <p:childTnLst>
                              <p:par>
                                <p:cTn id="100" presetID="22" presetClass="entr" presetSubtype="4" fill="hold" grpId="0" nodeType="afterEffect">
                                  <p:stCondLst>
                                    <p:cond delay="0"/>
                                  </p:stCondLst>
                                  <p:childTnLst>
                                    <p:set>
                                      <p:cBhvr>
                                        <p:cTn id="101" dur="1" fill="hold">
                                          <p:stCondLst>
                                            <p:cond delay="0"/>
                                          </p:stCondLst>
                                        </p:cTn>
                                        <p:tgtEl>
                                          <p:spTgt spid="311310"/>
                                        </p:tgtEl>
                                        <p:attrNameLst>
                                          <p:attrName>style.visibility</p:attrName>
                                        </p:attrNameLst>
                                      </p:cBhvr>
                                      <p:to>
                                        <p:strVal val="visible"/>
                                      </p:to>
                                    </p:set>
                                    <p:animEffect transition="in" filter="wipe(down)">
                                      <p:cBhvr>
                                        <p:cTn id="102" dur="500"/>
                                        <p:tgtEl>
                                          <p:spTgt spid="31131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1"/>
                                        </p:tgtEl>
                                        <p:attrNameLst>
                                          <p:attrName>style.visibility</p:attrName>
                                        </p:attrNameLst>
                                      </p:cBhvr>
                                      <p:to>
                                        <p:strVal val="visible"/>
                                      </p:to>
                                    </p:set>
                                    <p:animEffect transition="in" filter="wipe(left)">
                                      <p:cBhvr>
                                        <p:cTn id="107" dur="500"/>
                                        <p:tgtEl>
                                          <p:spTgt spid="1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2"/>
                                        </p:tgtEl>
                                        <p:attrNameLst>
                                          <p:attrName>style.visibility</p:attrName>
                                        </p:attrNameLst>
                                      </p:cBhvr>
                                      <p:to>
                                        <p:strVal val="visible"/>
                                      </p:to>
                                    </p:set>
                                    <p:animEffect transition="in" filter="wipe(left)">
                                      <p:cBhvr>
                                        <p:cTn id="112" dur="500"/>
                                        <p:tgtEl>
                                          <p:spTgt spid="12"/>
                                        </p:tgtEl>
                                      </p:cBhvr>
                                    </p:animEffect>
                                  </p:childTnLst>
                                </p:cTn>
                              </p:par>
                            </p:childTnLst>
                          </p:cTn>
                        </p:par>
                      </p:childTnLst>
                    </p:cTn>
                  </p:par>
                  <p:par>
                    <p:cTn id="113" fill="hold">
                      <p:stCondLst>
                        <p:cond delay="indefinite"/>
                      </p:stCondLst>
                      <p:childTnLst>
                        <p:par>
                          <p:cTn id="114" fill="hold">
                            <p:stCondLst>
                              <p:cond delay="0"/>
                            </p:stCondLst>
                            <p:childTnLst>
                              <p:par>
                                <p:cTn id="115" presetID="49" presetClass="entr" presetSubtype="0" decel="100000" fill="hold" grpId="0" nodeType="clickEffect">
                                  <p:stCondLst>
                                    <p:cond delay="0"/>
                                  </p:stCondLst>
                                  <p:childTnLst>
                                    <p:set>
                                      <p:cBhvr>
                                        <p:cTn id="116" dur="1" fill="hold">
                                          <p:stCondLst>
                                            <p:cond delay="0"/>
                                          </p:stCondLst>
                                        </p:cTn>
                                        <p:tgtEl>
                                          <p:spTgt spid="68"/>
                                        </p:tgtEl>
                                        <p:attrNameLst>
                                          <p:attrName>style.visibility</p:attrName>
                                        </p:attrNameLst>
                                      </p:cBhvr>
                                      <p:to>
                                        <p:strVal val="visible"/>
                                      </p:to>
                                    </p:set>
                                    <p:anim calcmode="lin" valueType="num">
                                      <p:cBhvr>
                                        <p:cTn id="117" dur="500" fill="hold"/>
                                        <p:tgtEl>
                                          <p:spTgt spid="68"/>
                                        </p:tgtEl>
                                        <p:attrNameLst>
                                          <p:attrName>ppt_w</p:attrName>
                                        </p:attrNameLst>
                                      </p:cBhvr>
                                      <p:tavLst>
                                        <p:tav tm="0">
                                          <p:val>
                                            <p:fltVal val="0"/>
                                          </p:val>
                                        </p:tav>
                                        <p:tav tm="100000">
                                          <p:val>
                                            <p:strVal val="#ppt_w"/>
                                          </p:val>
                                        </p:tav>
                                      </p:tavLst>
                                    </p:anim>
                                    <p:anim calcmode="lin" valueType="num">
                                      <p:cBhvr>
                                        <p:cTn id="118" dur="500" fill="hold"/>
                                        <p:tgtEl>
                                          <p:spTgt spid="68"/>
                                        </p:tgtEl>
                                        <p:attrNameLst>
                                          <p:attrName>ppt_h</p:attrName>
                                        </p:attrNameLst>
                                      </p:cBhvr>
                                      <p:tavLst>
                                        <p:tav tm="0">
                                          <p:val>
                                            <p:fltVal val="0"/>
                                          </p:val>
                                        </p:tav>
                                        <p:tav tm="100000">
                                          <p:val>
                                            <p:strVal val="#ppt_h"/>
                                          </p:val>
                                        </p:tav>
                                      </p:tavLst>
                                    </p:anim>
                                    <p:anim calcmode="lin" valueType="num">
                                      <p:cBhvr>
                                        <p:cTn id="119" dur="500" fill="hold"/>
                                        <p:tgtEl>
                                          <p:spTgt spid="68"/>
                                        </p:tgtEl>
                                        <p:attrNameLst>
                                          <p:attrName>style.rotation</p:attrName>
                                        </p:attrNameLst>
                                      </p:cBhvr>
                                      <p:tavLst>
                                        <p:tav tm="0">
                                          <p:val>
                                            <p:fltVal val="360"/>
                                          </p:val>
                                        </p:tav>
                                        <p:tav tm="100000">
                                          <p:val>
                                            <p:fltVal val="0"/>
                                          </p:val>
                                        </p:tav>
                                      </p:tavLst>
                                    </p:anim>
                                    <p:animEffect transition="in" filter="fade">
                                      <p:cBhvr>
                                        <p:cTn id="120" dur="500"/>
                                        <p:tgtEl>
                                          <p:spTgt spid="68"/>
                                        </p:tgtEl>
                                      </p:cBhvr>
                                    </p:animEffect>
                                  </p:childTnLst>
                                </p:cTn>
                              </p:par>
                            </p:childTnLst>
                          </p:cTn>
                        </p:par>
                      </p:childTnLst>
                    </p:cTn>
                  </p:par>
                  <p:par>
                    <p:cTn id="121" fill="hold">
                      <p:stCondLst>
                        <p:cond delay="indefinite"/>
                      </p:stCondLst>
                      <p:childTnLst>
                        <p:par>
                          <p:cTn id="122" fill="hold">
                            <p:stCondLst>
                              <p:cond delay="0"/>
                            </p:stCondLst>
                            <p:childTnLst>
                              <p:par>
                                <p:cTn id="123" presetID="49" presetClass="entr" presetSubtype="0" decel="100000" fill="hold" grpId="0" nodeType="clickEffect">
                                  <p:stCondLst>
                                    <p:cond delay="0"/>
                                  </p:stCondLst>
                                  <p:childTnLst>
                                    <p:set>
                                      <p:cBhvr>
                                        <p:cTn id="124" dur="1" fill="hold">
                                          <p:stCondLst>
                                            <p:cond delay="0"/>
                                          </p:stCondLst>
                                        </p:cTn>
                                        <p:tgtEl>
                                          <p:spTgt spid="14"/>
                                        </p:tgtEl>
                                        <p:attrNameLst>
                                          <p:attrName>style.visibility</p:attrName>
                                        </p:attrNameLst>
                                      </p:cBhvr>
                                      <p:to>
                                        <p:strVal val="visible"/>
                                      </p:to>
                                    </p:set>
                                    <p:anim calcmode="lin" valueType="num">
                                      <p:cBhvr>
                                        <p:cTn id="125" dur="500" fill="hold"/>
                                        <p:tgtEl>
                                          <p:spTgt spid="14"/>
                                        </p:tgtEl>
                                        <p:attrNameLst>
                                          <p:attrName>ppt_w</p:attrName>
                                        </p:attrNameLst>
                                      </p:cBhvr>
                                      <p:tavLst>
                                        <p:tav tm="0">
                                          <p:val>
                                            <p:fltVal val="0"/>
                                          </p:val>
                                        </p:tav>
                                        <p:tav tm="100000">
                                          <p:val>
                                            <p:strVal val="#ppt_w"/>
                                          </p:val>
                                        </p:tav>
                                      </p:tavLst>
                                    </p:anim>
                                    <p:anim calcmode="lin" valueType="num">
                                      <p:cBhvr>
                                        <p:cTn id="126" dur="500" fill="hold"/>
                                        <p:tgtEl>
                                          <p:spTgt spid="14"/>
                                        </p:tgtEl>
                                        <p:attrNameLst>
                                          <p:attrName>ppt_h</p:attrName>
                                        </p:attrNameLst>
                                      </p:cBhvr>
                                      <p:tavLst>
                                        <p:tav tm="0">
                                          <p:val>
                                            <p:fltVal val="0"/>
                                          </p:val>
                                        </p:tav>
                                        <p:tav tm="100000">
                                          <p:val>
                                            <p:strVal val="#ppt_h"/>
                                          </p:val>
                                        </p:tav>
                                      </p:tavLst>
                                    </p:anim>
                                    <p:anim calcmode="lin" valueType="num">
                                      <p:cBhvr>
                                        <p:cTn id="127" dur="500" fill="hold"/>
                                        <p:tgtEl>
                                          <p:spTgt spid="14"/>
                                        </p:tgtEl>
                                        <p:attrNameLst>
                                          <p:attrName>style.rotation</p:attrName>
                                        </p:attrNameLst>
                                      </p:cBhvr>
                                      <p:tavLst>
                                        <p:tav tm="0">
                                          <p:val>
                                            <p:fltVal val="360"/>
                                          </p:val>
                                        </p:tav>
                                        <p:tav tm="100000">
                                          <p:val>
                                            <p:fltVal val="0"/>
                                          </p:val>
                                        </p:tav>
                                      </p:tavLst>
                                    </p:anim>
                                    <p:animEffect transition="in" filter="fade">
                                      <p:cBhvr>
                                        <p:cTn id="128" dur="500"/>
                                        <p:tgtEl>
                                          <p:spTgt spid="14"/>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4" fill="hold" nodeType="clickEffect">
                                  <p:stCondLst>
                                    <p:cond delay="0"/>
                                  </p:stCondLst>
                                  <p:childTnLst>
                                    <p:set>
                                      <p:cBhvr>
                                        <p:cTn id="132" dur="1" fill="hold">
                                          <p:stCondLst>
                                            <p:cond delay="0"/>
                                          </p:stCondLst>
                                        </p:cTn>
                                        <p:tgtEl>
                                          <p:spTgt spid="311311"/>
                                        </p:tgtEl>
                                        <p:attrNameLst>
                                          <p:attrName>style.visibility</p:attrName>
                                        </p:attrNameLst>
                                      </p:cBhvr>
                                      <p:to>
                                        <p:strVal val="visible"/>
                                      </p:to>
                                    </p:set>
                                    <p:animEffect transition="in" filter="wipe(down)">
                                      <p:cBhvr>
                                        <p:cTn id="133" dur="500"/>
                                        <p:tgtEl>
                                          <p:spTgt spid="311311"/>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8"/>
                                        </p:tgtEl>
                                        <p:attrNameLst>
                                          <p:attrName>style.visibility</p:attrName>
                                        </p:attrNameLst>
                                      </p:cBhvr>
                                      <p:to>
                                        <p:strVal val="visible"/>
                                      </p:to>
                                    </p:set>
                                    <p:animEffect transition="in" filter="wipe(left)">
                                      <p:cBhvr>
                                        <p:cTn id="138" dur="500"/>
                                        <p:tgtEl>
                                          <p:spTgt spid="18"/>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13"/>
                                        </p:tgtEl>
                                        <p:attrNameLst>
                                          <p:attrName>style.visibility</p:attrName>
                                        </p:attrNameLst>
                                      </p:cBhvr>
                                      <p:to>
                                        <p:strVal val="visible"/>
                                      </p:to>
                                    </p:set>
                                    <p:animEffect transition="in" filter="wipe(left)">
                                      <p:cBhvr>
                                        <p:cTn id="143" dur="500"/>
                                        <p:tgtEl>
                                          <p:spTgt spid="13"/>
                                        </p:tgtEl>
                                      </p:cBhvr>
                                    </p:animEffect>
                                  </p:childTnLst>
                                </p:cTn>
                              </p:par>
                            </p:childTnLst>
                          </p:cTn>
                        </p:par>
                        <p:par>
                          <p:cTn id="144" fill="hold">
                            <p:stCondLst>
                              <p:cond delay="500"/>
                            </p:stCondLst>
                            <p:childTnLst>
                              <p:par>
                                <p:cTn id="145" presetID="53" presetClass="entr" presetSubtype="16" fill="hold" grpId="0" nodeType="afterEffect">
                                  <p:stCondLst>
                                    <p:cond delay="0"/>
                                  </p:stCondLst>
                                  <p:childTnLst>
                                    <p:set>
                                      <p:cBhvr>
                                        <p:cTn id="146" dur="1" fill="hold">
                                          <p:stCondLst>
                                            <p:cond delay="0"/>
                                          </p:stCondLst>
                                        </p:cTn>
                                        <p:tgtEl>
                                          <p:spTgt spid="311312"/>
                                        </p:tgtEl>
                                        <p:attrNameLst>
                                          <p:attrName>style.visibility</p:attrName>
                                        </p:attrNameLst>
                                      </p:cBhvr>
                                      <p:to>
                                        <p:strVal val="visible"/>
                                      </p:to>
                                    </p:set>
                                    <p:anim calcmode="lin" valueType="num">
                                      <p:cBhvr>
                                        <p:cTn id="147" dur="500" fill="hold"/>
                                        <p:tgtEl>
                                          <p:spTgt spid="311312"/>
                                        </p:tgtEl>
                                        <p:attrNameLst>
                                          <p:attrName>ppt_w</p:attrName>
                                        </p:attrNameLst>
                                      </p:cBhvr>
                                      <p:tavLst>
                                        <p:tav tm="0">
                                          <p:val>
                                            <p:fltVal val="0.000000"/>
                                          </p:val>
                                        </p:tav>
                                        <p:tav tm="100000">
                                          <p:val>
                                            <p:strVal val="#ppt_w"/>
                                          </p:val>
                                        </p:tav>
                                      </p:tavLst>
                                    </p:anim>
                                    <p:anim calcmode="lin" valueType="num">
                                      <p:cBhvr>
                                        <p:cTn id="148" dur="500" fill="hold"/>
                                        <p:tgtEl>
                                          <p:spTgt spid="311312"/>
                                        </p:tgtEl>
                                        <p:attrNameLst>
                                          <p:attrName>ppt_h</p:attrName>
                                        </p:attrNameLst>
                                      </p:cBhvr>
                                      <p:tavLst>
                                        <p:tav tm="0">
                                          <p:val>
                                            <p:fltVal val="0.000000"/>
                                          </p:val>
                                        </p:tav>
                                        <p:tav tm="100000">
                                          <p:val>
                                            <p:strVal val="#ppt_h"/>
                                          </p:val>
                                        </p:tav>
                                      </p:tavLst>
                                    </p:anim>
                                    <p:animEffect transition="in" filter="fade">
                                      <p:cBhvr>
                                        <p:cTn id="149" dur="500"/>
                                        <p:tgtEl>
                                          <p:spTgt spid="311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2" grpId="1"/>
      <p:bldP spid="3" grpId="1"/>
      <p:bldP spid="4" grpId="1"/>
      <p:bldP spid="5" grpId="1"/>
      <p:bldP spid="6" grpId="1"/>
      <p:bldP spid="7" grpId="1"/>
      <p:bldP spid="8" grpId="1"/>
      <p:bldP spid="9" grpId="1"/>
      <p:bldP spid="10" grpId="1"/>
      <p:bldP spid="11" grpId="1"/>
      <p:bldP spid="12" grpId="1"/>
      <p:bldP spid="13" grpId="0"/>
      <p:bldP spid="13" grpId="1"/>
      <p:bldP spid="52" grpId="0" bldLvl="0" animBg="1"/>
      <p:bldP spid="67" grpId="0" bldLvl="0" animBg="1"/>
      <p:bldP spid="68" grpId="0" bldLvl="0" animBg="1"/>
      <p:bldP spid="52" grpId="1" animBg="1"/>
      <p:bldP spid="67" grpId="1" animBg="1"/>
      <p:bldP spid="68" grpId="1" animBg="1"/>
      <p:bldP spid="14" grpId="0" bldLvl="0" animBg="1"/>
      <p:bldP spid="14" grpId="1" animBg="1"/>
      <p:bldP spid="17" grpId="0"/>
      <p:bldP spid="17" grpId="1"/>
      <p:bldP spid="18" grpId="0"/>
      <p:bldP spid="18" grpId="1"/>
      <p:bldP spid="311309" grpId="0"/>
      <p:bldP spid="311310" grpId="0"/>
      <p:bldP spid="311312" grpId="0"/>
      <p:bldP spid="3113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2545080" cy="395605"/>
            <a:chOff x="818" y="139"/>
            <a:chExt cx="4457" cy="255"/>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惠更斯原理</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惠更斯原理</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6" name="Text Box 18"/>
          <p:cNvSpPr txBox="1"/>
          <p:nvPr/>
        </p:nvSpPr>
        <p:spPr>
          <a:xfrm>
            <a:off x="395288" y="1484630"/>
            <a:ext cx="5761037" cy="586105"/>
          </a:xfrm>
          <a:prstGeom prst="rect">
            <a:avLst/>
          </a:prstGeom>
          <a:noFill/>
          <a:ln w="9525">
            <a:noFill/>
          </a:ln>
        </p:spPr>
        <p:txBody>
          <a:bodyPr anchor="t" anchorCtr="0">
            <a:spAutoFit/>
          </a:bodyPr>
          <a:p>
            <a:pPr>
              <a:lnSpc>
                <a:spcPct val="115000"/>
              </a:lnSpc>
              <a:buClr>
                <a:srgbClr val="FF9900"/>
              </a:buClr>
              <a:buFont typeface="Wingdings" panose="05000000000000000000" pitchFamily="2" charset="2"/>
              <a:buChar char="Ø"/>
            </a:pPr>
            <a:r>
              <a:rPr lang="zh-CN" altLang="en-US" sz="2800" b="1" dirty="0">
                <a:solidFill>
                  <a:srgbClr val="000000"/>
                </a:solidFill>
                <a:latin typeface="微软雅黑" panose="020B0503020204020204" pitchFamily="34" charset="-122"/>
                <a:ea typeface="微软雅黑" panose="020B0503020204020204" pitchFamily="34" charset="-122"/>
              </a:rPr>
              <a:t>媒质中波传到的各点，都可看作</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7" name="Text Box 19"/>
          <p:cNvSpPr txBox="1"/>
          <p:nvPr/>
        </p:nvSpPr>
        <p:spPr>
          <a:xfrm>
            <a:off x="2195830" y="2132648"/>
            <a:ext cx="5205413" cy="582612"/>
          </a:xfrm>
          <a:prstGeom prst="rect">
            <a:avLst/>
          </a:prstGeom>
          <a:noFill/>
          <a:ln w="9525">
            <a:noFill/>
          </a:ln>
        </p:spPr>
        <p:txBody>
          <a:bodyPr anchor="t" anchorCtr="0">
            <a:spAutoFit/>
          </a:bodyPr>
          <a:p>
            <a:pPr>
              <a:lnSpc>
                <a:spcPct val="115000"/>
              </a:lnSpc>
              <a:buClr>
                <a:srgbClr val="FF9900"/>
              </a:buClr>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是发射子波的波源  </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点波源</a:t>
            </a:r>
            <a:r>
              <a:rPr lang="en-US" altLang="zh-CN" sz="2800" b="1" dirty="0">
                <a:solidFill>
                  <a:srgbClr val="000000"/>
                </a:solidFill>
                <a:latin typeface="微软雅黑" panose="020B0503020204020204" pitchFamily="34" charset="-122"/>
                <a:ea typeface="微软雅黑" panose="020B0503020204020204" pitchFamily="34" charset="-122"/>
              </a:rPr>
              <a:t>) </a:t>
            </a:r>
            <a:r>
              <a:rPr lang="zh-CN" altLang="en-US" sz="2800" b="1" dirty="0">
                <a:solidFill>
                  <a:srgbClr val="000000"/>
                </a:solidFill>
                <a:latin typeface="微软雅黑" panose="020B0503020204020204" pitchFamily="34" charset="-122"/>
                <a:ea typeface="微软雅黑" panose="020B0503020204020204" pitchFamily="34" charset="-122"/>
              </a:rPr>
              <a:t>；</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100373" name="Text Box 21"/>
          <p:cNvSpPr txBox="1"/>
          <p:nvPr/>
        </p:nvSpPr>
        <p:spPr>
          <a:xfrm>
            <a:off x="2339023" y="3357245"/>
            <a:ext cx="5616575" cy="582613"/>
          </a:xfrm>
          <a:prstGeom prst="rect">
            <a:avLst/>
          </a:prstGeom>
          <a:noFill/>
          <a:ln w="9525">
            <a:noFill/>
          </a:ln>
        </p:spPr>
        <p:txBody>
          <a:bodyPr anchor="t" anchorCtr="0">
            <a:spAutoFit/>
          </a:bodyPr>
          <a:p>
            <a:pPr algn="just">
              <a:lnSpc>
                <a:spcPct val="115000"/>
              </a:lnSpc>
              <a:buClr>
                <a:srgbClr val="FF9900"/>
              </a:buClr>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的包络面就是新的波面。</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100372" name="Text Box 20"/>
          <p:cNvSpPr txBox="1"/>
          <p:nvPr/>
        </p:nvSpPr>
        <p:spPr>
          <a:xfrm>
            <a:off x="467360" y="2701925"/>
            <a:ext cx="6403975" cy="582613"/>
          </a:xfrm>
          <a:prstGeom prst="rect">
            <a:avLst/>
          </a:prstGeom>
          <a:noFill/>
          <a:ln w="9525">
            <a:noFill/>
          </a:ln>
        </p:spPr>
        <p:txBody>
          <a:bodyPr anchor="t" anchorCtr="0">
            <a:spAutoFit/>
          </a:bodyPr>
          <a:p>
            <a:pPr>
              <a:lnSpc>
                <a:spcPct val="115000"/>
              </a:lnSpc>
              <a:buClr>
                <a:srgbClr val="FF9900"/>
              </a:buClr>
              <a:buFont typeface="Wingdings" panose="05000000000000000000" pitchFamily="2" charset="2"/>
              <a:buChar char="Ø"/>
            </a:pPr>
            <a:r>
              <a:rPr lang="zh-CN" altLang="en-US" sz="2800" b="1" dirty="0">
                <a:solidFill>
                  <a:srgbClr val="000000"/>
                </a:solidFill>
                <a:latin typeface="微软雅黑" panose="020B0503020204020204" pitchFamily="34" charset="-122"/>
                <a:ea typeface="微软雅黑" panose="020B0503020204020204" pitchFamily="34" charset="-122"/>
              </a:rPr>
              <a:t> 在其后任意时刻，这些子波波面</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372"/>
                                        </p:tgtEl>
                                        <p:attrNameLst>
                                          <p:attrName>style.visibility</p:attrName>
                                        </p:attrNameLst>
                                      </p:cBhvr>
                                      <p:to>
                                        <p:strVal val="visible"/>
                                      </p:to>
                                    </p:set>
                                    <p:animEffect transition="in" filter="wipe(left)">
                                      <p:cBhvr>
                                        <p:cTn id="17" dur="1000"/>
                                        <p:tgtEl>
                                          <p:spTgt spid="1003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0373"/>
                                        </p:tgtEl>
                                        <p:attrNameLst>
                                          <p:attrName>style.visibility</p:attrName>
                                        </p:attrNameLst>
                                      </p:cBhvr>
                                      <p:to>
                                        <p:strVal val="visible"/>
                                      </p:to>
                                    </p:set>
                                    <p:animEffect transition="in" filter="wipe(left)">
                                      <p:cBhvr>
                                        <p:cTn id="22" dur="1000"/>
                                        <p:tgtEl>
                                          <p:spTgt spid="100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0373" grpId="0"/>
      <p:bldP spid="10037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2545080" cy="406465"/>
            <a:chOff x="818" y="139"/>
            <a:chExt cx="4457" cy="262"/>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波的干涉</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46"/>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波的干涉</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173069" name="AutoShape 13" descr="羊皮纸"/>
          <p:cNvSpPr/>
          <p:nvPr/>
        </p:nvSpPr>
        <p:spPr>
          <a:xfrm>
            <a:off x="1442085" y="1189990"/>
            <a:ext cx="6084570" cy="1378585"/>
          </a:xfrm>
          <a:prstGeom prst="roundRect">
            <a:avLst>
              <a:gd name="adj" fmla="val 16667"/>
            </a:avLst>
          </a:prstGeom>
          <a:blipFill rotWithShape="1">
            <a:blip r:embed="rId1"/>
          </a:blipFill>
          <a:ln w="38100" cap="rnd" cmpd="dbl">
            <a:solidFill>
              <a:srgbClr val="0000FF"/>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603" name="Rectangle 75"/>
          <p:cNvSpPr/>
          <p:nvPr/>
        </p:nvSpPr>
        <p:spPr>
          <a:xfrm>
            <a:off x="1398905" y="1522413"/>
            <a:ext cx="3178175" cy="519112"/>
          </a:xfrm>
          <a:prstGeom prst="rect">
            <a:avLst/>
          </a:prstGeom>
          <a:noFill/>
          <a:ln w="9525">
            <a:noFill/>
          </a:ln>
        </p:spPr>
        <p:txBody>
          <a:bodyPr wrap="none" anchor="ctr" anchorCtr="0">
            <a:spAutoFit/>
          </a:bodyPr>
          <a:p>
            <a:pPr eaLnBrk="0" hangingPunct="0"/>
            <a:r>
              <a:rPr lang="en-US" altLang="zh-CN" sz="2800" b="1" dirty="0">
                <a:solidFill>
                  <a:srgbClr val="000000"/>
                </a:solidFill>
                <a:latin typeface="Times New Roman" panose="02020603050405020304" pitchFamily="18" charset="0"/>
                <a:ea typeface="宋体" panose="02010600030101010101" pitchFamily="2" charset="-122"/>
              </a:rPr>
              <a:t>(1) </a:t>
            </a:r>
            <a:r>
              <a:rPr lang="zh-CN" altLang="en-US" sz="2800" b="1" dirty="0">
                <a:solidFill>
                  <a:srgbClr val="000000"/>
                </a:solidFill>
                <a:latin typeface="华文中宋" panose="02010600040101010101" pitchFamily="2" charset="-122"/>
                <a:ea typeface="华文中宋" panose="02010600040101010101" pitchFamily="2" charset="-122"/>
              </a:rPr>
              <a:t>振动频率相同；</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22604" name="Rectangle 76"/>
          <p:cNvSpPr/>
          <p:nvPr/>
        </p:nvSpPr>
        <p:spPr>
          <a:xfrm>
            <a:off x="4351655" y="1533843"/>
            <a:ext cx="3178175" cy="519112"/>
          </a:xfrm>
          <a:prstGeom prst="rect">
            <a:avLst/>
          </a:prstGeom>
          <a:noFill/>
          <a:ln w="9525">
            <a:noFill/>
          </a:ln>
        </p:spPr>
        <p:txBody>
          <a:bodyPr wrap="none" anchor="ctr" anchorCtr="0">
            <a:spAutoFit/>
          </a:bodyPr>
          <a:p>
            <a:pPr eaLnBrk="0" hangingPunct="0"/>
            <a:r>
              <a:rPr lang="en-US" altLang="zh-CN" sz="2800" b="1" dirty="0">
                <a:solidFill>
                  <a:srgbClr val="000000"/>
                </a:solidFill>
                <a:latin typeface="Times New Roman" panose="02020603050405020304" pitchFamily="18" charset="0"/>
                <a:ea typeface="宋体" panose="02010600030101010101" pitchFamily="2" charset="-122"/>
              </a:rPr>
              <a:t>(2) </a:t>
            </a:r>
            <a:r>
              <a:rPr lang="zh-CN" altLang="en-US" sz="2800" b="1" dirty="0">
                <a:solidFill>
                  <a:srgbClr val="000000"/>
                </a:solidFill>
                <a:latin typeface="华文中宋" panose="02010600040101010101" pitchFamily="2" charset="-122"/>
                <a:ea typeface="华文中宋" panose="02010600040101010101" pitchFamily="2" charset="-122"/>
              </a:rPr>
              <a:t>振动方向相同；</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22605" name="Rectangle 77"/>
          <p:cNvSpPr/>
          <p:nvPr/>
        </p:nvSpPr>
        <p:spPr>
          <a:xfrm>
            <a:off x="1442085" y="2038033"/>
            <a:ext cx="4244975" cy="519112"/>
          </a:xfrm>
          <a:prstGeom prst="rect">
            <a:avLst/>
          </a:prstGeom>
          <a:noFill/>
          <a:ln w="9525">
            <a:noFill/>
          </a:ln>
        </p:spPr>
        <p:txBody>
          <a:bodyPr wrap="none" anchor="ctr" anchorCtr="0">
            <a:spAutoFit/>
          </a:bodyPr>
          <a:p>
            <a:pPr eaLnBrk="0" hangingPunct="0"/>
            <a:r>
              <a:rPr lang="en-US" altLang="zh-CN" sz="2800" b="1" dirty="0">
                <a:solidFill>
                  <a:srgbClr val="000000"/>
                </a:solidFill>
                <a:latin typeface="Times New Roman" panose="02020603050405020304" pitchFamily="18" charset="0"/>
                <a:ea typeface="宋体" panose="02010600030101010101" pitchFamily="2" charset="-122"/>
              </a:rPr>
              <a:t>(3) </a:t>
            </a:r>
            <a:r>
              <a:rPr lang="zh-CN" altLang="en-US" sz="2800" b="1" dirty="0">
                <a:solidFill>
                  <a:srgbClr val="000000"/>
                </a:solidFill>
                <a:latin typeface="华文中宋" panose="02010600040101010101" pitchFamily="2" charset="-122"/>
                <a:ea typeface="华文中宋" panose="02010600040101010101" pitchFamily="2" charset="-122"/>
              </a:rPr>
              <a:t>相位差不随时间变化。</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grpSp>
        <p:nvGrpSpPr>
          <p:cNvPr id="122" name="组合 121"/>
          <p:cNvGrpSpPr/>
          <p:nvPr/>
        </p:nvGrpSpPr>
        <p:grpSpPr>
          <a:xfrm>
            <a:off x="2983230" y="909003"/>
            <a:ext cx="3639819" cy="585787"/>
            <a:chOff x="2860874" y="967048"/>
            <a:chExt cx="3874789" cy="841772"/>
          </a:xfrm>
        </p:grpSpPr>
        <p:sp>
          <p:nvSpPr>
            <p:cNvPr id="26636" name="AutoShape 2"/>
            <p:cNvSpPr/>
            <p:nvPr/>
          </p:nvSpPr>
          <p:spPr>
            <a:xfrm>
              <a:off x="2860874" y="967048"/>
              <a:ext cx="3547330" cy="841772"/>
            </a:xfrm>
            <a:prstGeom prst="roundRect">
              <a:avLst>
                <a:gd name="adj" fmla="val 50000"/>
              </a:avLst>
            </a:prstGeom>
            <a:gradFill rotWithShape="1">
              <a:gsLst>
                <a:gs pos="0">
                  <a:srgbClr val="2C3554"/>
                </a:gs>
                <a:gs pos="100000">
                  <a:srgbClr val="5F73B5"/>
                </a:gs>
              </a:gsLst>
              <a:lin ang="5400000" scaled="1"/>
              <a:tileRect/>
            </a:gradFill>
            <a:ln w="57150" cap="flat" cmpd="thickThin">
              <a:solidFill>
                <a:srgbClr val="DDDDDD"/>
              </a:solidFill>
              <a:prstDash val="solid"/>
              <a:round/>
              <a:headEnd type="none" w="med" len="med"/>
              <a:tailEnd type="none" w="med" len="med"/>
            </a:ln>
          </p:spPr>
          <p:txBody>
            <a:bodyPr wrap="none" anchor="ctr" anchorCtr="0"/>
            <a:p>
              <a:pPr algn="ctr">
                <a:lnSpc>
                  <a:spcPct val="85000"/>
                </a:lnSpc>
              </a:pPr>
              <a:endParaRPr lang="zh-CN" altLang="en-US" sz="2800" dirty="0">
                <a:solidFill>
                  <a:srgbClr val="FFFF66"/>
                </a:solidFill>
                <a:latin typeface="汉仪超粗宋简" pitchFamily="49" charset="-122"/>
                <a:ea typeface="汉仪超粗宋简" pitchFamily="49" charset="-122"/>
              </a:endParaRPr>
            </a:p>
          </p:txBody>
        </p:sp>
        <p:sp>
          <p:nvSpPr>
            <p:cNvPr id="26637" name="Rectangle 13"/>
            <p:cNvSpPr/>
            <p:nvPr/>
          </p:nvSpPr>
          <p:spPr>
            <a:xfrm>
              <a:off x="3257681" y="1051453"/>
              <a:ext cx="3477982" cy="656993"/>
            </a:xfrm>
            <a:prstGeom prst="rect">
              <a:avLst/>
            </a:prstGeom>
            <a:noFill/>
            <a:ln w="9525">
              <a:noFill/>
            </a:ln>
          </p:spPr>
          <p:txBody>
            <a:bodyPr anchor="t" anchorCtr="0">
              <a:spAutoFit/>
            </a:bodyPr>
            <a:p>
              <a:pPr eaLnBrk="0" hangingPunct="0">
                <a:lnSpc>
                  <a:spcPct val="85000"/>
                </a:lnSpc>
              </a:pPr>
              <a:r>
                <a:rPr lang="zh-CN" altLang="en-US" sz="2800" dirty="0">
                  <a:solidFill>
                    <a:srgbClr val="FFFF66"/>
                  </a:solidFill>
                  <a:latin typeface="汉仪超粗宋简" pitchFamily="49" charset="-122"/>
                  <a:ea typeface="汉仪超粗宋简" pitchFamily="49" charset="-122"/>
                </a:rPr>
                <a:t>稳定相干条件</a:t>
              </a:r>
              <a:endParaRPr lang="zh-CN" altLang="en-US" sz="2800" dirty="0">
                <a:solidFill>
                  <a:srgbClr val="FFFF66"/>
                </a:solidFill>
                <a:latin typeface="汉仪超粗宋简" pitchFamily="49" charset="-122"/>
                <a:ea typeface="汉仪超粗宋简" pitchFamily="49" charset="-122"/>
              </a:endParaRPr>
            </a:p>
          </p:txBody>
        </p:sp>
      </p:grpSp>
      <p:sp>
        <p:nvSpPr>
          <p:cNvPr id="28673" name="AutoShape 34" descr="羊皮纸"/>
          <p:cNvSpPr/>
          <p:nvPr/>
        </p:nvSpPr>
        <p:spPr>
          <a:xfrm>
            <a:off x="681990" y="2926080"/>
            <a:ext cx="7673340" cy="1447800"/>
          </a:xfrm>
          <a:prstGeom prst="roundRect">
            <a:avLst>
              <a:gd name="adj" fmla="val 16667"/>
            </a:avLst>
          </a:prstGeom>
          <a:blipFill rotWithShape="1">
            <a:blip r:embed="rId1"/>
          </a:blipFill>
          <a:ln w="25400" cap="flat" cmpd="sng">
            <a:solidFill>
              <a:srgbClr val="0000FF"/>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8674" name="组合 121"/>
          <p:cNvGrpSpPr/>
          <p:nvPr/>
        </p:nvGrpSpPr>
        <p:grpSpPr>
          <a:xfrm>
            <a:off x="2336800" y="2614930"/>
            <a:ext cx="4135120" cy="586105"/>
            <a:chOff x="2778071" y="967048"/>
            <a:chExt cx="3630133" cy="841772"/>
          </a:xfrm>
        </p:grpSpPr>
        <p:sp>
          <p:nvSpPr>
            <p:cNvPr id="28675" name="AutoShape 2"/>
            <p:cNvSpPr/>
            <p:nvPr/>
          </p:nvSpPr>
          <p:spPr>
            <a:xfrm>
              <a:off x="2860874" y="967048"/>
              <a:ext cx="3547330" cy="841772"/>
            </a:xfrm>
            <a:prstGeom prst="roundRect">
              <a:avLst>
                <a:gd name="adj" fmla="val 50000"/>
              </a:avLst>
            </a:prstGeom>
            <a:gradFill rotWithShape="1">
              <a:gsLst>
                <a:gs pos="0">
                  <a:srgbClr val="2C3554"/>
                </a:gs>
                <a:gs pos="100000">
                  <a:srgbClr val="5F73B5"/>
                </a:gs>
              </a:gsLst>
              <a:lin ang="5400000" scaled="1"/>
              <a:tileRect/>
            </a:gradFill>
            <a:ln w="57150" cap="flat" cmpd="thickThin">
              <a:solidFill>
                <a:srgbClr val="DDDDDD"/>
              </a:solidFill>
              <a:prstDash val="solid"/>
              <a:round/>
              <a:headEnd type="none" w="med" len="med"/>
              <a:tailEnd type="none" w="med" len="med"/>
            </a:ln>
          </p:spPr>
          <p:txBody>
            <a:bodyPr wrap="none" anchor="ctr" anchorCtr="0"/>
            <a:p>
              <a:pPr algn="ctr">
                <a:lnSpc>
                  <a:spcPct val="85000"/>
                </a:lnSpc>
              </a:pPr>
              <a:endParaRPr lang="zh-CN" altLang="en-US" sz="2800" dirty="0">
                <a:solidFill>
                  <a:srgbClr val="FFFF66"/>
                </a:solidFill>
                <a:latin typeface="汉仪超粗宋简" pitchFamily="49" charset="-122"/>
                <a:ea typeface="汉仪超粗宋简" pitchFamily="49" charset="-122"/>
              </a:endParaRPr>
            </a:p>
          </p:txBody>
        </p:sp>
        <p:sp>
          <p:nvSpPr>
            <p:cNvPr id="28676" name="Rectangle 13"/>
            <p:cNvSpPr/>
            <p:nvPr/>
          </p:nvSpPr>
          <p:spPr>
            <a:xfrm>
              <a:off x="2778071" y="1071928"/>
              <a:ext cx="3441156" cy="656637"/>
            </a:xfrm>
            <a:prstGeom prst="rect">
              <a:avLst/>
            </a:prstGeom>
            <a:noFill/>
            <a:ln w="9525">
              <a:noFill/>
            </a:ln>
          </p:spPr>
          <p:txBody>
            <a:bodyPr wrap="square" anchor="t" anchorCtr="0">
              <a:spAutoFit/>
            </a:bodyPr>
            <a:p>
              <a:pPr eaLnBrk="0" hangingPunct="0">
                <a:lnSpc>
                  <a:spcPct val="85000"/>
                </a:lnSpc>
              </a:pPr>
              <a:r>
                <a:rPr lang="zh-CN" altLang="en-US" sz="2800" dirty="0">
                  <a:solidFill>
                    <a:srgbClr val="FFFF66"/>
                  </a:solidFill>
                  <a:latin typeface="汉仪超粗宋简" pitchFamily="49" charset="-122"/>
                  <a:ea typeface="汉仪超粗宋简" pitchFamily="49" charset="-122"/>
                </a:rPr>
                <a:t> 干涉相长或相消的条件</a:t>
              </a:r>
              <a:endParaRPr lang="zh-CN" altLang="en-US" sz="2800" dirty="0">
                <a:solidFill>
                  <a:srgbClr val="FFFF66"/>
                </a:solidFill>
                <a:latin typeface="汉仪超粗宋简" pitchFamily="49" charset="-122"/>
                <a:ea typeface="汉仪超粗宋简" pitchFamily="49" charset="-122"/>
              </a:endParaRPr>
            </a:p>
          </p:txBody>
        </p:sp>
      </p:grpSp>
      <p:graphicFrame>
        <p:nvGraphicFramePr>
          <p:cNvPr id="28677" name="Object 3"/>
          <p:cNvGraphicFramePr>
            <a:graphicFrameLocks noChangeAspect="1"/>
          </p:cNvGraphicFramePr>
          <p:nvPr/>
        </p:nvGraphicFramePr>
        <p:xfrm>
          <a:off x="902653" y="3253105"/>
          <a:ext cx="3486150" cy="1036638"/>
        </p:xfrm>
        <a:graphic>
          <a:graphicData uri="http://schemas.openxmlformats.org/presentationml/2006/ole">
            <mc:AlternateContent xmlns:mc="http://schemas.openxmlformats.org/markup-compatibility/2006">
              <mc:Choice xmlns:v="urn:schemas-microsoft-com:vml" Requires="v">
                <p:oleObj spid="_x0000_s3088" name="" r:id="rId2" imgW="1600200" imgH="393700" progId="Equation.3">
                  <p:embed/>
                </p:oleObj>
              </mc:Choice>
              <mc:Fallback>
                <p:oleObj name="" r:id="rId2" imgW="1600200" imgH="393700" progId="Equation.3">
                  <p:embed/>
                  <p:pic>
                    <p:nvPicPr>
                      <p:cNvPr id="0" name="图片 3087"/>
                      <p:cNvPicPr/>
                      <p:nvPr/>
                    </p:nvPicPr>
                    <p:blipFill>
                      <a:blip r:embed="rId3"/>
                      <a:stretch>
                        <a:fillRect/>
                      </a:stretch>
                    </p:blipFill>
                    <p:spPr>
                      <a:xfrm>
                        <a:off x="902653" y="3253105"/>
                        <a:ext cx="3486150" cy="1036638"/>
                      </a:xfrm>
                      <a:prstGeom prst="rect">
                        <a:avLst/>
                      </a:prstGeom>
                      <a:noFill/>
                      <a:ln w="38100">
                        <a:noFill/>
                        <a:miter/>
                      </a:ln>
                    </p:spPr>
                  </p:pic>
                </p:oleObj>
              </mc:Fallback>
            </mc:AlternateContent>
          </a:graphicData>
        </a:graphic>
      </p:graphicFrame>
      <p:graphicFrame>
        <p:nvGraphicFramePr>
          <p:cNvPr id="28678" name="Object 4"/>
          <p:cNvGraphicFramePr>
            <a:graphicFrameLocks noChangeAspect="1"/>
          </p:cNvGraphicFramePr>
          <p:nvPr/>
        </p:nvGraphicFramePr>
        <p:xfrm>
          <a:off x="4354195" y="3645853"/>
          <a:ext cx="536575" cy="355600"/>
        </p:xfrm>
        <a:graphic>
          <a:graphicData uri="http://schemas.openxmlformats.org/presentationml/2006/ole">
            <mc:AlternateContent xmlns:mc="http://schemas.openxmlformats.org/markup-compatibility/2006">
              <mc:Choice xmlns:v="urn:schemas-microsoft-com:vml" Requires="v">
                <p:oleObj spid="_x0000_s3080" name="" r:id="rId4" imgW="127000" imgH="101600" progId="Equation.3">
                  <p:embed/>
                </p:oleObj>
              </mc:Choice>
              <mc:Fallback>
                <p:oleObj name="" r:id="rId4" imgW="127000" imgH="101600" progId="Equation.3">
                  <p:embed/>
                  <p:pic>
                    <p:nvPicPr>
                      <p:cNvPr id="0" name="图片 3079"/>
                      <p:cNvPicPr/>
                      <p:nvPr/>
                    </p:nvPicPr>
                    <p:blipFill>
                      <a:blip r:embed="rId5"/>
                      <a:stretch>
                        <a:fillRect/>
                      </a:stretch>
                    </p:blipFill>
                    <p:spPr>
                      <a:xfrm>
                        <a:off x="4354195" y="3645853"/>
                        <a:ext cx="536575" cy="355600"/>
                      </a:xfrm>
                      <a:prstGeom prst="rect">
                        <a:avLst/>
                      </a:prstGeom>
                      <a:noFill/>
                      <a:ln w="38100">
                        <a:noFill/>
                        <a:miter/>
                      </a:ln>
                    </p:spPr>
                  </p:pic>
                </p:oleObj>
              </mc:Fallback>
            </mc:AlternateContent>
          </a:graphicData>
        </a:graphic>
      </p:graphicFrame>
      <p:sp>
        <p:nvSpPr>
          <p:cNvPr id="28679" name="AutoShape 5"/>
          <p:cNvSpPr/>
          <p:nvPr/>
        </p:nvSpPr>
        <p:spPr>
          <a:xfrm>
            <a:off x="4734243" y="3555365"/>
            <a:ext cx="187325" cy="647700"/>
          </a:xfrm>
          <a:prstGeom prst="leftBrace">
            <a:avLst>
              <a:gd name="adj1" fmla="val 28621"/>
              <a:gd name="adj2" fmla="val 50000"/>
            </a:avLst>
          </a:prstGeom>
          <a:noFill/>
          <a:ln w="28575" cap="flat" cmpd="sng">
            <a:solidFill>
              <a:srgbClr val="0000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28680" name="Object 6"/>
          <p:cNvGraphicFramePr>
            <a:graphicFrameLocks noChangeAspect="1"/>
          </p:cNvGraphicFramePr>
          <p:nvPr/>
        </p:nvGraphicFramePr>
        <p:xfrm>
          <a:off x="4858385" y="3324225"/>
          <a:ext cx="1135063" cy="469900"/>
        </p:xfrm>
        <a:graphic>
          <a:graphicData uri="http://schemas.openxmlformats.org/presentationml/2006/ole">
            <mc:AlternateContent xmlns:mc="http://schemas.openxmlformats.org/markup-compatibility/2006">
              <mc:Choice xmlns:v="urn:schemas-microsoft-com:vml" Requires="v">
                <p:oleObj spid="_x0000_s3082" name="" r:id="rId6" imgW="354965" imgH="177800" progId="Equation.3">
                  <p:embed/>
                </p:oleObj>
              </mc:Choice>
              <mc:Fallback>
                <p:oleObj name="" r:id="rId6" imgW="354965" imgH="177800" progId="Equation.3">
                  <p:embed/>
                  <p:pic>
                    <p:nvPicPr>
                      <p:cNvPr id="0" name="图片 3081"/>
                      <p:cNvPicPr/>
                      <p:nvPr/>
                    </p:nvPicPr>
                    <p:blipFill>
                      <a:blip r:embed="rId7"/>
                      <a:stretch>
                        <a:fillRect/>
                      </a:stretch>
                    </p:blipFill>
                    <p:spPr>
                      <a:xfrm>
                        <a:off x="4858385" y="3324225"/>
                        <a:ext cx="1135063" cy="469900"/>
                      </a:xfrm>
                      <a:prstGeom prst="rect">
                        <a:avLst/>
                      </a:prstGeom>
                      <a:noFill/>
                      <a:ln w="38100">
                        <a:noFill/>
                        <a:miter/>
                      </a:ln>
                    </p:spPr>
                  </p:pic>
                </p:oleObj>
              </mc:Fallback>
            </mc:AlternateContent>
          </a:graphicData>
        </a:graphic>
      </p:graphicFrame>
      <p:graphicFrame>
        <p:nvGraphicFramePr>
          <p:cNvPr id="28681" name="Object 7"/>
          <p:cNvGraphicFramePr>
            <a:graphicFrameLocks noChangeAspect="1"/>
          </p:cNvGraphicFramePr>
          <p:nvPr/>
        </p:nvGraphicFramePr>
        <p:xfrm>
          <a:off x="4785995" y="3849370"/>
          <a:ext cx="1871663" cy="476250"/>
        </p:xfrm>
        <a:graphic>
          <a:graphicData uri="http://schemas.openxmlformats.org/presentationml/2006/ole">
            <mc:AlternateContent xmlns:mc="http://schemas.openxmlformats.org/markup-compatibility/2006">
              <mc:Choice xmlns:v="urn:schemas-microsoft-com:vml" Requires="v">
                <p:oleObj spid="_x0000_s3084" name="" r:id="rId8" imgW="660400" imgH="203200" progId="Equation.3">
                  <p:embed/>
                </p:oleObj>
              </mc:Choice>
              <mc:Fallback>
                <p:oleObj name="" r:id="rId8" imgW="660400" imgH="203200" progId="Equation.3">
                  <p:embed/>
                  <p:pic>
                    <p:nvPicPr>
                      <p:cNvPr id="0" name="图片 3083"/>
                      <p:cNvPicPr/>
                      <p:nvPr/>
                    </p:nvPicPr>
                    <p:blipFill>
                      <a:blip r:embed="rId9"/>
                      <a:stretch>
                        <a:fillRect/>
                      </a:stretch>
                    </p:blipFill>
                    <p:spPr>
                      <a:xfrm>
                        <a:off x="4785995" y="3849370"/>
                        <a:ext cx="1871663" cy="476250"/>
                      </a:xfrm>
                      <a:prstGeom prst="rect">
                        <a:avLst/>
                      </a:prstGeom>
                      <a:noFill/>
                      <a:ln w="38100">
                        <a:noFill/>
                        <a:miter/>
                      </a:ln>
                    </p:spPr>
                  </p:pic>
                </p:oleObj>
              </mc:Fallback>
            </mc:AlternateContent>
          </a:graphicData>
        </a:graphic>
      </p:graphicFrame>
      <p:sp>
        <p:nvSpPr>
          <p:cNvPr id="28682" name="Text Box 8"/>
          <p:cNvSpPr txBox="1"/>
          <p:nvPr/>
        </p:nvSpPr>
        <p:spPr>
          <a:xfrm>
            <a:off x="6730365" y="3385185"/>
            <a:ext cx="1647825" cy="519113"/>
          </a:xfrm>
          <a:prstGeom prst="rect">
            <a:avLst/>
          </a:prstGeom>
          <a:noFill/>
          <a:ln w="9525">
            <a:noFill/>
          </a:ln>
        </p:spPr>
        <p:txBody>
          <a:bodyPr anchor="t" anchorCtr="0">
            <a:spAutoFit/>
          </a:bodyPr>
          <a:p>
            <a:pPr>
              <a:spcBef>
                <a:spcPct val="50000"/>
              </a:spcBef>
            </a:pPr>
            <a:r>
              <a:rPr lang="en-US" altLang="zh-CN" sz="2800" b="1" dirty="0">
                <a:solidFill>
                  <a:srgbClr val="000000"/>
                </a:solidFill>
                <a:latin typeface="华文中宋" panose="02010600040101010101" pitchFamily="2" charset="-122"/>
                <a:ea typeface="华文中宋" panose="02010600040101010101" pitchFamily="2" charset="-122"/>
              </a:rPr>
              <a:t>——</a:t>
            </a:r>
            <a:r>
              <a:rPr lang="zh-CN" altLang="en-US" sz="2800" b="1" dirty="0">
                <a:solidFill>
                  <a:srgbClr val="000000"/>
                </a:solidFill>
                <a:latin typeface="Monotype Sorts"/>
                <a:ea typeface="华文中宋" panose="02010600040101010101" pitchFamily="2" charset="-122"/>
              </a:rPr>
              <a:t>加强</a:t>
            </a:r>
            <a:endParaRPr lang="zh-CN" altLang="en-US" sz="2800" b="1" dirty="0">
              <a:solidFill>
                <a:srgbClr val="000000"/>
              </a:solidFill>
              <a:latin typeface="Monotype Sorts"/>
              <a:ea typeface="华文中宋" panose="02010600040101010101" pitchFamily="2" charset="-122"/>
            </a:endParaRPr>
          </a:p>
        </p:txBody>
      </p:sp>
      <p:sp>
        <p:nvSpPr>
          <p:cNvPr id="28683" name="Text Box 9"/>
          <p:cNvSpPr txBox="1"/>
          <p:nvPr/>
        </p:nvSpPr>
        <p:spPr>
          <a:xfrm>
            <a:off x="6730365" y="3849053"/>
            <a:ext cx="1800225" cy="519112"/>
          </a:xfrm>
          <a:prstGeom prst="rect">
            <a:avLst/>
          </a:prstGeom>
          <a:noFill/>
          <a:ln w="9525">
            <a:noFill/>
          </a:ln>
        </p:spPr>
        <p:txBody>
          <a:bodyPr anchor="t" anchorCtr="0">
            <a:spAutoFit/>
          </a:bodyPr>
          <a:p>
            <a:pPr>
              <a:spcBef>
                <a:spcPct val="50000"/>
              </a:spcBef>
            </a:pPr>
            <a:r>
              <a:rPr lang="en-US" altLang="zh-CN" sz="2800" b="1" dirty="0">
                <a:solidFill>
                  <a:srgbClr val="000000"/>
                </a:solidFill>
                <a:latin typeface="华文中宋" panose="02010600040101010101" pitchFamily="2" charset="-122"/>
                <a:ea typeface="华文中宋" panose="02010600040101010101" pitchFamily="2" charset="-122"/>
              </a:rPr>
              <a:t>——</a:t>
            </a:r>
            <a:r>
              <a:rPr lang="zh-CN" altLang="en-US" sz="2800" b="1" dirty="0">
                <a:solidFill>
                  <a:srgbClr val="000000"/>
                </a:solidFill>
                <a:latin typeface="Monotype Sorts"/>
                <a:ea typeface="华文中宋" panose="02010600040101010101" pitchFamily="2" charset="-122"/>
              </a:rPr>
              <a:t>减弱</a:t>
            </a:r>
            <a:endParaRPr lang="zh-CN" altLang="en-US" sz="2800" b="1" dirty="0">
              <a:solidFill>
                <a:srgbClr val="000000"/>
              </a:solidFill>
              <a:latin typeface="Monotype Sorts"/>
              <a:ea typeface="华文中宋" panose="02010600040101010101" pitchFamily="2" charset="-122"/>
            </a:endParaRPr>
          </a:p>
        </p:txBody>
      </p:sp>
      <p:sp>
        <p:nvSpPr>
          <p:cNvPr id="180226" name="Text Box 2"/>
          <p:cNvSpPr txBox="1"/>
          <p:nvPr/>
        </p:nvSpPr>
        <p:spPr>
          <a:xfrm>
            <a:off x="379413" y="4522788"/>
            <a:ext cx="5111750" cy="460375"/>
          </a:xfrm>
          <a:prstGeom prst="rect">
            <a:avLst/>
          </a:prstGeom>
          <a:noFill/>
          <a:ln w="9525">
            <a:noFill/>
          </a:ln>
        </p:spPr>
        <p:txBody>
          <a:bodyPr anchor="t" anchorCtr="0">
            <a:spAutoFit/>
          </a:bodyPr>
          <a:p>
            <a:pPr eaLnBrk="0" hangingPunct="0"/>
            <a:r>
              <a:rPr lang="zh-CN" altLang="en-US" sz="2400" b="1" dirty="0">
                <a:latin typeface="Monotype Sorts"/>
                <a:ea typeface="微软雅黑" panose="020B0503020204020204" pitchFamily="34" charset="-122"/>
              </a:rPr>
              <a:t>当两相干波源为同相波源时</a:t>
            </a:r>
            <a:r>
              <a:rPr lang="zh-CN" altLang="en-US" sz="2400" b="1" dirty="0">
                <a:latin typeface="宋体" panose="02010600030101010101" pitchFamily="2" charset="-122"/>
                <a:ea typeface="微软雅黑" panose="020B0503020204020204" pitchFamily="34" charset="-122"/>
              </a:rPr>
              <a:t>：</a:t>
            </a:r>
            <a:endParaRPr lang="zh-CN" altLang="en-US" sz="2400" b="1" dirty="0">
              <a:latin typeface="宋体" panose="02010600030101010101" pitchFamily="2" charset="-122"/>
              <a:ea typeface="微软雅黑" panose="020B0503020204020204" pitchFamily="34" charset="-122"/>
            </a:endParaRPr>
          </a:p>
        </p:txBody>
      </p:sp>
      <p:sp>
        <p:nvSpPr>
          <p:cNvPr id="6211" name="AutoShape 67" descr="羊皮纸"/>
          <p:cNvSpPr/>
          <p:nvPr/>
        </p:nvSpPr>
        <p:spPr>
          <a:xfrm>
            <a:off x="1604010" y="5085715"/>
            <a:ext cx="6634480" cy="1266190"/>
          </a:xfrm>
          <a:prstGeom prst="roundRect">
            <a:avLst>
              <a:gd name="adj" fmla="val 16667"/>
            </a:avLst>
          </a:prstGeom>
          <a:blipFill rotWithShape="1">
            <a:blip r:embed="rId1"/>
          </a:blipFill>
          <a:ln w="25400" cap="flat" cmpd="sng">
            <a:solidFill>
              <a:srgbClr val="0000FF"/>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80242" name="AutoShape 18"/>
          <p:cNvSpPr/>
          <p:nvPr/>
        </p:nvSpPr>
        <p:spPr>
          <a:xfrm>
            <a:off x="722630" y="5495290"/>
            <a:ext cx="685800" cy="228600"/>
          </a:xfrm>
          <a:prstGeom prst="leftRightArrow">
            <a:avLst>
              <a:gd name="adj1" fmla="val 50000"/>
              <a:gd name="adj2" fmla="val 60000"/>
            </a:avLst>
          </a:prstGeom>
          <a:solidFill>
            <a:srgbClr val="FF0000"/>
          </a:solidFill>
          <a:ln w="28575" cap="rnd" cmpd="sng">
            <a:solidFill>
              <a:srgbClr val="00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80243" name="AutoShape 19"/>
          <p:cNvSpPr/>
          <p:nvPr/>
        </p:nvSpPr>
        <p:spPr>
          <a:xfrm>
            <a:off x="3629025" y="5158105"/>
            <a:ext cx="228600" cy="990600"/>
          </a:xfrm>
          <a:prstGeom prst="leftBrace">
            <a:avLst>
              <a:gd name="adj1" fmla="val 35870"/>
              <a:gd name="adj2" fmla="val 50000"/>
            </a:avLst>
          </a:prstGeom>
          <a:noFill/>
          <a:ln w="28575" cap="flat" cmpd="sng">
            <a:solidFill>
              <a:srgbClr val="0000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180244" name="Object 20"/>
          <p:cNvGraphicFramePr>
            <a:graphicFrameLocks noChangeAspect="1"/>
          </p:cNvGraphicFramePr>
          <p:nvPr/>
        </p:nvGraphicFramePr>
        <p:xfrm>
          <a:off x="1604010" y="5429885"/>
          <a:ext cx="1893888" cy="528638"/>
        </p:xfrm>
        <a:graphic>
          <a:graphicData uri="http://schemas.openxmlformats.org/presentationml/2006/ole">
            <mc:AlternateContent xmlns:mc="http://schemas.openxmlformats.org/markup-compatibility/2006">
              <mc:Choice xmlns:v="urn:schemas-microsoft-com:vml" Requires="v">
                <p:oleObj spid="_x0000_s3094" name="" r:id="rId10" imgW="774065" imgH="215900" progId="Equation.3">
                  <p:embed/>
                </p:oleObj>
              </mc:Choice>
              <mc:Fallback>
                <p:oleObj name="" r:id="rId10" imgW="774065" imgH="215900" progId="Equation.3">
                  <p:embed/>
                  <p:pic>
                    <p:nvPicPr>
                      <p:cNvPr id="0" name="图片 3093"/>
                      <p:cNvPicPr/>
                      <p:nvPr/>
                    </p:nvPicPr>
                    <p:blipFill>
                      <a:blip r:embed="rId11"/>
                      <a:stretch>
                        <a:fillRect/>
                      </a:stretch>
                    </p:blipFill>
                    <p:spPr>
                      <a:xfrm>
                        <a:off x="1604010" y="5429885"/>
                        <a:ext cx="1893888" cy="528638"/>
                      </a:xfrm>
                      <a:prstGeom prst="rect">
                        <a:avLst/>
                      </a:prstGeom>
                      <a:noFill/>
                      <a:ln w="38100">
                        <a:noFill/>
                        <a:miter/>
                      </a:ln>
                    </p:spPr>
                  </p:pic>
                </p:oleObj>
              </mc:Fallback>
            </mc:AlternateContent>
          </a:graphicData>
        </a:graphic>
      </p:graphicFrame>
      <p:graphicFrame>
        <p:nvGraphicFramePr>
          <p:cNvPr id="180245" name="Object 21"/>
          <p:cNvGraphicFramePr>
            <a:graphicFrameLocks noChangeAspect="1"/>
          </p:cNvGraphicFramePr>
          <p:nvPr/>
        </p:nvGraphicFramePr>
        <p:xfrm>
          <a:off x="3864610" y="5117148"/>
          <a:ext cx="2057400" cy="495300"/>
        </p:xfrm>
        <a:graphic>
          <a:graphicData uri="http://schemas.openxmlformats.org/presentationml/2006/ole">
            <mc:AlternateContent xmlns:mc="http://schemas.openxmlformats.org/markup-compatibility/2006">
              <mc:Choice xmlns:v="urn:schemas-microsoft-com:vml" Requires="v">
                <p:oleObj spid="_x0000_s3095" name="" r:id="rId12" imgW="888365" imgH="215900" progId="Equation.3">
                  <p:embed/>
                </p:oleObj>
              </mc:Choice>
              <mc:Fallback>
                <p:oleObj name="" r:id="rId12" imgW="888365" imgH="215900" progId="Equation.3">
                  <p:embed/>
                  <p:pic>
                    <p:nvPicPr>
                      <p:cNvPr id="0" name="图片 3094"/>
                      <p:cNvPicPr/>
                      <p:nvPr/>
                    </p:nvPicPr>
                    <p:blipFill>
                      <a:blip r:embed="rId13"/>
                      <a:stretch>
                        <a:fillRect/>
                      </a:stretch>
                    </p:blipFill>
                    <p:spPr>
                      <a:xfrm>
                        <a:off x="3864610" y="5117148"/>
                        <a:ext cx="2057400" cy="495300"/>
                      </a:xfrm>
                      <a:prstGeom prst="rect">
                        <a:avLst/>
                      </a:prstGeom>
                      <a:noFill/>
                      <a:ln w="38100">
                        <a:noFill/>
                        <a:miter/>
                      </a:ln>
                    </p:spPr>
                  </p:pic>
                </p:oleObj>
              </mc:Fallback>
            </mc:AlternateContent>
          </a:graphicData>
        </a:graphic>
      </p:graphicFrame>
      <p:graphicFrame>
        <p:nvGraphicFramePr>
          <p:cNvPr id="180246" name="Object 22"/>
          <p:cNvGraphicFramePr>
            <a:graphicFrameLocks noChangeAspect="1"/>
          </p:cNvGraphicFramePr>
          <p:nvPr/>
        </p:nvGraphicFramePr>
        <p:xfrm>
          <a:off x="3728720" y="5518150"/>
          <a:ext cx="3048000" cy="920750"/>
        </p:xfrm>
        <a:graphic>
          <a:graphicData uri="http://schemas.openxmlformats.org/presentationml/2006/ole">
            <mc:AlternateContent xmlns:mc="http://schemas.openxmlformats.org/markup-compatibility/2006">
              <mc:Choice xmlns:v="urn:schemas-microsoft-com:vml" Requires="v">
                <p:oleObj spid="_x0000_s3092" name="" r:id="rId14" imgW="1332865" imgH="406400" progId="Equation.3">
                  <p:embed/>
                </p:oleObj>
              </mc:Choice>
              <mc:Fallback>
                <p:oleObj name="" r:id="rId14" imgW="1332865" imgH="406400" progId="Equation.3">
                  <p:embed/>
                  <p:pic>
                    <p:nvPicPr>
                      <p:cNvPr id="0" name="图片 3091"/>
                      <p:cNvPicPr/>
                      <p:nvPr/>
                    </p:nvPicPr>
                    <p:blipFill>
                      <a:blip r:embed="rId15"/>
                      <a:stretch>
                        <a:fillRect/>
                      </a:stretch>
                    </p:blipFill>
                    <p:spPr>
                      <a:xfrm>
                        <a:off x="3728720" y="5518150"/>
                        <a:ext cx="3048000" cy="920750"/>
                      </a:xfrm>
                      <a:prstGeom prst="rect">
                        <a:avLst/>
                      </a:prstGeom>
                      <a:noFill/>
                      <a:ln w="38100">
                        <a:noFill/>
                        <a:miter/>
                      </a:ln>
                    </p:spPr>
                  </p:pic>
                </p:oleObj>
              </mc:Fallback>
            </mc:AlternateContent>
          </a:graphicData>
        </a:graphic>
      </p:graphicFrame>
      <p:sp>
        <p:nvSpPr>
          <p:cNvPr id="180247" name="Text Box 23"/>
          <p:cNvSpPr txBox="1"/>
          <p:nvPr/>
        </p:nvSpPr>
        <p:spPr>
          <a:xfrm>
            <a:off x="7090410" y="5156835"/>
            <a:ext cx="1108075" cy="519113"/>
          </a:xfrm>
          <a:prstGeom prst="rect">
            <a:avLst/>
          </a:prstGeom>
          <a:noFill/>
          <a:ln w="9525">
            <a:noFill/>
          </a:ln>
        </p:spPr>
        <p:txBody>
          <a:bodyPr anchor="t" anchorCtr="0">
            <a:spAutoFit/>
          </a:bodyPr>
          <a:p>
            <a:pPr>
              <a:spcBef>
                <a:spcPct val="50000"/>
              </a:spcBef>
            </a:pPr>
            <a:r>
              <a:rPr lang="zh-CN" altLang="en-US" sz="2800" b="1" dirty="0">
                <a:solidFill>
                  <a:srgbClr val="000000"/>
                </a:solidFill>
                <a:latin typeface="Monotype Sorts"/>
                <a:ea typeface="华文中宋" panose="02010600040101010101" pitchFamily="2" charset="-122"/>
              </a:rPr>
              <a:t>加强</a:t>
            </a:r>
            <a:endParaRPr lang="zh-CN" altLang="en-US" sz="2800" b="1" dirty="0">
              <a:solidFill>
                <a:srgbClr val="000000"/>
              </a:solidFill>
              <a:latin typeface="Monotype Sorts"/>
              <a:ea typeface="华文中宋" panose="02010600040101010101" pitchFamily="2" charset="-122"/>
            </a:endParaRPr>
          </a:p>
        </p:txBody>
      </p:sp>
      <p:sp>
        <p:nvSpPr>
          <p:cNvPr id="180248" name="Text Box 24"/>
          <p:cNvSpPr txBox="1"/>
          <p:nvPr/>
        </p:nvSpPr>
        <p:spPr>
          <a:xfrm>
            <a:off x="7130415" y="5753735"/>
            <a:ext cx="1055688" cy="519113"/>
          </a:xfrm>
          <a:prstGeom prst="rect">
            <a:avLst/>
          </a:prstGeom>
          <a:noFill/>
          <a:ln w="9525">
            <a:noFill/>
          </a:ln>
        </p:spPr>
        <p:txBody>
          <a:bodyPr anchor="t" anchorCtr="0">
            <a:spAutoFit/>
          </a:bodyPr>
          <a:p>
            <a:pPr>
              <a:spcBef>
                <a:spcPct val="50000"/>
              </a:spcBef>
            </a:pPr>
            <a:r>
              <a:rPr lang="zh-CN" altLang="en-US" sz="2800" b="1" dirty="0">
                <a:solidFill>
                  <a:srgbClr val="000000"/>
                </a:solidFill>
                <a:latin typeface="Monotype Sorts"/>
                <a:ea typeface="华文中宋" panose="02010600040101010101" pitchFamily="2" charset="-122"/>
              </a:rPr>
              <a:t>减弱</a:t>
            </a:r>
            <a:endParaRPr lang="zh-CN" altLang="en-US" sz="2800" b="1" dirty="0">
              <a:solidFill>
                <a:srgbClr val="000000"/>
              </a:solidFill>
              <a:latin typeface="Monotype Sorts"/>
              <a:ea typeface="华文中宋" panose="02010600040101010101" pitchFamily="2" charset="-122"/>
            </a:endParaRPr>
          </a:p>
        </p:txBody>
      </p:sp>
      <p:sp>
        <p:nvSpPr>
          <p:cNvPr id="6219" name="Rectangle 75"/>
          <p:cNvSpPr/>
          <p:nvPr/>
        </p:nvSpPr>
        <p:spPr>
          <a:xfrm>
            <a:off x="1722120" y="5085715"/>
            <a:ext cx="1962150" cy="519113"/>
          </a:xfrm>
          <a:prstGeom prst="rect">
            <a:avLst/>
          </a:prstGeom>
          <a:noFill/>
          <a:ln w="9525">
            <a:noFill/>
          </a:ln>
        </p:spPr>
        <p:txBody>
          <a:bodyPr wrap="none" anchor="ctr" anchorCtr="0">
            <a:spAutoFit/>
          </a:bodyPr>
          <a:p>
            <a:pPr algn="ctr" eaLnBrk="0" hangingPunct="0"/>
            <a:r>
              <a:rPr lang="zh-CN" altLang="en-US" sz="2800" b="1" dirty="0">
                <a:solidFill>
                  <a:srgbClr val="000000"/>
                </a:solidFill>
                <a:latin typeface="华文中宋" panose="02010600040101010101" pitchFamily="2" charset="-122"/>
                <a:ea typeface="华文中宋" panose="02010600040101010101" pitchFamily="2" charset="-122"/>
              </a:rPr>
              <a:t>（波程差）</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graphicFrame>
        <p:nvGraphicFramePr>
          <p:cNvPr id="2" name="Object 3"/>
          <p:cNvGraphicFramePr>
            <a:graphicFrameLocks noChangeAspect="1"/>
          </p:cNvGraphicFramePr>
          <p:nvPr/>
        </p:nvGraphicFramePr>
        <p:xfrm>
          <a:off x="4388485" y="4437380"/>
          <a:ext cx="1493838" cy="568325"/>
        </p:xfrm>
        <a:graphic>
          <a:graphicData uri="http://schemas.openxmlformats.org/presentationml/2006/ole">
            <mc:AlternateContent xmlns:mc="http://schemas.openxmlformats.org/markup-compatibility/2006">
              <mc:Choice xmlns:v="urn:schemas-microsoft-com:vml" Requires="v">
                <p:oleObj spid="_x0000_s3096" name="" r:id="rId16" imgW="685800" imgH="215900" progId="Equation.3">
                  <p:embed/>
                </p:oleObj>
              </mc:Choice>
              <mc:Fallback>
                <p:oleObj name="" r:id="rId16" imgW="685800" imgH="215900" progId="Equation.3">
                  <p:embed/>
                  <p:pic>
                    <p:nvPicPr>
                      <p:cNvPr id="0" name="图片 3095"/>
                      <p:cNvPicPr/>
                      <p:nvPr/>
                    </p:nvPicPr>
                    <p:blipFill>
                      <a:blip r:embed="rId17"/>
                      <a:stretch>
                        <a:fillRect/>
                      </a:stretch>
                    </p:blipFill>
                    <p:spPr>
                      <a:xfrm>
                        <a:off x="4388485" y="4437380"/>
                        <a:ext cx="1493838" cy="568325"/>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box(out)">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73069"/>
                                        </p:tgtEl>
                                        <p:attrNameLst>
                                          <p:attrName>style.visibility</p:attrName>
                                        </p:attrNameLst>
                                      </p:cBhvr>
                                      <p:to>
                                        <p:strVal val="visible"/>
                                      </p:to>
                                    </p:set>
                                    <p:animEffect transition="in" filter="wedge">
                                      <p:cBhvr>
                                        <p:cTn id="12" dur="500"/>
                                        <p:tgtEl>
                                          <p:spTgt spid="1730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603"/>
                                        </p:tgtEl>
                                        <p:attrNameLst>
                                          <p:attrName>style.visibility</p:attrName>
                                        </p:attrNameLst>
                                      </p:cBhvr>
                                      <p:to>
                                        <p:strVal val="visible"/>
                                      </p:to>
                                    </p:set>
                                    <p:animEffect transition="in" filter="wipe(left)">
                                      <p:cBhvr>
                                        <p:cTn id="17" dur="500"/>
                                        <p:tgtEl>
                                          <p:spTgt spid="226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604"/>
                                        </p:tgtEl>
                                        <p:attrNameLst>
                                          <p:attrName>style.visibility</p:attrName>
                                        </p:attrNameLst>
                                      </p:cBhvr>
                                      <p:to>
                                        <p:strVal val="visible"/>
                                      </p:to>
                                    </p:set>
                                    <p:animEffect transition="in" filter="wipe(left)">
                                      <p:cBhvr>
                                        <p:cTn id="22" dur="500"/>
                                        <p:tgtEl>
                                          <p:spTgt spid="226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605"/>
                                        </p:tgtEl>
                                        <p:attrNameLst>
                                          <p:attrName>style.visibility</p:attrName>
                                        </p:attrNameLst>
                                      </p:cBhvr>
                                      <p:to>
                                        <p:strVal val="visible"/>
                                      </p:to>
                                    </p:set>
                                    <p:animEffect transition="in" filter="wipe(left)">
                                      <p:cBhvr>
                                        <p:cTn id="27" dur="500"/>
                                        <p:tgtEl>
                                          <p:spTgt spid="226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674"/>
                                        </p:tgtEl>
                                        <p:attrNameLst>
                                          <p:attrName>style.visibility</p:attrName>
                                        </p:attrNameLst>
                                      </p:cBhvr>
                                      <p:to>
                                        <p:strVal val="visible"/>
                                      </p:to>
                                    </p:set>
                                    <p:animEffect transition="in" filter="wipe(left)">
                                      <p:cBhvr>
                                        <p:cTn id="32" dur="500"/>
                                        <p:tgtEl>
                                          <p:spTgt spid="2867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673"/>
                                        </p:tgtEl>
                                        <p:attrNameLst>
                                          <p:attrName>style.visibility</p:attrName>
                                        </p:attrNameLst>
                                      </p:cBhvr>
                                      <p:to>
                                        <p:strVal val="visible"/>
                                      </p:to>
                                    </p:set>
                                    <p:animEffect transition="in" filter="wipe(left)">
                                      <p:cBhvr>
                                        <p:cTn id="37" dur="500"/>
                                        <p:tgtEl>
                                          <p:spTgt spid="2867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8677"/>
                                        </p:tgtEl>
                                        <p:attrNameLst>
                                          <p:attrName>style.visibility</p:attrName>
                                        </p:attrNameLst>
                                      </p:cBhvr>
                                      <p:to>
                                        <p:strVal val="visible"/>
                                      </p:to>
                                    </p:set>
                                    <p:animEffect transition="in" filter="wipe(left)">
                                      <p:cBhvr>
                                        <p:cTn id="42" dur="500"/>
                                        <p:tgtEl>
                                          <p:spTgt spid="2867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8678"/>
                                        </p:tgtEl>
                                        <p:attrNameLst>
                                          <p:attrName>style.visibility</p:attrName>
                                        </p:attrNameLst>
                                      </p:cBhvr>
                                      <p:to>
                                        <p:strVal val="visible"/>
                                      </p:to>
                                    </p:set>
                                    <p:animEffect transition="in" filter="wipe(left)">
                                      <p:cBhvr>
                                        <p:cTn id="47" dur="500"/>
                                        <p:tgtEl>
                                          <p:spTgt spid="2867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8679"/>
                                        </p:tgtEl>
                                        <p:attrNameLst>
                                          <p:attrName>style.visibility</p:attrName>
                                        </p:attrNameLst>
                                      </p:cBhvr>
                                      <p:to>
                                        <p:strVal val="visible"/>
                                      </p:to>
                                    </p:set>
                                    <p:animEffect transition="in" filter="wipe(left)">
                                      <p:cBhvr>
                                        <p:cTn id="52" dur="500"/>
                                        <p:tgtEl>
                                          <p:spTgt spid="2867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8680"/>
                                        </p:tgtEl>
                                        <p:attrNameLst>
                                          <p:attrName>style.visibility</p:attrName>
                                        </p:attrNameLst>
                                      </p:cBhvr>
                                      <p:to>
                                        <p:strVal val="visible"/>
                                      </p:to>
                                    </p:set>
                                    <p:animEffect transition="in" filter="wipe(left)">
                                      <p:cBhvr>
                                        <p:cTn id="57" dur="500"/>
                                        <p:tgtEl>
                                          <p:spTgt spid="2868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8682"/>
                                        </p:tgtEl>
                                        <p:attrNameLst>
                                          <p:attrName>style.visibility</p:attrName>
                                        </p:attrNameLst>
                                      </p:cBhvr>
                                      <p:to>
                                        <p:strVal val="visible"/>
                                      </p:to>
                                    </p:set>
                                    <p:animEffect transition="in" filter="wipe(left)">
                                      <p:cBhvr>
                                        <p:cTn id="62" dur="500"/>
                                        <p:tgtEl>
                                          <p:spTgt spid="2868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8681"/>
                                        </p:tgtEl>
                                        <p:attrNameLst>
                                          <p:attrName>style.visibility</p:attrName>
                                        </p:attrNameLst>
                                      </p:cBhvr>
                                      <p:to>
                                        <p:strVal val="visible"/>
                                      </p:to>
                                    </p:set>
                                    <p:animEffect transition="in" filter="wipe(left)">
                                      <p:cBhvr>
                                        <p:cTn id="67" dur="500"/>
                                        <p:tgtEl>
                                          <p:spTgt spid="2868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8683"/>
                                        </p:tgtEl>
                                        <p:attrNameLst>
                                          <p:attrName>style.visibility</p:attrName>
                                        </p:attrNameLst>
                                      </p:cBhvr>
                                      <p:to>
                                        <p:strVal val="visible"/>
                                      </p:to>
                                    </p:set>
                                    <p:animEffect transition="in" filter="wipe(left)">
                                      <p:cBhvr>
                                        <p:cTn id="72" dur="500"/>
                                        <p:tgtEl>
                                          <p:spTgt spid="28683"/>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6" fill="hold" grpId="0" nodeType="clickEffect">
                                  <p:stCondLst>
                                    <p:cond delay="0"/>
                                  </p:stCondLst>
                                  <p:childTnLst>
                                    <p:set>
                                      <p:cBhvr>
                                        <p:cTn id="76" dur="1" fill="hold">
                                          <p:stCondLst>
                                            <p:cond delay="0"/>
                                          </p:stCondLst>
                                        </p:cTn>
                                        <p:tgtEl>
                                          <p:spTgt spid="180226"/>
                                        </p:tgtEl>
                                        <p:attrNameLst>
                                          <p:attrName>style.visibility</p:attrName>
                                        </p:attrNameLst>
                                      </p:cBhvr>
                                      <p:to>
                                        <p:strVal val="visible"/>
                                      </p:to>
                                    </p:set>
                                    <p:animEffect transition="in" filter="strips(downRight)">
                                      <p:cBhvr>
                                        <p:cTn id="77" dur="500"/>
                                        <p:tgtEl>
                                          <p:spTgt spid="18022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
                                        </p:tgtEl>
                                        <p:attrNameLst>
                                          <p:attrName>style.visibility</p:attrName>
                                        </p:attrNameLst>
                                      </p:cBhvr>
                                      <p:to>
                                        <p:strVal val="visible"/>
                                      </p:to>
                                    </p:set>
                                    <p:animEffect transition="in" filter="wipe(left)">
                                      <p:cBhvr>
                                        <p:cTn id="82" dur="500"/>
                                        <p:tgtEl>
                                          <p:spTgt spid="2"/>
                                        </p:tgtEl>
                                      </p:cBhvr>
                                    </p:animEffect>
                                  </p:childTnLst>
                                </p:cTn>
                              </p:par>
                            </p:childTnLst>
                          </p:cTn>
                        </p:par>
                      </p:childTnLst>
                    </p:cTn>
                  </p:par>
                  <p:par>
                    <p:cTn id="83" fill="hold">
                      <p:stCondLst>
                        <p:cond delay="indefinite"/>
                      </p:stCondLst>
                      <p:childTnLst>
                        <p:par>
                          <p:cTn id="84" fill="hold">
                            <p:stCondLst>
                              <p:cond delay="0"/>
                            </p:stCondLst>
                            <p:childTnLst>
                              <p:par>
                                <p:cTn id="85" presetID="16" presetClass="entr" presetSubtype="37" fill="hold" grpId="0" nodeType="clickEffect">
                                  <p:stCondLst>
                                    <p:cond delay="0"/>
                                  </p:stCondLst>
                                  <p:childTnLst>
                                    <p:set>
                                      <p:cBhvr>
                                        <p:cTn id="86" dur="1" fill="hold">
                                          <p:stCondLst>
                                            <p:cond delay="0"/>
                                          </p:stCondLst>
                                        </p:cTn>
                                        <p:tgtEl>
                                          <p:spTgt spid="180242"/>
                                        </p:tgtEl>
                                        <p:attrNameLst>
                                          <p:attrName>style.visibility</p:attrName>
                                        </p:attrNameLst>
                                      </p:cBhvr>
                                      <p:to>
                                        <p:strVal val="visible"/>
                                      </p:to>
                                    </p:set>
                                    <p:animEffect transition="in" filter="barn(outVertical)">
                                      <p:cBhvr>
                                        <p:cTn id="87" dur="500"/>
                                        <p:tgtEl>
                                          <p:spTgt spid="180242"/>
                                        </p:tgtEl>
                                      </p:cBhvr>
                                    </p:animEffect>
                                  </p:childTnLst>
                                </p:cTn>
                              </p:par>
                            </p:childTnLst>
                          </p:cTn>
                        </p:par>
                      </p:childTnLst>
                    </p:cTn>
                  </p:par>
                  <p:par>
                    <p:cTn id="88" fill="hold">
                      <p:stCondLst>
                        <p:cond delay="indefinite"/>
                      </p:stCondLst>
                      <p:childTnLst>
                        <p:par>
                          <p:cTn id="89" fill="hold">
                            <p:stCondLst>
                              <p:cond delay="0"/>
                            </p:stCondLst>
                            <p:childTnLst>
                              <p:par>
                                <p:cTn id="90" presetID="20" presetClass="entr" presetSubtype="0" fill="hold" grpId="0" nodeType="clickEffect">
                                  <p:stCondLst>
                                    <p:cond delay="0"/>
                                  </p:stCondLst>
                                  <p:childTnLst>
                                    <p:set>
                                      <p:cBhvr>
                                        <p:cTn id="91" dur="1" fill="hold">
                                          <p:stCondLst>
                                            <p:cond delay="0"/>
                                          </p:stCondLst>
                                        </p:cTn>
                                        <p:tgtEl>
                                          <p:spTgt spid="6211"/>
                                        </p:tgtEl>
                                        <p:attrNameLst>
                                          <p:attrName>style.visibility</p:attrName>
                                        </p:attrNameLst>
                                      </p:cBhvr>
                                      <p:to>
                                        <p:strVal val="visible"/>
                                      </p:to>
                                    </p:set>
                                    <p:animEffect transition="in" filter="wedge">
                                      <p:cBhvr>
                                        <p:cTn id="92" dur="500"/>
                                        <p:tgtEl>
                                          <p:spTgt spid="621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80244"/>
                                        </p:tgtEl>
                                        <p:attrNameLst>
                                          <p:attrName>style.visibility</p:attrName>
                                        </p:attrNameLst>
                                      </p:cBhvr>
                                      <p:to>
                                        <p:strVal val="visible"/>
                                      </p:to>
                                    </p:set>
                                    <p:animEffect transition="in" filter="wipe(left)">
                                      <p:cBhvr>
                                        <p:cTn id="97" dur="500"/>
                                        <p:tgtEl>
                                          <p:spTgt spid="180244"/>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6219"/>
                                        </p:tgtEl>
                                        <p:attrNameLst>
                                          <p:attrName>style.visibility</p:attrName>
                                        </p:attrNameLst>
                                      </p:cBhvr>
                                      <p:to>
                                        <p:strVal val="visible"/>
                                      </p:to>
                                    </p:set>
                                    <p:animEffect transition="in" filter="wipe(left)">
                                      <p:cBhvr>
                                        <p:cTn id="100" dur="500"/>
                                        <p:tgtEl>
                                          <p:spTgt spid="6219"/>
                                        </p:tgtEl>
                                      </p:cBhvr>
                                    </p:animEffect>
                                  </p:childTnLst>
                                </p:cTn>
                              </p:par>
                            </p:childTnLst>
                          </p:cTn>
                        </p:par>
                      </p:childTnLst>
                    </p:cTn>
                  </p:par>
                  <p:par>
                    <p:cTn id="101" fill="hold">
                      <p:stCondLst>
                        <p:cond delay="indefinite"/>
                      </p:stCondLst>
                      <p:childTnLst>
                        <p:par>
                          <p:cTn id="102" fill="hold">
                            <p:stCondLst>
                              <p:cond delay="0"/>
                            </p:stCondLst>
                            <p:childTnLst>
                              <p:par>
                                <p:cTn id="103" presetID="16" presetClass="entr" presetSubtype="26" fill="hold" grpId="0" nodeType="clickEffect">
                                  <p:stCondLst>
                                    <p:cond delay="0"/>
                                  </p:stCondLst>
                                  <p:childTnLst>
                                    <p:set>
                                      <p:cBhvr>
                                        <p:cTn id="104" dur="1" fill="hold">
                                          <p:stCondLst>
                                            <p:cond delay="0"/>
                                          </p:stCondLst>
                                        </p:cTn>
                                        <p:tgtEl>
                                          <p:spTgt spid="180243"/>
                                        </p:tgtEl>
                                        <p:attrNameLst>
                                          <p:attrName>style.visibility</p:attrName>
                                        </p:attrNameLst>
                                      </p:cBhvr>
                                      <p:to>
                                        <p:strVal val="visible"/>
                                      </p:to>
                                    </p:set>
                                    <p:animEffect transition="in" filter="barn(inHorizontal)">
                                      <p:cBhvr>
                                        <p:cTn id="105" dur="500"/>
                                        <p:tgtEl>
                                          <p:spTgt spid="180243"/>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180245"/>
                                        </p:tgtEl>
                                        <p:attrNameLst>
                                          <p:attrName>style.visibility</p:attrName>
                                        </p:attrNameLst>
                                      </p:cBhvr>
                                      <p:to>
                                        <p:strVal val="visible"/>
                                      </p:to>
                                    </p:set>
                                    <p:animEffect transition="in" filter="wipe(left)">
                                      <p:cBhvr>
                                        <p:cTn id="110" dur="500"/>
                                        <p:tgtEl>
                                          <p:spTgt spid="180245"/>
                                        </p:tgtEl>
                                      </p:cBhvr>
                                    </p:animEffect>
                                  </p:childTnLst>
                                </p:cTn>
                              </p:par>
                            </p:childTnLst>
                          </p:cTn>
                        </p:par>
                        <p:par>
                          <p:cTn id="111" fill="hold">
                            <p:stCondLst>
                              <p:cond delay="500"/>
                            </p:stCondLst>
                            <p:childTnLst>
                              <p:par>
                                <p:cTn id="112" presetID="22" presetClass="entr" presetSubtype="8" fill="hold" grpId="0" nodeType="afterEffect">
                                  <p:stCondLst>
                                    <p:cond delay="0"/>
                                  </p:stCondLst>
                                  <p:childTnLst>
                                    <p:set>
                                      <p:cBhvr>
                                        <p:cTn id="113" dur="1" fill="hold">
                                          <p:stCondLst>
                                            <p:cond delay="0"/>
                                          </p:stCondLst>
                                        </p:cTn>
                                        <p:tgtEl>
                                          <p:spTgt spid="180247"/>
                                        </p:tgtEl>
                                        <p:attrNameLst>
                                          <p:attrName>style.visibility</p:attrName>
                                        </p:attrNameLst>
                                      </p:cBhvr>
                                      <p:to>
                                        <p:strVal val="visible"/>
                                      </p:to>
                                    </p:set>
                                    <p:animEffect transition="in" filter="wipe(left)">
                                      <p:cBhvr>
                                        <p:cTn id="114" dur="500"/>
                                        <p:tgtEl>
                                          <p:spTgt spid="180247"/>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180246"/>
                                        </p:tgtEl>
                                        <p:attrNameLst>
                                          <p:attrName>style.visibility</p:attrName>
                                        </p:attrNameLst>
                                      </p:cBhvr>
                                      <p:to>
                                        <p:strVal val="visible"/>
                                      </p:to>
                                    </p:set>
                                    <p:animEffect transition="in" filter="wipe(left)">
                                      <p:cBhvr>
                                        <p:cTn id="119" dur="500"/>
                                        <p:tgtEl>
                                          <p:spTgt spid="180246"/>
                                        </p:tgtEl>
                                      </p:cBhvr>
                                    </p:animEffect>
                                  </p:childTnLst>
                                </p:cTn>
                              </p:par>
                            </p:childTnLst>
                          </p:cTn>
                        </p:par>
                        <p:par>
                          <p:cTn id="120" fill="hold">
                            <p:stCondLst>
                              <p:cond delay="500"/>
                            </p:stCondLst>
                            <p:childTnLst>
                              <p:par>
                                <p:cTn id="121" presetID="22" presetClass="entr" presetSubtype="8" fill="hold" grpId="0" nodeType="afterEffect">
                                  <p:stCondLst>
                                    <p:cond delay="0"/>
                                  </p:stCondLst>
                                  <p:childTnLst>
                                    <p:set>
                                      <p:cBhvr>
                                        <p:cTn id="122" dur="1" fill="hold">
                                          <p:stCondLst>
                                            <p:cond delay="0"/>
                                          </p:stCondLst>
                                        </p:cTn>
                                        <p:tgtEl>
                                          <p:spTgt spid="180248"/>
                                        </p:tgtEl>
                                        <p:attrNameLst>
                                          <p:attrName>style.visibility</p:attrName>
                                        </p:attrNameLst>
                                      </p:cBhvr>
                                      <p:to>
                                        <p:strVal val="visible"/>
                                      </p:to>
                                    </p:set>
                                    <p:animEffect transition="in" filter="wipe(left)">
                                      <p:cBhvr>
                                        <p:cTn id="123" dur="500"/>
                                        <p:tgtEl>
                                          <p:spTgt spid="180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9" grpId="0" bldLvl="0" animBg="1"/>
      <p:bldP spid="22603" grpId="0"/>
      <p:bldP spid="22604" grpId="0"/>
      <p:bldP spid="22605" grpId="0"/>
      <p:bldP spid="180226" grpId="0"/>
      <p:bldP spid="6211" grpId="0" bldLvl="0" animBg="1"/>
      <p:bldP spid="180242" grpId="0" bldLvl="0" animBg="1"/>
      <p:bldP spid="180243" grpId="0" bldLvl="0" animBg="1"/>
      <p:bldP spid="180247" grpId="0"/>
      <p:bldP spid="180248" grpId="0"/>
      <p:bldP spid="6219" grpId="0"/>
      <p:bldP spid="28673" grpId="0" bldLvl="0" animBg="1"/>
      <p:bldP spid="28679" grpId="0" bldLvl="0" animBg="1"/>
      <p:bldP spid="28682" grpId="0"/>
      <p:bldP spid="28683" grpId="0"/>
      <p:bldP spid="28673" grpId="1" animBg="1"/>
      <p:bldP spid="28679" grpId="1" animBg="1"/>
      <p:bldP spid="28682" grpId="1"/>
      <p:bldP spid="2868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1430020" cy="396875"/>
            <a:chOff x="818" y="139"/>
            <a:chExt cx="4457"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驻波</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驻波</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41996" name="AutoShape 13" descr="羊皮纸"/>
          <p:cNvSpPr/>
          <p:nvPr/>
        </p:nvSpPr>
        <p:spPr>
          <a:xfrm>
            <a:off x="179705" y="981075"/>
            <a:ext cx="8839200" cy="1181100"/>
          </a:xfrm>
          <a:prstGeom prst="roundRect">
            <a:avLst>
              <a:gd name="adj" fmla="val 16667"/>
            </a:avLst>
          </a:prstGeom>
          <a:blipFill rotWithShape="1">
            <a:blip r:embed="rId1"/>
          </a:blipFill>
          <a:ln w="38100" cap="rnd" cmpd="dbl">
            <a:solidFill>
              <a:srgbClr val="0000FF"/>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1997" name="Rectangle 14"/>
          <p:cNvSpPr/>
          <p:nvPr/>
        </p:nvSpPr>
        <p:spPr>
          <a:xfrm>
            <a:off x="179705" y="1083628"/>
            <a:ext cx="8915400" cy="902970"/>
          </a:xfrm>
          <a:prstGeom prst="rect">
            <a:avLst/>
          </a:prstGeom>
          <a:noFill/>
          <a:ln w="9525">
            <a:noFill/>
          </a:ln>
        </p:spPr>
        <p:txBody>
          <a:bodyPr anchor="ctr" anchorCtr="0">
            <a:spAutoFit/>
          </a:bodyPr>
          <a:p>
            <a:pPr indent="266700">
              <a:lnSpc>
                <a:spcPct val="110000"/>
              </a:lnSpc>
            </a:pPr>
            <a:r>
              <a:rPr lang="zh-CN" altLang="en-US" sz="2400" b="1" dirty="0">
                <a:solidFill>
                  <a:srgbClr val="000000"/>
                </a:solidFill>
                <a:latin typeface="华文中宋" panose="02010600040101010101" pitchFamily="2" charset="-122"/>
                <a:ea typeface="华文中宋" panose="02010600040101010101" pitchFamily="2" charset="-122"/>
              </a:rPr>
              <a:t>　 驻波是由在同一介质的同一直线上沿相反方向传播两列振幅相同的相干波</a:t>
            </a:r>
            <a:r>
              <a:rPr lang="en-US" altLang="zh-CN" sz="2400" b="1" dirty="0">
                <a:solidFill>
                  <a:srgbClr val="000000"/>
                </a:solidFill>
                <a:latin typeface="华文中宋" panose="02010600040101010101" pitchFamily="2" charset="-122"/>
                <a:ea typeface="华文中宋" panose="02010600040101010101" pitchFamily="2" charset="-122"/>
              </a:rPr>
              <a:t>(</a:t>
            </a:r>
            <a:r>
              <a:rPr lang="zh-CN" altLang="en-US" sz="2400" b="1" dirty="0">
                <a:solidFill>
                  <a:srgbClr val="000000"/>
                </a:solidFill>
                <a:latin typeface="华文中宋" panose="02010600040101010101" pitchFamily="2" charset="-122"/>
                <a:ea typeface="华文中宋" panose="02010600040101010101" pitchFamily="2" charset="-122"/>
              </a:rPr>
              <a:t>三个条件</a:t>
            </a:r>
            <a:r>
              <a:rPr lang="en-US" altLang="zh-CN" sz="2400" b="1" dirty="0">
                <a:solidFill>
                  <a:srgbClr val="000000"/>
                </a:solidFill>
                <a:latin typeface="华文中宋" panose="02010600040101010101" pitchFamily="2" charset="-122"/>
                <a:ea typeface="华文中宋" panose="02010600040101010101" pitchFamily="2" charset="-122"/>
              </a:rPr>
              <a:t>)</a:t>
            </a:r>
            <a:r>
              <a:rPr lang="zh-CN" altLang="en-US" sz="2400" b="1" dirty="0">
                <a:solidFill>
                  <a:srgbClr val="000000"/>
                </a:solidFill>
                <a:latin typeface="华文中宋" panose="02010600040101010101" pitchFamily="2" charset="-122"/>
                <a:ea typeface="华文中宋" panose="02010600040101010101" pitchFamily="2" charset="-122"/>
              </a:rPr>
              <a:t>叠加后形成的一种特殊的振动。</a:t>
            </a:r>
            <a:endParaRPr lang="zh-CN" altLang="en-US" sz="2400" b="1" dirty="0">
              <a:solidFill>
                <a:srgbClr val="000000"/>
              </a:solidFill>
              <a:latin typeface="华文中宋" panose="02010600040101010101" pitchFamily="2" charset="-122"/>
              <a:ea typeface="华文中宋" panose="02010600040101010101" pitchFamily="2" charset="-122"/>
            </a:endParaRPr>
          </a:p>
        </p:txBody>
      </p:sp>
      <p:grpSp>
        <p:nvGrpSpPr>
          <p:cNvPr id="43009" name="组合 121"/>
          <p:cNvGrpSpPr/>
          <p:nvPr/>
        </p:nvGrpSpPr>
        <p:grpSpPr>
          <a:xfrm>
            <a:off x="838200" y="2210435"/>
            <a:ext cx="7620000" cy="585788"/>
            <a:chOff x="2860874" y="967048"/>
            <a:chExt cx="3569241" cy="841772"/>
          </a:xfrm>
        </p:grpSpPr>
        <p:sp>
          <p:nvSpPr>
            <p:cNvPr id="43010" name="AutoShape 2"/>
            <p:cNvSpPr/>
            <p:nvPr/>
          </p:nvSpPr>
          <p:spPr>
            <a:xfrm>
              <a:off x="2860874" y="967048"/>
              <a:ext cx="3547330" cy="841772"/>
            </a:xfrm>
            <a:prstGeom prst="roundRect">
              <a:avLst>
                <a:gd name="adj" fmla="val 50000"/>
              </a:avLst>
            </a:prstGeom>
            <a:gradFill rotWithShape="1">
              <a:gsLst>
                <a:gs pos="0">
                  <a:srgbClr val="2C3554"/>
                </a:gs>
                <a:gs pos="100000">
                  <a:srgbClr val="5F73B5"/>
                </a:gs>
              </a:gsLst>
              <a:lin ang="5400000" scaled="1"/>
              <a:tileRect/>
            </a:gradFill>
            <a:ln w="57150" cap="flat" cmpd="thickThin">
              <a:solidFill>
                <a:srgbClr val="DDDDDD"/>
              </a:solidFill>
              <a:prstDash val="solid"/>
              <a:round/>
              <a:headEnd type="none" w="med" len="med"/>
              <a:tailEnd type="none" w="med" len="med"/>
            </a:ln>
          </p:spPr>
          <p:txBody>
            <a:bodyPr wrap="none" anchor="ctr" anchorCtr="0"/>
            <a:p>
              <a:pPr algn="ctr">
                <a:lnSpc>
                  <a:spcPct val="85000"/>
                </a:lnSpc>
              </a:pPr>
              <a:endParaRPr lang="zh-CN" altLang="en-US" sz="2800" dirty="0">
                <a:solidFill>
                  <a:srgbClr val="FFFF66"/>
                </a:solidFill>
                <a:latin typeface="汉仪超粗宋简" pitchFamily="49" charset="-122"/>
                <a:ea typeface="汉仪超粗宋简" pitchFamily="49" charset="-122"/>
              </a:endParaRPr>
            </a:p>
          </p:txBody>
        </p:sp>
        <p:sp>
          <p:nvSpPr>
            <p:cNvPr id="43011" name="Rectangle 13"/>
            <p:cNvSpPr/>
            <p:nvPr/>
          </p:nvSpPr>
          <p:spPr>
            <a:xfrm>
              <a:off x="2952336" y="1051454"/>
              <a:ext cx="3477779" cy="656992"/>
            </a:xfrm>
            <a:prstGeom prst="rect">
              <a:avLst/>
            </a:prstGeom>
            <a:noFill/>
            <a:ln w="9525">
              <a:noFill/>
            </a:ln>
          </p:spPr>
          <p:txBody>
            <a:bodyPr anchor="t" anchorCtr="0">
              <a:spAutoFit/>
            </a:bodyPr>
            <a:p>
              <a:pPr eaLnBrk="0" hangingPunct="0">
                <a:lnSpc>
                  <a:spcPct val="85000"/>
                </a:lnSpc>
              </a:pPr>
              <a:r>
                <a:rPr lang="en-US" altLang="zh-CN" sz="2800" dirty="0">
                  <a:solidFill>
                    <a:srgbClr val="FFFF00"/>
                  </a:solidFill>
                  <a:latin typeface="汉仪超粗宋简" pitchFamily="49" charset="-122"/>
                  <a:ea typeface="汉仪超粗宋简" pitchFamily="49" charset="-122"/>
                </a:rPr>
                <a:t>1</a:t>
              </a:r>
              <a:r>
                <a:rPr lang="zh-CN" altLang="en-US" sz="2800" dirty="0">
                  <a:solidFill>
                    <a:srgbClr val="FFFF00"/>
                  </a:solidFill>
                  <a:latin typeface="汉仪超粗宋简" pitchFamily="49" charset="-122"/>
                  <a:ea typeface="汉仪超粗宋简" pitchFamily="49" charset="-122"/>
                </a:rPr>
                <a:t>、驻波的产生</a:t>
              </a:r>
              <a:endParaRPr lang="en-US" altLang="zh-CN" sz="2800" dirty="0">
                <a:solidFill>
                  <a:srgbClr val="FFFF00"/>
                </a:solidFill>
                <a:latin typeface="汉仪超粗宋简" pitchFamily="49" charset="-122"/>
                <a:ea typeface="汉仪超粗宋简" pitchFamily="49" charset="-122"/>
              </a:endParaRPr>
            </a:p>
          </p:txBody>
        </p:sp>
      </p:grpSp>
      <p:sp>
        <p:nvSpPr>
          <p:cNvPr id="43012" name="Rectangle 5"/>
          <p:cNvSpPr/>
          <p:nvPr/>
        </p:nvSpPr>
        <p:spPr>
          <a:xfrm>
            <a:off x="3423285" y="2224723"/>
            <a:ext cx="4805680" cy="521970"/>
          </a:xfrm>
          <a:prstGeom prst="rect">
            <a:avLst/>
          </a:prstGeom>
          <a:noFill/>
          <a:ln w="9525">
            <a:noFill/>
          </a:ln>
        </p:spPr>
        <p:txBody>
          <a:bodyPr wrap="none" anchor="t" anchorCtr="0">
            <a:spAutoFit/>
          </a:bodyPr>
          <a:p>
            <a:pPr algn="ctr"/>
            <a:r>
              <a:rPr lang="zh-CN" altLang="en-US" sz="2800" dirty="0">
                <a:solidFill>
                  <a:srgbClr val="FFFF66"/>
                </a:solidFill>
                <a:latin typeface="Times New Roman" panose="02020603050405020304" pitchFamily="18" charset="0"/>
                <a:ea typeface="汉仪超粗宋简" pitchFamily="49" charset="-122"/>
              </a:rPr>
              <a:t>（选择某波腹处为坐标原点）</a:t>
            </a:r>
            <a:endParaRPr lang="zh-CN" altLang="en-US" sz="2800" dirty="0">
              <a:solidFill>
                <a:srgbClr val="FFFF66"/>
              </a:solidFill>
              <a:latin typeface="Times New Roman" panose="02020603050405020304" pitchFamily="18" charset="0"/>
              <a:ea typeface="汉仪超粗宋简" pitchFamily="49" charset="-122"/>
            </a:endParaRPr>
          </a:p>
        </p:txBody>
      </p:sp>
      <p:grpSp>
        <p:nvGrpSpPr>
          <p:cNvPr id="150534" name="Group 6"/>
          <p:cNvGrpSpPr/>
          <p:nvPr/>
        </p:nvGrpSpPr>
        <p:grpSpPr>
          <a:xfrm>
            <a:off x="609600" y="2820035"/>
            <a:ext cx="7696200" cy="1662113"/>
            <a:chOff x="480" y="2985"/>
            <a:chExt cx="4848" cy="1047"/>
          </a:xfrm>
        </p:grpSpPr>
        <p:sp>
          <p:nvSpPr>
            <p:cNvPr id="43014" name="Line 7"/>
            <p:cNvSpPr/>
            <p:nvPr/>
          </p:nvSpPr>
          <p:spPr>
            <a:xfrm flipV="1">
              <a:off x="1680" y="3120"/>
              <a:ext cx="0" cy="912"/>
            </a:xfrm>
            <a:prstGeom prst="line">
              <a:avLst/>
            </a:prstGeom>
            <a:ln w="28575" cap="flat" cmpd="sng">
              <a:solidFill>
                <a:srgbClr val="990000"/>
              </a:solidFill>
              <a:prstDash val="solid"/>
              <a:round/>
              <a:headEnd type="none" w="med" len="med"/>
              <a:tailEnd type="triangle" w="med" len="med"/>
            </a:ln>
          </p:spPr>
        </p:sp>
        <p:sp>
          <p:nvSpPr>
            <p:cNvPr id="43015" name="Rectangle 8"/>
            <p:cNvSpPr/>
            <p:nvPr/>
          </p:nvSpPr>
          <p:spPr>
            <a:xfrm>
              <a:off x="5100" y="3552"/>
              <a:ext cx="228" cy="327"/>
            </a:xfrm>
            <a:prstGeom prst="rect">
              <a:avLst/>
            </a:prstGeom>
            <a:noFill/>
            <a:ln w="9525">
              <a:noFill/>
            </a:ln>
          </p:spPr>
          <p:txBody>
            <a:bodyPr wrap="none" anchor="t" anchorCtr="0">
              <a:spAutoFit/>
            </a:bodyPr>
            <a:p>
              <a:r>
                <a:rPr lang="en-US" altLang="zh-CN" sz="2800" b="1" i="1" dirty="0">
                  <a:solidFill>
                    <a:srgbClr val="990000"/>
                  </a:solidFill>
                  <a:latin typeface="Times New Roman" panose="02020603050405020304" pitchFamily="18" charset="0"/>
                  <a:ea typeface="宋体" panose="02010600030101010101" pitchFamily="2" charset="-122"/>
                </a:rPr>
                <a:t>x</a:t>
              </a:r>
              <a:endParaRPr lang="zh-CN" altLang="en-US" sz="2800" b="1" i="1" dirty="0">
                <a:solidFill>
                  <a:srgbClr val="990000"/>
                </a:solidFill>
                <a:latin typeface="Times New Roman" panose="02020603050405020304" pitchFamily="18" charset="0"/>
                <a:ea typeface="宋体" panose="02010600030101010101" pitchFamily="2" charset="-122"/>
              </a:endParaRPr>
            </a:p>
          </p:txBody>
        </p:sp>
        <p:sp>
          <p:nvSpPr>
            <p:cNvPr id="43024" name="Line 17"/>
            <p:cNvSpPr/>
            <p:nvPr/>
          </p:nvSpPr>
          <p:spPr>
            <a:xfrm>
              <a:off x="480" y="3600"/>
              <a:ext cx="4848" cy="0"/>
            </a:xfrm>
            <a:prstGeom prst="line">
              <a:avLst/>
            </a:prstGeom>
            <a:ln w="28575" cap="flat" cmpd="sng">
              <a:solidFill>
                <a:srgbClr val="996600"/>
              </a:solidFill>
              <a:prstDash val="solid"/>
              <a:round/>
              <a:headEnd type="none" w="med" len="med"/>
              <a:tailEnd type="triangle" w="med" len="med"/>
            </a:ln>
          </p:spPr>
        </p:sp>
        <p:sp>
          <p:nvSpPr>
            <p:cNvPr id="43025" name="Text Box 18"/>
            <p:cNvSpPr txBox="1"/>
            <p:nvPr/>
          </p:nvSpPr>
          <p:spPr>
            <a:xfrm>
              <a:off x="1392" y="2985"/>
              <a:ext cx="192" cy="327"/>
            </a:xfrm>
            <a:prstGeom prst="rect">
              <a:avLst/>
            </a:prstGeom>
            <a:noFill/>
            <a:ln w="9525">
              <a:noFill/>
            </a:ln>
          </p:spPr>
          <p:txBody>
            <a:bodyPr anchor="t" anchorCtr="0">
              <a:spAutoFit/>
            </a:bodyPr>
            <a:p>
              <a:r>
                <a:rPr lang="en-US" altLang="zh-CN" sz="2800" b="1" i="1" dirty="0">
                  <a:solidFill>
                    <a:srgbClr val="990000"/>
                  </a:solidFill>
                  <a:latin typeface="Times New Roman" panose="02020603050405020304" pitchFamily="18" charset="0"/>
                  <a:ea typeface="宋体" panose="02010600030101010101" pitchFamily="2" charset="-122"/>
                </a:rPr>
                <a:t>y</a:t>
              </a:r>
              <a:endParaRPr lang="en-US" altLang="zh-CN" sz="2800" b="1" i="1" dirty="0">
                <a:solidFill>
                  <a:srgbClr val="990000"/>
                </a:solidFill>
                <a:latin typeface="Times New Roman" panose="02020603050405020304" pitchFamily="18" charset="0"/>
                <a:ea typeface="宋体" panose="02010600030101010101" pitchFamily="2" charset="-122"/>
              </a:endParaRPr>
            </a:p>
          </p:txBody>
        </p:sp>
        <p:sp>
          <p:nvSpPr>
            <p:cNvPr id="43026" name="Text Box 19"/>
            <p:cNvSpPr txBox="1"/>
            <p:nvPr/>
          </p:nvSpPr>
          <p:spPr>
            <a:xfrm>
              <a:off x="1392" y="3552"/>
              <a:ext cx="288" cy="327"/>
            </a:xfrm>
            <a:prstGeom prst="rect">
              <a:avLst/>
            </a:prstGeom>
            <a:noFill/>
            <a:ln w="9525">
              <a:noFill/>
            </a:ln>
          </p:spPr>
          <p:txBody>
            <a:bodyPr anchor="t" anchorCtr="0">
              <a:spAutoFit/>
            </a:bodyPr>
            <a:p>
              <a:r>
                <a:rPr lang="en-US" altLang="zh-CN" sz="2800" b="1" i="1" dirty="0">
                  <a:solidFill>
                    <a:srgbClr val="990000"/>
                  </a:solidFill>
                  <a:latin typeface="Times New Roman" panose="02020603050405020304" pitchFamily="18" charset="0"/>
                  <a:ea typeface="宋体" panose="02010600030101010101" pitchFamily="2" charset="-122"/>
                </a:rPr>
                <a:t>O</a:t>
              </a:r>
              <a:endParaRPr lang="en-US" altLang="zh-CN" sz="2800" b="1" i="1" dirty="0">
                <a:solidFill>
                  <a:srgbClr val="990000"/>
                </a:solidFill>
                <a:latin typeface="Times New Roman" panose="02020603050405020304" pitchFamily="18" charset="0"/>
                <a:ea typeface="宋体" panose="02010600030101010101" pitchFamily="2" charset="-122"/>
              </a:endParaRPr>
            </a:p>
          </p:txBody>
        </p:sp>
      </p:grpSp>
      <p:sp>
        <p:nvSpPr>
          <p:cNvPr id="150548" name="Line 20"/>
          <p:cNvSpPr/>
          <p:nvPr/>
        </p:nvSpPr>
        <p:spPr>
          <a:xfrm>
            <a:off x="3276600" y="3353435"/>
            <a:ext cx="838200" cy="0"/>
          </a:xfrm>
          <a:prstGeom prst="line">
            <a:avLst/>
          </a:prstGeom>
          <a:ln w="38100" cap="flat" cmpd="sng">
            <a:solidFill>
              <a:srgbClr val="0000FF"/>
            </a:solidFill>
            <a:prstDash val="solid"/>
            <a:round/>
            <a:headEnd type="none" w="med" len="med"/>
            <a:tailEnd type="triangle" w="med" len="med"/>
          </a:ln>
        </p:spPr>
      </p:sp>
      <p:sp>
        <p:nvSpPr>
          <p:cNvPr id="150550" name="Line 22"/>
          <p:cNvSpPr/>
          <p:nvPr/>
        </p:nvSpPr>
        <p:spPr>
          <a:xfrm flipH="1">
            <a:off x="5868035" y="4096703"/>
            <a:ext cx="838200" cy="0"/>
          </a:xfrm>
          <a:prstGeom prst="line">
            <a:avLst/>
          </a:prstGeom>
          <a:ln w="66675" cap="flat" cmpd="sng">
            <a:solidFill>
              <a:srgbClr val="FF0000"/>
            </a:solidFill>
            <a:prstDash val="dash"/>
            <a:round/>
            <a:headEnd type="none" w="med" len="med"/>
            <a:tailEnd type="triangle" w="med" len="med"/>
          </a:ln>
        </p:spPr>
      </p:sp>
      <p:sp>
        <p:nvSpPr>
          <p:cNvPr id="43031" name="Rectangle 24"/>
          <p:cNvSpPr/>
          <p:nvPr/>
        </p:nvSpPr>
        <p:spPr>
          <a:xfrm>
            <a:off x="0" y="4496435"/>
            <a:ext cx="9144000" cy="0"/>
          </a:xfrm>
          <a:prstGeom prst="rect">
            <a:avLst/>
          </a:prstGeom>
          <a:noFill/>
          <a:ln w="9525">
            <a:noFill/>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aphicFrame>
        <p:nvGraphicFramePr>
          <p:cNvPr id="150553" name="Object 25"/>
          <p:cNvGraphicFramePr>
            <a:graphicFrameLocks noChangeAspect="1"/>
          </p:cNvGraphicFramePr>
          <p:nvPr/>
        </p:nvGraphicFramePr>
        <p:xfrm>
          <a:off x="4283075" y="4345623"/>
          <a:ext cx="3778250" cy="925512"/>
        </p:xfrm>
        <a:graphic>
          <a:graphicData uri="http://schemas.openxmlformats.org/presentationml/2006/ole">
            <mc:AlternateContent xmlns:mc="http://schemas.openxmlformats.org/markup-compatibility/2006">
              <mc:Choice xmlns:v="urn:schemas-microsoft-com:vml" Requires="v">
                <p:oleObj spid="_x0000_s3205" name="" r:id="rId2" imgW="1625600" imgH="393700" progId="Equation.3">
                  <p:embed/>
                </p:oleObj>
              </mc:Choice>
              <mc:Fallback>
                <p:oleObj name="" r:id="rId2" imgW="1625600" imgH="393700" progId="Equation.3">
                  <p:embed/>
                  <p:pic>
                    <p:nvPicPr>
                      <p:cNvPr id="0" name="图片 3204"/>
                      <p:cNvPicPr/>
                      <p:nvPr/>
                    </p:nvPicPr>
                    <p:blipFill>
                      <a:blip r:embed="rId3"/>
                      <a:stretch>
                        <a:fillRect/>
                      </a:stretch>
                    </p:blipFill>
                    <p:spPr>
                      <a:xfrm>
                        <a:off x="4283075" y="4345623"/>
                        <a:ext cx="3778250" cy="925512"/>
                      </a:xfrm>
                      <a:prstGeom prst="rect">
                        <a:avLst/>
                      </a:prstGeom>
                      <a:noFill/>
                      <a:ln w="38100">
                        <a:noFill/>
                        <a:miter/>
                      </a:ln>
                    </p:spPr>
                  </p:pic>
                </p:oleObj>
              </mc:Fallback>
            </mc:AlternateContent>
          </a:graphicData>
        </a:graphic>
      </p:graphicFrame>
      <p:sp>
        <p:nvSpPr>
          <p:cNvPr id="150554" name="Text Box 26"/>
          <p:cNvSpPr txBox="1"/>
          <p:nvPr/>
        </p:nvSpPr>
        <p:spPr>
          <a:xfrm>
            <a:off x="685800" y="4574223"/>
            <a:ext cx="3373438" cy="519112"/>
          </a:xfrm>
          <a:prstGeom prst="rect">
            <a:avLst/>
          </a:prstGeom>
          <a:noFill/>
          <a:ln w="9525">
            <a:noFill/>
          </a:ln>
        </p:spPr>
        <p:txBody>
          <a:bodyPr anchor="t" anchorCtr="0">
            <a:spAutoFit/>
          </a:bodyPr>
          <a:p>
            <a:pPr>
              <a:spcBef>
                <a:spcPct val="50000"/>
              </a:spcBef>
            </a:pPr>
            <a:r>
              <a:rPr lang="zh-CN" altLang="en-US" sz="2800" b="1" dirty="0">
                <a:solidFill>
                  <a:srgbClr val="000000"/>
                </a:solidFill>
                <a:latin typeface="Times New Roman" panose="02020603050405020304" pitchFamily="18" charset="0"/>
                <a:ea typeface="华文中宋" panose="02010600040101010101" pitchFamily="2" charset="-122"/>
              </a:rPr>
              <a:t>沿</a:t>
            </a:r>
            <a:r>
              <a:rPr lang="en-US" altLang="zh-CN" sz="2800" b="1" i="1" dirty="0">
                <a:solidFill>
                  <a:srgbClr val="000000"/>
                </a:solidFill>
                <a:latin typeface="Times New Roman" panose="02020603050405020304" pitchFamily="18" charset="0"/>
                <a:ea typeface="宋体" panose="02010600030101010101" pitchFamily="2" charset="-122"/>
              </a:rPr>
              <a:t>x </a:t>
            </a:r>
            <a:r>
              <a:rPr lang="zh-CN" altLang="en-US" sz="2800" b="1" dirty="0">
                <a:solidFill>
                  <a:srgbClr val="000000"/>
                </a:solidFill>
                <a:latin typeface="Times New Roman" panose="02020603050405020304" pitchFamily="18" charset="0"/>
                <a:ea typeface="华文中宋" panose="02010600040101010101" pitchFamily="2" charset="-122"/>
              </a:rPr>
              <a:t>轴正向传播的波</a:t>
            </a:r>
            <a:endParaRPr lang="zh-CN" altLang="en-US" sz="2800" b="1" dirty="0">
              <a:solidFill>
                <a:srgbClr val="000000"/>
              </a:solidFill>
              <a:latin typeface="Times New Roman" panose="02020603050405020304" pitchFamily="18" charset="0"/>
              <a:ea typeface="华文中宋" panose="02010600040101010101" pitchFamily="2" charset="-122"/>
            </a:endParaRPr>
          </a:p>
        </p:txBody>
      </p:sp>
      <p:sp>
        <p:nvSpPr>
          <p:cNvPr id="150555" name="Text Box 27"/>
          <p:cNvSpPr txBox="1"/>
          <p:nvPr/>
        </p:nvSpPr>
        <p:spPr>
          <a:xfrm>
            <a:off x="715645" y="5228273"/>
            <a:ext cx="3373438" cy="519112"/>
          </a:xfrm>
          <a:prstGeom prst="rect">
            <a:avLst/>
          </a:prstGeom>
          <a:noFill/>
          <a:ln w="9525">
            <a:noFill/>
          </a:ln>
        </p:spPr>
        <p:txBody>
          <a:bodyPr anchor="t" anchorCtr="0">
            <a:spAutoFit/>
          </a:bodyPr>
          <a:p>
            <a:pPr>
              <a:spcBef>
                <a:spcPct val="50000"/>
              </a:spcBef>
            </a:pPr>
            <a:r>
              <a:rPr lang="zh-CN" altLang="en-US" sz="2800" b="1" dirty="0">
                <a:solidFill>
                  <a:srgbClr val="000000"/>
                </a:solidFill>
                <a:latin typeface="Times New Roman" panose="02020603050405020304" pitchFamily="18" charset="0"/>
                <a:ea typeface="华文中宋" panose="02010600040101010101" pitchFamily="2" charset="-122"/>
              </a:rPr>
              <a:t>沿</a:t>
            </a:r>
            <a:r>
              <a:rPr lang="en-US" altLang="zh-CN" sz="2800" b="1" i="1" dirty="0">
                <a:solidFill>
                  <a:srgbClr val="000000"/>
                </a:solidFill>
                <a:latin typeface="Times New Roman" panose="02020603050405020304" pitchFamily="18" charset="0"/>
                <a:ea typeface="宋体" panose="02010600030101010101" pitchFamily="2" charset="-122"/>
              </a:rPr>
              <a:t>x </a:t>
            </a:r>
            <a:r>
              <a:rPr lang="zh-CN" altLang="en-US" sz="2800" b="1" dirty="0">
                <a:solidFill>
                  <a:srgbClr val="000000"/>
                </a:solidFill>
                <a:latin typeface="Times New Roman" panose="02020603050405020304" pitchFamily="18" charset="0"/>
                <a:ea typeface="华文中宋" panose="02010600040101010101" pitchFamily="2" charset="-122"/>
              </a:rPr>
              <a:t>轴负向传播的波</a:t>
            </a:r>
            <a:endParaRPr lang="zh-CN" altLang="en-US" sz="2800" b="1" dirty="0">
              <a:solidFill>
                <a:srgbClr val="000000"/>
              </a:solidFill>
              <a:latin typeface="Times New Roman" panose="02020603050405020304" pitchFamily="18" charset="0"/>
              <a:ea typeface="华文中宋" panose="02010600040101010101" pitchFamily="2" charset="-122"/>
            </a:endParaRPr>
          </a:p>
        </p:txBody>
      </p:sp>
      <p:sp>
        <p:nvSpPr>
          <p:cNvPr id="43035" name="Rectangle 28"/>
          <p:cNvSpPr/>
          <p:nvPr/>
        </p:nvSpPr>
        <p:spPr>
          <a:xfrm>
            <a:off x="127000" y="4623435"/>
            <a:ext cx="9144000" cy="0"/>
          </a:xfrm>
          <a:prstGeom prst="rect">
            <a:avLst/>
          </a:prstGeom>
          <a:noFill/>
          <a:ln w="9525">
            <a:noFill/>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43036" name="Rectangle 30"/>
          <p:cNvSpPr/>
          <p:nvPr/>
        </p:nvSpPr>
        <p:spPr>
          <a:xfrm>
            <a:off x="0" y="4596448"/>
            <a:ext cx="9144000" cy="0"/>
          </a:xfrm>
          <a:prstGeom prst="rect">
            <a:avLst/>
          </a:prstGeom>
          <a:noFill/>
          <a:ln w="9525">
            <a:noFill/>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50560" name="Text Box 32"/>
          <p:cNvSpPr txBox="1"/>
          <p:nvPr/>
        </p:nvSpPr>
        <p:spPr>
          <a:xfrm>
            <a:off x="685800" y="5804853"/>
            <a:ext cx="1285875" cy="519112"/>
          </a:xfrm>
          <a:prstGeom prst="rect">
            <a:avLst/>
          </a:prstGeom>
          <a:noFill/>
          <a:ln w="9525">
            <a:noFill/>
          </a:ln>
        </p:spPr>
        <p:txBody>
          <a:bodyPr anchor="t" anchorCtr="0">
            <a:spAutoFit/>
          </a:bodyPr>
          <a:p>
            <a:pPr>
              <a:spcBef>
                <a:spcPct val="50000"/>
              </a:spcBef>
            </a:pPr>
            <a:r>
              <a:rPr lang="zh-CN" altLang="en-US" sz="2800" b="1" dirty="0">
                <a:solidFill>
                  <a:srgbClr val="000000"/>
                </a:solidFill>
                <a:latin typeface="Times New Roman" panose="02020603050405020304" pitchFamily="18" charset="0"/>
                <a:ea typeface="华文中宋" panose="02010600040101010101" pitchFamily="2" charset="-122"/>
              </a:rPr>
              <a:t>合成波</a:t>
            </a:r>
            <a:endParaRPr lang="zh-CN" altLang="en-US" sz="2800" b="1" dirty="0">
              <a:solidFill>
                <a:srgbClr val="000000"/>
              </a:solidFill>
              <a:latin typeface="Times New Roman" panose="02020603050405020304" pitchFamily="18" charset="0"/>
              <a:ea typeface="华文中宋" panose="02010600040101010101" pitchFamily="2" charset="-122"/>
            </a:endParaRPr>
          </a:p>
        </p:txBody>
      </p:sp>
      <p:sp>
        <p:nvSpPr>
          <p:cNvPr id="43039" name="Rectangle 33"/>
          <p:cNvSpPr/>
          <p:nvPr/>
        </p:nvSpPr>
        <p:spPr>
          <a:xfrm>
            <a:off x="0" y="4520248"/>
            <a:ext cx="9144000" cy="0"/>
          </a:xfrm>
          <a:prstGeom prst="rect">
            <a:avLst/>
          </a:prstGeom>
          <a:noFill/>
          <a:ln w="9525">
            <a:noFill/>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aphicFrame>
        <p:nvGraphicFramePr>
          <p:cNvPr id="150562" name="Object 34"/>
          <p:cNvGraphicFramePr>
            <a:graphicFrameLocks noChangeAspect="1"/>
          </p:cNvGraphicFramePr>
          <p:nvPr/>
        </p:nvGraphicFramePr>
        <p:xfrm>
          <a:off x="2057083" y="5606257"/>
          <a:ext cx="3673475" cy="931545"/>
        </p:xfrm>
        <a:graphic>
          <a:graphicData uri="http://schemas.openxmlformats.org/presentationml/2006/ole">
            <mc:AlternateContent xmlns:mc="http://schemas.openxmlformats.org/markup-compatibility/2006">
              <mc:Choice xmlns:v="urn:schemas-microsoft-com:vml" Requires="v">
                <p:oleObj spid="_x0000_s3204" name="" r:id="rId4" imgW="1562100" imgH="393700" progId="Equation.3">
                  <p:embed/>
                </p:oleObj>
              </mc:Choice>
              <mc:Fallback>
                <p:oleObj name="" r:id="rId4" imgW="1562100" imgH="393700" progId="Equation.3">
                  <p:embed/>
                  <p:pic>
                    <p:nvPicPr>
                      <p:cNvPr id="0" name="图片 3203"/>
                      <p:cNvPicPr/>
                      <p:nvPr/>
                    </p:nvPicPr>
                    <p:blipFill>
                      <a:blip r:embed="rId5"/>
                      <a:stretch>
                        <a:fillRect/>
                      </a:stretch>
                    </p:blipFill>
                    <p:spPr>
                      <a:xfrm>
                        <a:off x="2057083" y="5606257"/>
                        <a:ext cx="3673475" cy="931545"/>
                      </a:xfrm>
                      <a:prstGeom prst="rect">
                        <a:avLst/>
                      </a:prstGeom>
                      <a:noFill/>
                      <a:ln w="38100">
                        <a:noFill/>
                        <a:miter/>
                      </a:ln>
                    </p:spPr>
                  </p:pic>
                </p:oleObj>
              </mc:Fallback>
            </mc:AlternateContent>
          </a:graphicData>
        </a:graphic>
      </p:graphicFrame>
      <p:graphicFrame>
        <p:nvGraphicFramePr>
          <p:cNvPr id="3" name="Object 25"/>
          <p:cNvGraphicFramePr>
            <a:graphicFrameLocks noChangeAspect="1"/>
          </p:cNvGraphicFramePr>
          <p:nvPr/>
        </p:nvGraphicFramePr>
        <p:xfrm>
          <a:off x="4284345" y="5025073"/>
          <a:ext cx="3835400" cy="923925"/>
        </p:xfrm>
        <a:graphic>
          <a:graphicData uri="http://schemas.openxmlformats.org/presentationml/2006/ole">
            <mc:AlternateContent xmlns:mc="http://schemas.openxmlformats.org/markup-compatibility/2006">
              <mc:Choice xmlns:v="urn:schemas-microsoft-com:vml" Requires="v">
                <p:oleObj spid="_x0000_s3209" name="" r:id="rId6" imgW="1651000" imgH="393700" progId="Equation.3">
                  <p:embed/>
                </p:oleObj>
              </mc:Choice>
              <mc:Fallback>
                <p:oleObj name="" r:id="rId6" imgW="1651000" imgH="393700" progId="Equation.3">
                  <p:embed/>
                  <p:pic>
                    <p:nvPicPr>
                      <p:cNvPr id="0" name="图片 3208"/>
                      <p:cNvPicPr/>
                      <p:nvPr/>
                    </p:nvPicPr>
                    <p:blipFill>
                      <a:blip r:embed="rId7"/>
                      <a:stretch>
                        <a:fillRect/>
                      </a:stretch>
                    </p:blipFill>
                    <p:spPr>
                      <a:xfrm>
                        <a:off x="4284345" y="5025073"/>
                        <a:ext cx="3835400" cy="923925"/>
                      </a:xfrm>
                      <a:prstGeom prst="rect">
                        <a:avLst/>
                      </a:prstGeom>
                      <a:noFill/>
                      <a:ln w="38100">
                        <a:noFill/>
                        <a:miter/>
                      </a:ln>
                    </p:spPr>
                  </p:pic>
                </p:oleObj>
              </mc:Fallback>
            </mc:AlternateContent>
          </a:graphicData>
        </a:graphic>
      </p:graphicFrame>
      <p:graphicFrame>
        <p:nvGraphicFramePr>
          <p:cNvPr id="4" name="Object 25"/>
          <p:cNvGraphicFramePr>
            <a:graphicFrameLocks noChangeAspect="1"/>
          </p:cNvGraphicFramePr>
          <p:nvPr/>
        </p:nvGraphicFramePr>
        <p:xfrm>
          <a:off x="5148580" y="2834005"/>
          <a:ext cx="3727450" cy="647700"/>
        </p:xfrm>
        <a:graphic>
          <a:graphicData uri="http://schemas.openxmlformats.org/presentationml/2006/ole">
            <mc:AlternateContent xmlns:mc="http://schemas.openxmlformats.org/markup-compatibility/2006">
              <mc:Choice xmlns:v="urn:schemas-microsoft-com:vml" Requires="v">
                <p:oleObj spid="_x0000_s3208" name="" r:id="rId8" imgW="2286000" imgH="393700" progId="Equation.3">
                  <p:embed/>
                </p:oleObj>
              </mc:Choice>
              <mc:Fallback>
                <p:oleObj name="" r:id="rId8" imgW="2286000" imgH="393700" progId="Equation.3">
                  <p:embed/>
                  <p:pic>
                    <p:nvPicPr>
                      <p:cNvPr id="0" name="图片 3207"/>
                      <p:cNvPicPr/>
                      <p:nvPr/>
                    </p:nvPicPr>
                    <p:blipFill>
                      <a:blip r:embed="rId9"/>
                      <a:stretch>
                        <a:fillRect/>
                      </a:stretch>
                    </p:blipFill>
                    <p:spPr>
                      <a:xfrm>
                        <a:off x="5148580" y="2834005"/>
                        <a:ext cx="3727450" cy="647700"/>
                      </a:xfrm>
                      <a:prstGeom prst="rect">
                        <a:avLst/>
                      </a:prstGeom>
                      <a:solidFill>
                        <a:srgbClr val="FFFF00"/>
                      </a:solidFill>
                      <a:ln w="38100">
                        <a:noFill/>
                        <a:miter/>
                      </a:ln>
                    </p:spPr>
                  </p:pic>
                </p:oleObj>
              </mc:Fallback>
            </mc:AlternateContent>
          </a:graphicData>
        </a:graphic>
      </p:graphicFrame>
      <p:grpSp>
        <p:nvGrpSpPr>
          <p:cNvPr id="7" name="组合 6"/>
          <p:cNvGrpSpPr/>
          <p:nvPr/>
        </p:nvGrpSpPr>
        <p:grpSpPr>
          <a:xfrm>
            <a:off x="683260" y="3492000"/>
            <a:ext cx="7315200" cy="609600"/>
            <a:chOff x="1280" y="10897"/>
            <a:chExt cx="11520" cy="960"/>
          </a:xfrm>
        </p:grpSpPr>
        <p:sp>
          <p:nvSpPr>
            <p:cNvPr id="2" name="Freeform 13"/>
            <p:cNvSpPr/>
            <p:nvPr/>
          </p:nvSpPr>
          <p:spPr>
            <a:xfrm>
              <a:off x="1280" y="10897"/>
              <a:ext cx="3840" cy="96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28575" cap="flat" cmpd="sng">
              <a:solidFill>
                <a:srgbClr val="0033CC"/>
              </a:solidFill>
              <a:prstDash val="solid"/>
              <a:round/>
              <a:headEnd type="none" w="med" len="med"/>
              <a:tailEnd type="none" w="med" len="med"/>
            </a:ln>
          </p:spPr>
          <p:txBody>
            <a:bodyPr/>
            <a:p>
              <a:endParaRPr lang="zh-CN" altLang="en-US"/>
            </a:p>
          </p:txBody>
        </p:sp>
        <p:sp>
          <p:nvSpPr>
            <p:cNvPr id="5" name="Freeform 10"/>
            <p:cNvSpPr/>
            <p:nvPr/>
          </p:nvSpPr>
          <p:spPr>
            <a:xfrm>
              <a:off x="5120" y="10897"/>
              <a:ext cx="3840" cy="96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28575" cap="flat" cmpd="sng">
              <a:solidFill>
                <a:srgbClr val="0033CC"/>
              </a:solidFill>
              <a:prstDash val="solid"/>
              <a:round/>
              <a:headEnd type="none" w="med" len="med"/>
              <a:tailEnd type="none" w="med" len="med"/>
            </a:ln>
          </p:spPr>
          <p:txBody>
            <a:bodyPr/>
            <a:p>
              <a:endParaRPr lang="zh-CN" altLang="en-US"/>
            </a:p>
          </p:txBody>
        </p:sp>
        <p:sp>
          <p:nvSpPr>
            <p:cNvPr id="6" name="Freeform 11"/>
            <p:cNvSpPr/>
            <p:nvPr/>
          </p:nvSpPr>
          <p:spPr>
            <a:xfrm>
              <a:off x="8960" y="10897"/>
              <a:ext cx="3840" cy="96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28575" cap="flat" cmpd="sng">
              <a:solidFill>
                <a:srgbClr val="0033CC"/>
              </a:solidFill>
              <a:prstDash val="solid"/>
              <a:round/>
              <a:headEnd type="none" w="med" len="med"/>
              <a:tailEnd type="none" w="med" len="med"/>
            </a:ln>
          </p:spPr>
          <p:txBody>
            <a:bodyPr/>
            <a:p>
              <a:endParaRPr lang="zh-CN" altLang="en-US"/>
            </a:p>
          </p:txBody>
        </p:sp>
      </p:grpSp>
      <p:grpSp>
        <p:nvGrpSpPr>
          <p:cNvPr id="11" name="组合 10"/>
          <p:cNvGrpSpPr/>
          <p:nvPr/>
        </p:nvGrpSpPr>
        <p:grpSpPr>
          <a:xfrm>
            <a:off x="1902810" y="3455683"/>
            <a:ext cx="7339330" cy="637222"/>
            <a:chOff x="4920" y="12618"/>
            <a:chExt cx="11558" cy="1003"/>
          </a:xfrm>
        </p:grpSpPr>
        <p:sp>
          <p:nvSpPr>
            <p:cNvPr id="8" name="Freeform 14"/>
            <p:cNvSpPr/>
            <p:nvPr/>
          </p:nvSpPr>
          <p:spPr>
            <a:xfrm flipV="1">
              <a:off x="12638" y="12661"/>
              <a:ext cx="3840" cy="96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69850" cap="flat" cmpd="sng">
              <a:solidFill>
                <a:srgbClr val="FF0000"/>
              </a:solidFill>
              <a:prstDash val="dash"/>
              <a:round/>
              <a:headEnd type="none" w="med" len="med"/>
              <a:tailEnd type="none" w="med" len="med"/>
            </a:ln>
          </p:spPr>
          <p:txBody>
            <a:bodyPr/>
            <a:p>
              <a:endParaRPr lang="zh-CN" altLang="en-US"/>
            </a:p>
          </p:txBody>
        </p:sp>
        <p:sp>
          <p:nvSpPr>
            <p:cNvPr id="9" name="Freeform 15"/>
            <p:cNvSpPr/>
            <p:nvPr/>
          </p:nvSpPr>
          <p:spPr>
            <a:xfrm flipV="1">
              <a:off x="4920" y="12618"/>
              <a:ext cx="3840" cy="96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69850" cap="flat" cmpd="sng">
              <a:solidFill>
                <a:srgbClr val="FF0000"/>
              </a:solidFill>
              <a:prstDash val="dash"/>
              <a:round/>
              <a:headEnd type="none" w="med" len="med"/>
              <a:tailEnd type="none" w="med" len="med"/>
            </a:ln>
          </p:spPr>
          <p:txBody>
            <a:bodyPr/>
            <a:p>
              <a:endParaRPr lang="zh-CN" altLang="en-US"/>
            </a:p>
          </p:txBody>
        </p:sp>
        <p:sp>
          <p:nvSpPr>
            <p:cNvPr id="10" name="Freeform 16"/>
            <p:cNvSpPr/>
            <p:nvPr/>
          </p:nvSpPr>
          <p:spPr>
            <a:xfrm flipV="1">
              <a:off x="8760" y="12618"/>
              <a:ext cx="3840" cy="96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69850" cap="flat" cmpd="sng">
              <a:solidFill>
                <a:srgbClr val="FF0000"/>
              </a:solidFill>
              <a:prstDash val="dash"/>
              <a:round/>
              <a:headEnd type="none" w="med" len="med"/>
              <a:tailEnd type="none" w="med" len="med"/>
            </a:ln>
          </p:spPr>
          <p:txBody>
            <a:bodyPr/>
            <a:p>
              <a:endParaRPr lang="zh-CN" altLang="en-US"/>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96"/>
                                        </p:tgtEl>
                                        <p:attrNameLst>
                                          <p:attrName>style.visibility</p:attrName>
                                        </p:attrNameLst>
                                      </p:cBhvr>
                                      <p:to>
                                        <p:strVal val="visible"/>
                                      </p:to>
                                    </p:set>
                                    <p:animEffect transition="in" filter="wipe(left)">
                                      <p:cBhvr>
                                        <p:cTn id="7" dur="500"/>
                                        <p:tgtEl>
                                          <p:spTgt spid="4199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1997"/>
                                        </p:tgtEl>
                                        <p:attrNameLst>
                                          <p:attrName>style.visibility</p:attrName>
                                        </p:attrNameLst>
                                      </p:cBhvr>
                                      <p:to>
                                        <p:strVal val="visible"/>
                                      </p:to>
                                    </p:set>
                                    <p:animEffect transition="in" filter="wipe(left)">
                                      <p:cBhvr>
                                        <p:cTn id="11" dur="500"/>
                                        <p:tgtEl>
                                          <p:spTgt spid="4199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3009"/>
                                        </p:tgtEl>
                                        <p:attrNameLst>
                                          <p:attrName>style.visibility</p:attrName>
                                        </p:attrNameLst>
                                      </p:cBhvr>
                                      <p:to>
                                        <p:strVal val="visible"/>
                                      </p:to>
                                    </p:set>
                                    <p:animEffect transition="in" filter="wipe(left)">
                                      <p:cBhvr>
                                        <p:cTn id="16" dur="500"/>
                                        <p:tgtEl>
                                          <p:spTgt spid="4300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3012"/>
                                        </p:tgtEl>
                                        <p:attrNameLst>
                                          <p:attrName>style.visibility</p:attrName>
                                        </p:attrNameLst>
                                      </p:cBhvr>
                                      <p:to>
                                        <p:strVal val="visible"/>
                                      </p:to>
                                    </p:set>
                                    <p:animEffect transition="in" filter="wipe(left)">
                                      <p:cBhvr>
                                        <p:cTn id="21" dur="500"/>
                                        <p:tgtEl>
                                          <p:spTgt spid="43012"/>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32" fill="hold" nodeType="clickEffect">
                                  <p:stCondLst>
                                    <p:cond delay="0"/>
                                  </p:stCondLst>
                                  <p:childTnLst>
                                    <p:set>
                                      <p:cBhvr>
                                        <p:cTn id="25" dur="1" fill="hold">
                                          <p:stCondLst>
                                            <p:cond delay="0"/>
                                          </p:stCondLst>
                                        </p:cTn>
                                        <p:tgtEl>
                                          <p:spTgt spid="150534"/>
                                        </p:tgtEl>
                                        <p:attrNameLst>
                                          <p:attrName>style.visibility</p:attrName>
                                        </p:attrNameLst>
                                      </p:cBhvr>
                                      <p:to>
                                        <p:strVal val="visible"/>
                                      </p:to>
                                    </p:set>
                                    <p:animEffect transition="in" filter="diamond(out)">
                                      <p:cBhvr>
                                        <p:cTn id="26" dur="1000"/>
                                        <p:tgtEl>
                                          <p:spTgt spid="15053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0554"/>
                                        </p:tgtEl>
                                        <p:attrNameLst>
                                          <p:attrName>style.visibility</p:attrName>
                                        </p:attrNameLst>
                                      </p:cBhvr>
                                      <p:to>
                                        <p:strVal val="visible"/>
                                      </p:to>
                                    </p:set>
                                    <p:animEffect transition="in" filter="wipe(left)">
                                      <p:cBhvr>
                                        <p:cTn id="31" dur="2000"/>
                                        <p:tgtEl>
                                          <p:spTgt spid="15055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50553"/>
                                        </p:tgtEl>
                                        <p:attrNameLst>
                                          <p:attrName>style.visibility</p:attrName>
                                        </p:attrNameLst>
                                      </p:cBhvr>
                                      <p:to>
                                        <p:strVal val="visible"/>
                                      </p:to>
                                    </p:set>
                                    <p:animEffect transition="in" filter="wipe(left)">
                                      <p:cBhvr>
                                        <p:cTn id="36" dur="500"/>
                                        <p:tgtEl>
                                          <p:spTgt spid="15055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2000" fill="hold">
                                          <p:stCondLst>
                                            <p:cond delay="0"/>
                                          </p:stCondLst>
                                        </p:cTn>
                                        <p:tgtEl>
                                          <p:spTgt spid="7"/>
                                        </p:tgtEl>
                                        <p:attrNameLst>
                                          <p:attrName>style.visibility</p:attrName>
                                        </p:attrNameLst>
                                      </p:cBhvr>
                                      <p:to>
                                        <p:strVal val="visible"/>
                                      </p:to>
                                    </p:set>
                                    <p:animEffect transition="in" filter="wipe(left)">
                                      <p:cBhvr>
                                        <p:cTn id="41" dur="2000"/>
                                        <p:tgtEl>
                                          <p:spTgt spid="7"/>
                                        </p:tgtEl>
                                      </p:cBhvr>
                                    </p:animEffect>
                                  </p:childTnLst>
                                </p:cTn>
                              </p:par>
                            </p:childTnLst>
                          </p:cTn>
                        </p:par>
                        <p:par>
                          <p:cTn id="42" fill="hold">
                            <p:stCondLst>
                              <p:cond delay="2000"/>
                            </p:stCondLst>
                            <p:childTnLst>
                              <p:par>
                                <p:cTn id="43" presetID="22" presetClass="entr" presetSubtype="8" fill="hold" nodeType="afterEffect">
                                  <p:stCondLst>
                                    <p:cond delay="0"/>
                                  </p:stCondLst>
                                  <p:childTnLst>
                                    <p:set>
                                      <p:cBhvr>
                                        <p:cTn id="44" dur="1" fill="hold">
                                          <p:stCondLst>
                                            <p:cond delay="0"/>
                                          </p:stCondLst>
                                        </p:cTn>
                                        <p:tgtEl>
                                          <p:spTgt spid="150548"/>
                                        </p:tgtEl>
                                        <p:attrNameLst>
                                          <p:attrName>style.visibility</p:attrName>
                                        </p:attrNameLst>
                                      </p:cBhvr>
                                      <p:to>
                                        <p:strVal val="visible"/>
                                      </p:to>
                                    </p:set>
                                    <p:animEffect transition="in" filter="wipe(left)">
                                      <p:cBhvr>
                                        <p:cTn id="45" dur="500"/>
                                        <p:tgtEl>
                                          <p:spTgt spid="15054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50555"/>
                                        </p:tgtEl>
                                        <p:attrNameLst>
                                          <p:attrName>style.visibility</p:attrName>
                                        </p:attrNameLst>
                                      </p:cBhvr>
                                      <p:to>
                                        <p:strVal val="visible"/>
                                      </p:to>
                                    </p:set>
                                    <p:animEffect transition="in" filter="wipe(left)">
                                      <p:cBhvr>
                                        <p:cTn id="50" dur="2000"/>
                                        <p:tgtEl>
                                          <p:spTgt spid="15055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left)">
                                      <p:cBhvr>
                                        <p:cTn id="55" dur="500"/>
                                        <p:tgtEl>
                                          <p:spTgt spid="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2000" fill="hold">
                                          <p:stCondLst>
                                            <p:cond delay="0"/>
                                          </p:stCondLst>
                                        </p:cTn>
                                        <p:tgtEl>
                                          <p:spTgt spid="11"/>
                                        </p:tgtEl>
                                        <p:attrNameLst>
                                          <p:attrName>style.visibility</p:attrName>
                                        </p:attrNameLst>
                                      </p:cBhvr>
                                      <p:to>
                                        <p:strVal val="visible"/>
                                      </p:to>
                                    </p:set>
                                    <p:animEffect transition="in" filter="wipe(right)">
                                      <p:cBhvr>
                                        <p:cTn id="60" dur="2000"/>
                                        <p:tgtEl>
                                          <p:spTgt spid="11"/>
                                        </p:tgtEl>
                                      </p:cBhvr>
                                    </p:animEffect>
                                  </p:childTnLst>
                                </p:cTn>
                              </p:par>
                            </p:childTnLst>
                          </p:cTn>
                        </p:par>
                        <p:par>
                          <p:cTn id="61" fill="hold">
                            <p:stCondLst>
                              <p:cond delay="2000"/>
                            </p:stCondLst>
                            <p:childTnLst>
                              <p:par>
                                <p:cTn id="62" presetID="22" presetClass="entr" presetSubtype="2" fill="hold" nodeType="afterEffect">
                                  <p:stCondLst>
                                    <p:cond delay="0"/>
                                  </p:stCondLst>
                                  <p:childTnLst>
                                    <p:set>
                                      <p:cBhvr>
                                        <p:cTn id="63" dur="1" fill="hold">
                                          <p:stCondLst>
                                            <p:cond delay="0"/>
                                          </p:stCondLst>
                                        </p:cTn>
                                        <p:tgtEl>
                                          <p:spTgt spid="150550"/>
                                        </p:tgtEl>
                                        <p:attrNameLst>
                                          <p:attrName>style.visibility</p:attrName>
                                        </p:attrNameLst>
                                      </p:cBhvr>
                                      <p:to>
                                        <p:strVal val="visible"/>
                                      </p:to>
                                    </p:set>
                                    <p:animEffect transition="in" filter="wipe(right)">
                                      <p:cBhvr>
                                        <p:cTn id="64" dur="500"/>
                                        <p:tgtEl>
                                          <p:spTgt spid="15055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50560"/>
                                        </p:tgtEl>
                                        <p:attrNameLst>
                                          <p:attrName>style.visibility</p:attrName>
                                        </p:attrNameLst>
                                      </p:cBhvr>
                                      <p:to>
                                        <p:strVal val="visible"/>
                                      </p:to>
                                    </p:set>
                                    <p:animEffect transition="in" filter="wipe(left)">
                                      <p:cBhvr>
                                        <p:cTn id="69" dur="1000"/>
                                        <p:tgtEl>
                                          <p:spTgt spid="15056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ipe(left)">
                                      <p:cBhvr>
                                        <p:cTn id="74" dur="500"/>
                                        <p:tgtEl>
                                          <p:spTgt spid="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50562"/>
                                        </p:tgtEl>
                                        <p:attrNameLst>
                                          <p:attrName>style.visibility</p:attrName>
                                        </p:attrNameLst>
                                      </p:cBhvr>
                                      <p:to>
                                        <p:strVal val="visible"/>
                                      </p:to>
                                    </p:set>
                                    <p:animEffect transition="in" filter="wipe(left)">
                                      <p:cBhvr>
                                        <p:cTn id="79" dur="500"/>
                                        <p:tgtEl>
                                          <p:spTgt spid="150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54" grpId="0"/>
      <p:bldP spid="150555" grpId="0"/>
      <p:bldP spid="150560" grpId="0"/>
      <p:bldP spid="41996" grpId="0" animBg="1"/>
      <p:bldP spid="41997" grpId="0"/>
      <p:bldP spid="43012" grpId="0"/>
      <p:bldP spid="41996" grpId="1" animBg="1"/>
      <p:bldP spid="41997" grpId="1"/>
      <p:bldP spid="43012"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1430020" cy="396875"/>
            <a:chOff x="818" y="139"/>
            <a:chExt cx="4457"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驻波</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驻波</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grpSp>
        <p:nvGrpSpPr>
          <p:cNvPr id="45057" name="组合 121"/>
          <p:cNvGrpSpPr/>
          <p:nvPr/>
        </p:nvGrpSpPr>
        <p:grpSpPr>
          <a:xfrm>
            <a:off x="914400" y="990600"/>
            <a:ext cx="7086600" cy="585788"/>
            <a:chOff x="2860874" y="967048"/>
            <a:chExt cx="3569241" cy="841772"/>
          </a:xfrm>
        </p:grpSpPr>
        <p:sp>
          <p:nvSpPr>
            <p:cNvPr id="45058" name="AutoShape 2"/>
            <p:cNvSpPr/>
            <p:nvPr/>
          </p:nvSpPr>
          <p:spPr>
            <a:xfrm>
              <a:off x="2860874" y="967048"/>
              <a:ext cx="3547330" cy="841772"/>
            </a:xfrm>
            <a:prstGeom prst="roundRect">
              <a:avLst>
                <a:gd name="adj" fmla="val 50000"/>
              </a:avLst>
            </a:prstGeom>
            <a:gradFill rotWithShape="1">
              <a:gsLst>
                <a:gs pos="0">
                  <a:srgbClr val="2C3554"/>
                </a:gs>
                <a:gs pos="100000">
                  <a:srgbClr val="5F73B5"/>
                </a:gs>
              </a:gsLst>
              <a:lin ang="5400000" scaled="1"/>
              <a:tileRect/>
            </a:gradFill>
            <a:ln w="57150" cap="flat" cmpd="thickThin">
              <a:solidFill>
                <a:srgbClr val="DDDDDD"/>
              </a:solidFill>
              <a:prstDash val="solid"/>
              <a:round/>
              <a:headEnd type="none" w="med" len="med"/>
              <a:tailEnd type="none" w="med" len="med"/>
            </a:ln>
          </p:spPr>
          <p:txBody>
            <a:bodyPr wrap="none" anchor="ctr" anchorCtr="0"/>
            <a:p>
              <a:pPr>
                <a:lnSpc>
                  <a:spcPct val="85000"/>
                </a:lnSpc>
              </a:pPr>
              <a:endParaRPr lang="zh-CN" altLang="en-US" sz="2800" dirty="0">
                <a:solidFill>
                  <a:srgbClr val="FFFF66"/>
                </a:solidFill>
                <a:latin typeface="汉仪超粗宋简" pitchFamily="49" charset="-122"/>
                <a:ea typeface="汉仪超粗宋简" pitchFamily="49" charset="-122"/>
              </a:endParaRPr>
            </a:p>
          </p:txBody>
        </p:sp>
        <p:sp>
          <p:nvSpPr>
            <p:cNvPr id="45059" name="Rectangle 13"/>
            <p:cNvSpPr/>
            <p:nvPr/>
          </p:nvSpPr>
          <p:spPr>
            <a:xfrm>
              <a:off x="2952024" y="1051454"/>
              <a:ext cx="3478091" cy="654710"/>
            </a:xfrm>
            <a:prstGeom prst="rect">
              <a:avLst/>
            </a:prstGeom>
            <a:noFill/>
            <a:ln w="9525">
              <a:noFill/>
            </a:ln>
          </p:spPr>
          <p:txBody>
            <a:bodyPr anchor="t" anchorCtr="0">
              <a:spAutoFit/>
            </a:bodyPr>
            <a:p>
              <a:pPr eaLnBrk="0" hangingPunct="0">
                <a:lnSpc>
                  <a:spcPct val="85000"/>
                </a:lnSpc>
              </a:pPr>
              <a:r>
                <a:rPr lang="en-US" altLang="zh-CN" sz="2800" dirty="0">
                  <a:solidFill>
                    <a:srgbClr val="FFFF00"/>
                  </a:solidFill>
                  <a:latin typeface="汉仪超粗宋简" pitchFamily="49" charset="-122"/>
                  <a:ea typeface="汉仪超粗宋简" pitchFamily="49" charset="-122"/>
                </a:rPr>
                <a:t>2</a:t>
              </a:r>
              <a:r>
                <a:rPr lang="zh-CN" altLang="en-US" sz="2800" dirty="0">
                  <a:solidFill>
                    <a:srgbClr val="FFFF00"/>
                  </a:solidFill>
                  <a:latin typeface="汉仪超粗宋简" pitchFamily="49" charset="-122"/>
                  <a:ea typeface="汉仪超粗宋简" pitchFamily="49" charset="-122"/>
                </a:rPr>
                <a:t>、驻波方程</a:t>
              </a:r>
              <a:endParaRPr lang="en-US" altLang="zh-CN" sz="2800" dirty="0">
                <a:solidFill>
                  <a:srgbClr val="FFFF00"/>
                </a:solidFill>
                <a:latin typeface="汉仪超粗宋简" pitchFamily="49" charset="-122"/>
                <a:ea typeface="汉仪超粗宋简" pitchFamily="49" charset="-122"/>
              </a:endParaRPr>
            </a:p>
          </p:txBody>
        </p:sp>
      </p:grpSp>
      <p:sp>
        <p:nvSpPr>
          <p:cNvPr id="45060" name="Rectangle 8"/>
          <p:cNvSpPr/>
          <p:nvPr/>
        </p:nvSpPr>
        <p:spPr>
          <a:xfrm>
            <a:off x="3048000" y="1004888"/>
            <a:ext cx="4806950" cy="519112"/>
          </a:xfrm>
          <a:prstGeom prst="rect">
            <a:avLst/>
          </a:prstGeom>
          <a:noFill/>
          <a:ln w="9525">
            <a:noFill/>
          </a:ln>
        </p:spPr>
        <p:txBody>
          <a:bodyPr wrap="none" anchor="t" anchorCtr="0">
            <a:spAutoFit/>
          </a:bodyPr>
          <a:p>
            <a:pPr eaLnBrk="0" hangingPunct="0"/>
            <a:r>
              <a:rPr lang="zh-CN" altLang="en-US" sz="2800" dirty="0">
                <a:solidFill>
                  <a:srgbClr val="FFFF66"/>
                </a:solidFill>
                <a:latin typeface="Times New Roman" panose="02020603050405020304" pitchFamily="18" charset="0"/>
                <a:ea typeface="汉仪超粗宋简" pitchFamily="49" charset="-122"/>
              </a:rPr>
              <a:t>（选择一波腹处为坐标原点）</a:t>
            </a:r>
            <a:endParaRPr lang="zh-CN" altLang="en-US" sz="2800" dirty="0">
              <a:solidFill>
                <a:srgbClr val="FFFF66"/>
              </a:solidFill>
              <a:latin typeface="Times New Roman" panose="02020603050405020304" pitchFamily="18" charset="0"/>
              <a:ea typeface="汉仪超粗宋简" pitchFamily="49" charset="-122"/>
            </a:endParaRPr>
          </a:p>
        </p:txBody>
      </p:sp>
      <p:grpSp>
        <p:nvGrpSpPr>
          <p:cNvPr id="45061" name="Group 9"/>
          <p:cNvGrpSpPr/>
          <p:nvPr/>
        </p:nvGrpSpPr>
        <p:grpSpPr>
          <a:xfrm>
            <a:off x="607695" y="1605280"/>
            <a:ext cx="8562975" cy="1662113"/>
            <a:chOff x="480" y="2985"/>
            <a:chExt cx="5394" cy="1047"/>
          </a:xfrm>
        </p:grpSpPr>
        <p:sp>
          <p:nvSpPr>
            <p:cNvPr id="45062" name="Line 10"/>
            <p:cNvSpPr/>
            <p:nvPr/>
          </p:nvSpPr>
          <p:spPr>
            <a:xfrm flipV="1">
              <a:off x="1680" y="3120"/>
              <a:ext cx="0" cy="912"/>
            </a:xfrm>
            <a:prstGeom prst="line">
              <a:avLst/>
            </a:prstGeom>
            <a:ln w="28575" cap="flat" cmpd="sng">
              <a:solidFill>
                <a:srgbClr val="990000"/>
              </a:solidFill>
              <a:prstDash val="solid"/>
              <a:round/>
              <a:headEnd type="none" w="med" len="med"/>
              <a:tailEnd type="triangle" w="med" len="med"/>
            </a:ln>
          </p:spPr>
        </p:sp>
        <p:sp>
          <p:nvSpPr>
            <p:cNvPr id="45063" name="Rectangle 11"/>
            <p:cNvSpPr/>
            <p:nvPr/>
          </p:nvSpPr>
          <p:spPr>
            <a:xfrm>
              <a:off x="5100" y="3552"/>
              <a:ext cx="228" cy="327"/>
            </a:xfrm>
            <a:prstGeom prst="rect">
              <a:avLst/>
            </a:prstGeom>
            <a:noFill/>
            <a:ln w="9525">
              <a:noFill/>
            </a:ln>
          </p:spPr>
          <p:txBody>
            <a:bodyPr wrap="none" anchor="t" anchorCtr="0">
              <a:spAutoFit/>
            </a:bodyPr>
            <a:p>
              <a:pPr eaLnBrk="0" hangingPunct="0"/>
              <a:r>
                <a:rPr lang="en-US" altLang="zh-CN" sz="2800" b="1" i="1" dirty="0">
                  <a:solidFill>
                    <a:srgbClr val="990000"/>
                  </a:solidFill>
                  <a:latin typeface="Times New Roman" panose="02020603050405020304" pitchFamily="18" charset="0"/>
                  <a:ea typeface="宋体" panose="02010600030101010101" pitchFamily="2" charset="-122"/>
                </a:rPr>
                <a:t>x</a:t>
              </a:r>
              <a:endParaRPr lang="zh-CN" altLang="en-US" sz="2800" b="1" i="1" dirty="0">
                <a:solidFill>
                  <a:srgbClr val="990000"/>
                </a:solidFill>
                <a:latin typeface="Times New Roman" panose="02020603050405020304" pitchFamily="18" charset="0"/>
                <a:ea typeface="宋体" panose="02010600030101010101" pitchFamily="2" charset="-122"/>
              </a:endParaRPr>
            </a:p>
          </p:txBody>
        </p:sp>
        <p:grpSp>
          <p:nvGrpSpPr>
            <p:cNvPr id="45064" name="Group 12"/>
            <p:cNvGrpSpPr/>
            <p:nvPr/>
          </p:nvGrpSpPr>
          <p:grpSpPr>
            <a:xfrm>
              <a:off x="528" y="3408"/>
              <a:ext cx="5346" cy="402"/>
              <a:chOff x="528" y="3408"/>
              <a:chExt cx="5346" cy="402"/>
            </a:xfrm>
          </p:grpSpPr>
          <p:sp>
            <p:nvSpPr>
              <p:cNvPr id="45065" name="Freeform 13"/>
              <p:cNvSpPr/>
              <p:nvPr/>
            </p:nvSpPr>
            <p:spPr>
              <a:xfrm>
                <a:off x="2064" y="3408"/>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28575" cap="flat" cmpd="sng">
                <a:solidFill>
                  <a:srgbClr val="0033CC"/>
                </a:solidFill>
                <a:prstDash val="solid"/>
                <a:round/>
                <a:headEnd type="none" w="med" len="med"/>
                <a:tailEnd type="none" w="med" len="med"/>
              </a:ln>
            </p:spPr>
            <p:txBody>
              <a:bodyPr/>
              <a:p>
                <a:endParaRPr lang="zh-CN" altLang="en-US"/>
              </a:p>
            </p:txBody>
          </p:sp>
          <p:sp>
            <p:nvSpPr>
              <p:cNvPr id="45066" name="Freeform 14"/>
              <p:cNvSpPr/>
              <p:nvPr/>
            </p:nvSpPr>
            <p:spPr>
              <a:xfrm>
                <a:off x="3600" y="3408"/>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28575" cap="flat" cmpd="sng">
                <a:solidFill>
                  <a:srgbClr val="0033CC"/>
                </a:solidFill>
                <a:prstDash val="solid"/>
                <a:round/>
                <a:headEnd type="none" w="med" len="med"/>
                <a:tailEnd type="none" w="med" len="med"/>
              </a:ln>
            </p:spPr>
            <p:txBody>
              <a:bodyPr/>
              <a:p>
                <a:endParaRPr lang="zh-CN" altLang="en-US"/>
              </a:p>
            </p:txBody>
          </p:sp>
          <p:grpSp>
            <p:nvGrpSpPr>
              <p:cNvPr id="45067" name="Group 15"/>
              <p:cNvGrpSpPr/>
              <p:nvPr/>
            </p:nvGrpSpPr>
            <p:grpSpPr>
              <a:xfrm>
                <a:off x="528" y="3408"/>
                <a:ext cx="5346" cy="402"/>
                <a:chOff x="528" y="3408"/>
                <a:chExt cx="5346" cy="402"/>
              </a:xfrm>
            </p:grpSpPr>
            <p:sp>
              <p:nvSpPr>
                <p:cNvPr id="45068" name="Freeform 16"/>
                <p:cNvSpPr/>
                <p:nvPr/>
              </p:nvSpPr>
              <p:spPr>
                <a:xfrm>
                  <a:off x="528" y="3408"/>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28575" cap="flat" cmpd="sng">
                  <a:solidFill>
                    <a:srgbClr val="0033CC"/>
                  </a:solidFill>
                  <a:prstDash val="solid"/>
                  <a:round/>
                  <a:headEnd type="none" w="med" len="med"/>
                  <a:tailEnd type="none" w="med" len="med"/>
                </a:ln>
              </p:spPr>
              <p:txBody>
                <a:bodyPr/>
                <a:p>
                  <a:endParaRPr lang="zh-CN" altLang="en-US"/>
                </a:p>
              </p:txBody>
            </p:sp>
            <p:sp>
              <p:nvSpPr>
                <p:cNvPr id="45069" name="Freeform 17"/>
                <p:cNvSpPr/>
                <p:nvPr/>
              </p:nvSpPr>
              <p:spPr>
                <a:xfrm flipV="1">
                  <a:off x="1292" y="3414"/>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73025" cap="flat" cmpd="sng">
                  <a:solidFill>
                    <a:srgbClr val="FF0000"/>
                  </a:solidFill>
                  <a:prstDash val="dash"/>
                  <a:round/>
                  <a:headEnd type="none" w="med" len="med"/>
                  <a:tailEnd type="none" w="med" len="med"/>
                </a:ln>
              </p:spPr>
              <p:txBody>
                <a:bodyPr/>
                <a:p>
                  <a:endParaRPr lang="zh-CN" altLang="en-US"/>
                </a:p>
              </p:txBody>
            </p:sp>
            <p:sp>
              <p:nvSpPr>
                <p:cNvPr id="45070" name="Freeform 18"/>
                <p:cNvSpPr/>
                <p:nvPr/>
              </p:nvSpPr>
              <p:spPr>
                <a:xfrm flipV="1">
                  <a:off x="2841" y="3426"/>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69850" cap="flat" cmpd="sng">
                  <a:solidFill>
                    <a:srgbClr val="FF0000"/>
                  </a:solidFill>
                  <a:prstDash val="dash"/>
                  <a:round/>
                  <a:headEnd type="none" w="med" len="med"/>
                  <a:tailEnd type="none" w="med" len="med"/>
                </a:ln>
              </p:spPr>
              <p:txBody>
                <a:bodyPr/>
                <a:p>
                  <a:endParaRPr lang="zh-CN" altLang="en-US"/>
                </a:p>
              </p:txBody>
            </p:sp>
            <p:sp>
              <p:nvSpPr>
                <p:cNvPr id="45071" name="Freeform 19"/>
                <p:cNvSpPr/>
                <p:nvPr/>
              </p:nvSpPr>
              <p:spPr>
                <a:xfrm flipV="1">
                  <a:off x="4338" y="3417"/>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66675" cap="flat" cmpd="sng">
                  <a:solidFill>
                    <a:srgbClr val="FF0000"/>
                  </a:solidFill>
                  <a:prstDash val="dash"/>
                  <a:round/>
                  <a:headEnd type="none" w="med" len="med"/>
                  <a:tailEnd type="none" w="med" len="med"/>
                </a:ln>
              </p:spPr>
              <p:txBody>
                <a:bodyPr/>
                <a:p>
                  <a:endParaRPr lang="zh-CN" altLang="en-US"/>
                </a:p>
              </p:txBody>
            </p:sp>
          </p:grpSp>
        </p:grpSp>
        <p:sp>
          <p:nvSpPr>
            <p:cNvPr id="45072" name="Line 20"/>
            <p:cNvSpPr/>
            <p:nvPr/>
          </p:nvSpPr>
          <p:spPr>
            <a:xfrm>
              <a:off x="480" y="3600"/>
              <a:ext cx="4848" cy="0"/>
            </a:xfrm>
            <a:prstGeom prst="line">
              <a:avLst/>
            </a:prstGeom>
            <a:ln w="28575" cap="flat" cmpd="sng">
              <a:solidFill>
                <a:srgbClr val="996600"/>
              </a:solidFill>
              <a:prstDash val="solid"/>
              <a:round/>
              <a:headEnd type="none" w="med" len="med"/>
              <a:tailEnd type="triangle" w="med" len="med"/>
            </a:ln>
          </p:spPr>
        </p:sp>
        <p:sp>
          <p:nvSpPr>
            <p:cNvPr id="45073" name="Text Box 21"/>
            <p:cNvSpPr txBox="1"/>
            <p:nvPr/>
          </p:nvSpPr>
          <p:spPr>
            <a:xfrm>
              <a:off x="1392" y="2985"/>
              <a:ext cx="192" cy="327"/>
            </a:xfrm>
            <a:prstGeom prst="rect">
              <a:avLst/>
            </a:prstGeom>
            <a:noFill/>
            <a:ln w="9525">
              <a:noFill/>
            </a:ln>
          </p:spPr>
          <p:txBody>
            <a:bodyPr anchor="t" anchorCtr="0">
              <a:spAutoFit/>
            </a:bodyPr>
            <a:p>
              <a:pPr eaLnBrk="0" hangingPunct="0"/>
              <a:r>
                <a:rPr lang="en-US" altLang="zh-CN" sz="2800" b="1" i="1" dirty="0">
                  <a:solidFill>
                    <a:srgbClr val="990000"/>
                  </a:solidFill>
                  <a:latin typeface="Times New Roman" panose="02020603050405020304" pitchFamily="18" charset="0"/>
                  <a:ea typeface="宋体" panose="02010600030101010101" pitchFamily="2" charset="-122"/>
                </a:rPr>
                <a:t>y</a:t>
              </a:r>
              <a:endParaRPr lang="en-US" altLang="zh-CN" sz="2800" b="1" i="1" dirty="0">
                <a:solidFill>
                  <a:srgbClr val="990000"/>
                </a:solidFill>
                <a:latin typeface="Times New Roman" panose="02020603050405020304" pitchFamily="18" charset="0"/>
                <a:ea typeface="宋体" panose="02010600030101010101" pitchFamily="2" charset="-122"/>
              </a:endParaRPr>
            </a:p>
          </p:txBody>
        </p:sp>
        <p:sp>
          <p:nvSpPr>
            <p:cNvPr id="45074" name="Text Box 22"/>
            <p:cNvSpPr txBox="1"/>
            <p:nvPr/>
          </p:nvSpPr>
          <p:spPr>
            <a:xfrm>
              <a:off x="1392" y="3552"/>
              <a:ext cx="288" cy="327"/>
            </a:xfrm>
            <a:prstGeom prst="rect">
              <a:avLst/>
            </a:prstGeom>
            <a:noFill/>
            <a:ln w="9525">
              <a:noFill/>
            </a:ln>
          </p:spPr>
          <p:txBody>
            <a:bodyPr anchor="t" anchorCtr="0">
              <a:spAutoFit/>
            </a:bodyPr>
            <a:p>
              <a:pPr eaLnBrk="0" hangingPunct="0"/>
              <a:r>
                <a:rPr lang="en-US" altLang="zh-CN" sz="2800" b="1" i="1" dirty="0">
                  <a:solidFill>
                    <a:srgbClr val="990000"/>
                  </a:solidFill>
                  <a:latin typeface="Times New Roman" panose="02020603050405020304" pitchFamily="18" charset="0"/>
                  <a:ea typeface="宋体" panose="02010600030101010101" pitchFamily="2" charset="-122"/>
                </a:rPr>
                <a:t>O</a:t>
              </a:r>
              <a:endParaRPr lang="en-US" altLang="zh-CN" sz="2800" b="1" i="1" dirty="0">
                <a:solidFill>
                  <a:srgbClr val="990000"/>
                </a:solidFill>
                <a:latin typeface="Times New Roman" panose="02020603050405020304" pitchFamily="18" charset="0"/>
                <a:ea typeface="宋体" panose="02010600030101010101" pitchFamily="2" charset="-122"/>
              </a:endParaRPr>
            </a:p>
          </p:txBody>
        </p:sp>
      </p:grpSp>
      <p:sp>
        <p:nvSpPr>
          <p:cNvPr id="45075" name="Line 23"/>
          <p:cNvSpPr/>
          <p:nvPr/>
        </p:nvSpPr>
        <p:spPr>
          <a:xfrm>
            <a:off x="3276600" y="2133600"/>
            <a:ext cx="838200" cy="0"/>
          </a:xfrm>
          <a:prstGeom prst="line">
            <a:avLst/>
          </a:prstGeom>
          <a:ln w="38100" cap="flat" cmpd="sng">
            <a:solidFill>
              <a:srgbClr val="0000FF"/>
            </a:solidFill>
            <a:prstDash val="solid"/>
            <a:round/>
            <a:headEnd type="none" w="med" len="med"/>
            <a:tailEnd type="triangle" w="med" len="med"/>
          </a:ln>
        </p:spPr>
      </p:sp>
      <p:sp>
        <p:nvSpPr>
          <p:cNvPr id="45077" name="Line 25"/>
          <p:cNvSpPr/>
          <p:nvPr/>
        </p:nvSpPr>
        <p:spPr>
          <a:xfrm flipH="1">
            <a:off x="5672138" y="2971800"/>
            <a:ext cx="838200" cy="0"/>
          </a:xfrm>
          <a:prstGeom prst="line">
            <a:avLst/>
          </a:prstGeom>
          <a:ln w="53975" cap="flat" cmpd="sng">
            <a:solidFill>
              <a:srgbClr val="FF0000"/>
            </a:solidFill>
            <a:prstDash val="dash"/>
            <a:round/>
            <a:headEnd type="none" w="med" len="med"/>
            <a:tailEnd type="triangle" w="med" len="med"/>
          </a:ln>
        </p:spPr>
      </p:sp>
      <p:sp>
        <p:nvSpPr>
          <p:cNvPr id="45079" name="Text Box 15"/>
          <p:cNvSpPr txBox="1"/>
          <p:nvPr/>
        </p:nvSpPr>
        <p:spPr>
          <a:xfrm>
            <a:off x="838200" y="3492500"/>
            <a:ext cx="2667000" cy="519113"/>
          </a:xfrm>
          <a:prstGeom prst="rect">
            <a:avLst/>
          </a:prstGeom>
          <a:noFill/>
          <a:ln w="9525">
            <a:noFill/>
          </a:ln>
        </p:spPr>
        <p:txBody>
          <a:bodyPr anchor="t"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合成波方程：  </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graphicFrame>
        <p:nvGraphicFramePr>
          <p:cNvPr id="45080" name="Object 56"/>
          <p:cNvGraphicFramePr>
            <a:graphicFrameLocks noChangeAspect="1"/>
          </p:cNvGraphicFramePr>
          <p:nvPr/>
        </p:nvGraphicFramePr>
        <p:xfrm>
          <a:off x="3267075" y="3262471"/>
          <a:ext cx="4368800" cy="833120"/>
        </p:xfrm>
        <a:graphic>
          <a:graphicData uri="http://schemas.openxmlformats.org/presentationml/2006/ole">
            <mc:AlternateContent xmlns:mc="http://schemas.openxmlformats.org/markup-compatibility/2006">
              <mc:Choice xmlns:v="urn:schemas-microsoft-com:vml" Requires="v">
                <p:oleObj spid="_x0000_s3212" name="" r:id="rId1" imgW="1854200" imgH="393700" progId="Equation.3">
                  <p:embed/>
                </p:oleObj>
              </mc:Choice>
              <mc:Fallback>
                <p:oleObj name="" r:id="rId1" imgW="1854200" imgH="393700" progId="Equation.3">
                  <p:embed/>
                  <p:pic>
                    <p:nvPicPr>
                      <p:cNvPr id="0" name="图片 3211"/>
                      <p:cNvPicPr/>
                      <p:nvPr/>
                    </p:nvPicPr>
                    <p:blipFill>
                      <a:blip r:embed="rId2"/>
                      <a:stretch>
                        <a:fillRect/>
                      </a:stretch>
                    </p:blipFill>
                    <p:spPr>
                      <a:xfrm>
                        <a:off x="3267075" y="3262471"/>
                        <a:ext cx="4368800" cy="833120"/>
                      </a:xfrm>
                      <a:prstGeom prst="rect">
                        <a:avLst/>
                      </a:prstGeom>
                      <a:noFill/>
                      <a:ln w="38100">
                        <a:noFill/>
                        <a:miter/>
                      </a:ln>
                    </p:spPr>
                  </p:pic>
                </p:oleObj>
              </mc:Fallback>
            </mc:AlternateContent>
          </a:graphicData>
        </a:graphic>
      </p:graphicFrame>
      <p:grpSp>
        <p:nvGrpSpPr>
          <p:cNvPr id="74827" name="Group 75"/>
          <p:cNvGrpSpPr/>
          <p:nvPr/>
        </p:nvGrpSpPr>
        <p:grpSpPr>
          <a:xfrm>
            <a:off x="152400" y="4267200"/>
            <a:ext cx="8763000" cy="2209800"/>
            <a:chOff x="273" y="2704"/>
            <a:chExt cx="5081" cy="1179"/>
          </a:xfrm>
        </p:grpSpPr>
        <p:grpSp>
          <p:nvGrpSpPr>
            <p:cNvPr id="45083" name="Group 76"/>
            <p:cNvGrpSpPr/>
            <p:nvPr/>
          </p:nvGrpSpPr>
          <p:grpSpPr>
            <a:xfrm>
              <a:off x="273" y="2704"/>
              <a:ext cx="5081" cy="1179"/>
              <a:chOff x="273" y="2704"/>
              <a:chExt cx="5081" cy="1179"/>
            </a:xfrm>
          </p:grpSpPr>
          <p:sp>
            <p:nvSpPr>
              <p:cNvPr id="45084" name="AutoShape 8" descr="羊皮纸"/>
              <p:cNvSpPr/>
              <p:nvPr/>
            </p:nvSpPr>
            <p:spPr>
              <a:xfrm>
                <a:off x="521" y="2719"/>
                <a:ext cx="4833" cy="1149"/>
              </a:xfrm>
              <a:prstGeom prst="roundRect">
                <a:avLst>
                  <a:gd name="adj" fmla="val 8676"/>
                </a:avLst>
              </a:prstGeom>
              <a:blipFill rotWithShape="1">
                <a:blip r:embed="rId3"/>
              </a:blipFill>
              <a:ln w="9525" cap="flat" cmpd="sng">
                <a:solidFill>
                  <a:schemeClr val="folHlink"/>
                </a:solidFill>
                <a:prstDash val="solid"/>
                <a:round/>
                <a:headEnd type="none" w="med" len="med"/>
                <a:tailEnd type="none" w="med" len="med"/>
              </a:ln>
            </p:spPr>
            <p:txBody>
              <a:bodyPr wrap="none" anchor="ctr" anchorCtr="0"/>
              <a:p>
                <a:endParaRPr lang="zh-CN" altLang="en-US" sz="1800" dirty="0">
                  <a:latin typeface="Arial" panose="020B0604020202020204" pitchFamily="34" charset="0"/>
                  <a:ea typeface="微软雅黑" panose="020B0503020204020204" pitchFamily="34" charset="-122"/>
                </a:endParaRPr>
              </a:p>
            </p:txBody>
          </p:sp>
          <p:pic>
            <p:nvPicPr>
              <p:cNvPr id="45085" name="Picture 78"/>
              <p:cNvPicPr>
                <a:picLocks noChangeAspect="1"/>
              </p:cNvPicPr>
              <p:nvPr/>
            </p:nvPicPr>
            <p:blipFill>
              <a:blip r:embed="rId4"/>
              <a:stretch>
                <a:fillRect/>
              </a:stretch>
            </p:blipFill>
            <p:spPr>
              <a:xfrm>
                <a:off x="273" y="2704"/>
                <a:ext cx="449" cy="1179"/>
              </a:xfrm>
              <a:prstGeom prst="rect">
                <a:avLst/>
              </a:prstGeom>
              <a:noFill/>
              <a:ln w="9525">
                <a:noFill/>
              </a:ln>
            </p:spPr>
          </p:pic>
        </p:grpSp>
        <p:sp>
          <p:nvSpPr>
            <p:cNvPr id="45086" name="Text Box 4"/>
            <p:cNvSpPr txBox="1"/>
            <p:nvPr/>
          </p:nvSpPr>
          <p:spPr>
            <a:xfrm>
              <a:off x="319" y="2886"/>
              <a:ext cx="408" cy="815"/>
            </a:xfrm>
            <a:prstGeom prst="rect">
              <a:avLst/>
            </a:prstGeom>
            <a:noFill/>
            <a:ln w="38100">
              <a:noFill/>
            </a:ln>
          </p:spPr>
          <p:txBody>
            <a:bodyPr vert="eaVert" anchor="ctr" anchorCtr="0"/>
            <a:p>
              <a:endParaRPr lang="zh-CN" altLang="en-US" sz="2800" dirty="0">
                <a:latin typeface="微软雅黑" panose="020B0503020204020204" pitchFamily="34" charset="-122"/>
                <a:ea typeface="微软雅黑" panose="020B0503020204020204" pitchFamily="34" charset="-122"/>
              </a:endParaRPr>
            </a:p>
          </p:txBody>
        </p:sp>
      </p:grpSp>
      <p:sp>
        <p:nvSpPr>
          <p:cNvPr id="74832" name="Rectangle 80"/>
          <p:cNvSpPr/>
          <p:nvPr/>
        </p:nvSpPr>
        <p:spPr>
          <a:xfrm>
            <a:off x="304800" y="4724400"/>
            <a:ext cx="549275" cy="1250950"/>
          </a:xfrm>
          <a:prstGeom prst="rect">
            <a:avLst/>
          </a:prstGeom>
          <a:noFill/>
          <a:ln w="9525">
            <a:noFill/>
          </a:ln>
        </p:spPr>
        <p:txBody>
          <a:bodyPr anchor="t" anchorCtr="0">
            <a:spAutoFit/>
          </a:bodyPr>
          <a:p>
            <a:pPr eaLnBrk="0" hangingPunct="0"/>
            <a:r>
              <a:rPr lang="zh-CN" altLang="en-US" sz="2800" b="1" dirty="0">
                <a:solidFill>
                  <a:srgbClr val="000000"/>
                </a:solidFill>
                <a:latin typeface="微软雅黑" panose="020B0503020204020204" pitchFamily="34" charset="-122"/>
                <a:ea typeface="微软雅黑" panose="020B0503020204020204" pitchFamily="34" charset="-122"/>
              </a:rPr>
              <a:t>说</a:t>
            </a: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0" hangingPunct="0"/>
            <a:endParaRPr lang="zh-CN" altLang="en-US" sz="2000" b="1" dirty="0">
              <a:solidFill>
                <a:srgbClr val="000000"/>
              </a:solidFill>
              <a:latin typeface="微软雅黑" panose="020B0503020204020204" pitchFamily="34" charset="-122"/>
              <a:ea typeface="微软雅黑" panose="020B0503020204020204" pitchFamily="34" charset="-122"/>
            </a:endParaRPr>
          </a:p>
          <a:p>
            <a:pPr eaLnBrk="0" hangingPunct="0"/>
            <a:r>
              <a:rPr lang="zh-CN" altLang="en-US" sz="2800" b="1" dirty="0">
                <a:solidFill>
                  <a:srgbClr val="000000"/>
                </a:solidFill>
                <a:latin typeface="微软雅黑" panose="020B0503020204020204" pitchFamily="34" charset="-122"/>
                <a:ea typeface="微软雅黑" panose="020B0503020204020204" pitchFamily="34" charset="-122"/>
              </a:rPr>
              <a:t>明</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74834" name="Rectangle 82"/>
          <p:cNvSpPr/>
          <p:nvPr/>
        </p:nvSpPr>
        <p:spPr>
          <a:xfrm>
            <a:off x="914400" y="4367213"/>
            <a:ext cx="4402138" cy="519112"/>
          </a:xfrm>
          <a:prstGeom prst="rect">
            <a:avLst/>
          </a:prstGeom>
          <a:noFill/>
          <a:ln w="9525">
            <a:noFill/>
          </a:ln>
        </p:spPr>
        <p:txBody>
          <a:bodyPr wrap="none" anchor="ctr" anchorCtr="0">
            <a:spAutoFit/>
          </a:bodyPr>
          <a:p>
            <a:pPr eaLnBrk="0" hangingPunct="0"/>
            <a:r>
              <a:rPr lang="en-US" altLang="zh-CN" sz="2800" b="1" dirty="0">
                <a:solidFill>
                  <a:srgbClr val="000000"/>
                </a:solidFill>
                <a:latin typeface="华文中宋" panose="02010600040101010101" pitchFamily="2" charset="-122"/>
                <a:ea typeface="华文中宋" panose="02010600040101010101" pitchFamily="2" charset="-122"/>
              </a:rPr>
              <a:t>(1) </a:t>
            </a:r>
            <a:r>
              <a:rPr lang="zh-CN" altLang="en-US" sz="2800" b="1" dirty="0">
                <a:solidFill>
                  <a:srgbClr val="000000"/>
                </a:solidFill>
                <a:latin typeface="华文中宋" panose="02010600040101010101" pitchFamily="2" charset="-122"/>
                <a:ea typeface="华文中宋" panose="02010600040101010101" pitchFamily="2" charset="-122"/>
              </a:rPr>
              <a:t>合成波方程不表现为： </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74836" name="Rectangle 84"/>
          <p:cNvSpPr/>
          <p:nvPr/>
        </p:nvSpPr>
        <p:spPr>
          <a:xfrm>
            <a:off x="7385050" y="4381500"/>
            <a:ext cx="1606550" cy="519113"/>
          </a:xfrm>
          <a:prstGeom prst="rect">
            <a:avLst/>
          </a:prstGeom>
          <a:noFill/>
          <a:ln w="9525">
            <a:noFill/>
          </a:ln>
        </p:spPr>
        <p:txBody>
          <a:bodyPr wrap="none" anchor="ctr"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的形式。</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74837" name="Rectangle 85"/>
          <p:cNvSpPr/>
          <p:nvPr/>
        </p:nvSpPr>
        <p:spPr>
          <a:xfrm>
            <a:off x="1524000" y="4991100"/>
            <a:ext cx="3143250" cy="519113"/>
          </a:xfrm>
          <a:prstGeom prst="rect">
            <a:avLst/>
          </a:prstGeom>
          <a:noFill/>
          <a:ln w="9525">
            <a:noFill/>
          </a:ln>
        </p:spPr>
        <p:txBody>
          <a:bodyPr wrap="none" anchor="ctr"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不满足行波条件： </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graphicFrame>
        <p:nvGraphicFramePr>
          <p:cNvPr id="74838" name="Object 86"/>
          <p:cNvGraphicFramePr>
            <a:graphicFrameLocks noChangeAspect="1"/>
          </p:cNvGraphicFramePr>
          <p:nvPr/>
        </p:nvGraphicFramePr>
        <p:xfrm>
          <a:off x="4572000" y="5033963"/>
          <a:ext cx="4038600" cy="476250"/>
        </p:xfrm>
        <a:graphic>
          <a:graphicData uri="http://schemas.openxmlformats.org/presentationml/2006/ole">
            <mc:AlternateContent xmlns:mc="http://schemas.openxmlformats.org/markup-compatibility/2006">
              <mc:Choice xmlns:v="urn:schemas-microsoft-com:vml" Requires="v">
                <p:oleObj spid="_x0000_s3201" name="" r:id="rId5" imgW="1688465" imgH="203200" progId="Equation.3">
                  <p:embed/>
                </p:oleObj>
              </mc:Choice>
              <mc:Fallback>
                <p:oleObj name="" r:id="rId5" imgW="1688465" imgH="203200" progId="Equation.3">
                  <p:embed/>
                  <p:pic>
                    <p:nvPicPr>
                      <p:cNvPr id="0" name="图片 3200"/>
                      <p:cNvPicPr/>
                      <p:nvPr/>
                    </p:nvPicPr>
                    <p:blipFill>
                      <a:blip r:embed="rId6"/>
                      <a:stretch>
                        <a:fillRect/>
                      </a:stretch>
                    </p:blipFill>
                    <p:spPr>
                      <a:xfrm>
                        <a:off x="4572000" y="5033963"/>
                        <a:ext cx="4038600" cy="476250"/>
                      </a:xfrm>
                      <a:prstGeom prst="rect">
                        <a:avLst/>
                      </a:prstGeom>
                      <a:noFill/>
                      <a:ln w="38100">
                        <a:noFill/>
                        <a:miter/>
                      </a:ln>
                    </p:spPr>
                  </p:pic>
                </p:oleObj>
              </mc:Fallback>
            </mc:AlternateContent>
          </a:graphicData>
        </a:graphic>
      </p:graphicFrame>
      <p:sp>
        <p:nvSpPr>
          <p:cNvPr id="74839" name="Rectangle 87"/>
          <p:cNvSpPr/>
          <p:nvPr/>
        </p:nvSpPr>
        <p:spPr>
          <a:xfrm>
            <a:off x="990600" y="5486400"/>
            <a:ext cx="8153400" cy="946150"/>
          </a:xfrm>
          <a:prstGeom prst="rect">
            <a:avLst/>
          </a:prstGeom>
          <a:noFill/>
          <a:ln w="9525">
            <a:noFill/>
          </a:ln>
        </p:spPr>
        <p:txBody>
          <a:bodyPr anchor="t"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意义：合成波没有波形、相位或能量的单向传输，</a:t>
            </a:r>
            <a:endParaRPr lang="zh-CN" altLang="en-US" sz="2800" b="1" dirty="0">
              <a:solidFill>
                <a:srgbClr val="000000"/>
              </a:solidFill>
              <a:latin typeface="华文中宋" panose="02010600040101010101" pitchFamily="2" charset="-122"/>
              <a:ea typeface="华文中宋" panose="02010600040101010101" pitchFamily="2" charset="-122"/>
            </a:endParaRPr>
          </a:p>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　　　不是行波，故称为驻波。 </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graphicFrame>
        <p:nvGraphicFramePr>
          <p:cNvPr id="2" name="Object 56"/>
          <p:cNvGraphicFramePr>
            <a:graphicFrameLocks noChangeAspect="1"/>
          </p:cNvGraphicFramePr>
          <p:nvPr/>
        </p:nvGraphicFramePr>
        <p:xfrm>
          <a:off x="4895850" y="4209891"/>
          <a:ext cx="2543810" cy="833120"/>
        </p:xfrm>
        <a:graphic>
          <a:graphicData uri="http://schemas.openxmlformats.org/presentationml/2006/ole">
            <mc:AlternateContent xmlns:mc="http://schemas.openxmlformats.org/markup-compatibility/2006">
              <mc:Choice xmlns:v="urn:schemas-microsoft-com:vml" Requires="v">
                <p:oleObj spid="_x0000_s3" name="" r:id="rId7" imgW="1079500" imgH="393700" progId="Equation.3">
                  <p:embed/>
                </p:oleObj>
              </mc:Choice>
              <mc:Fallback>
                <p:oleObj name="" r:id="rId7" imgW="1079500" imgH="393700" progId="Equation.3">
                  <p:embed/>
                  <p:pic>
                    <p:nvPicPr>
                      <p:cNvPr id="0" name="图片 3211"/>
                      <p:cNvPicPr/>
                      <p:nvPr/>
                    </p:nvPicPr>
                    <p:blipFill>
                      <a:blip r:embed="rId8"/>
                      <a:stretch>
                        <a:fillRect/>
                      </a:stretch>
                    </p:blipFill>
                    <p:spPr>
                      <a:xfrm>
                        <a:off x="4895850" y="4209891"/>
                        <a:ext cx="2543810" cy="833120"/>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4827"/>
                                        </p:tgtEl>
                                        <p:attrNameLst>
                                          <p:attrName>style.visibility</p:attrName>
                                        </p:attrNameLst>
                                      </p:cBhvr>
                                      <p:to>
                                        <p:strVal val="visible"/>
                                      </p:to>
                                    </p:set>
                                    <p:animEffect transition="in" filter="wipe(left)">
                                      <p:cBhvr>
                                        <p:cTn id="7" dur="500"/>
                                        <p:tgtEl>
                                          <p:spTgt spid="748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4832"/>
                                        </p:tgtEl>
                                        <p:attrNameLst>
                                          <p:attrName>style.visibility</p:attrName>
                                        </p:attrNameLst>
                                      </p:cBhvr>
                                      <p:to>
                                        <p:strVal val="visible"/>
                                      </p:to>
                                    </p:set>
                                    <p:animEffect transition="in" filter="wipe(left)">
                                      <p:cBhvr>
                                        <p:cTn id="10" dur="500"/>
                                        <p:tgtEl>
                                          <p:spTgt spid="7483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4834"/>
                                        </p:tgtEl>
                                        <p:attrNameLst>
                                          <p:attrName>style.visibility</p:attrName>
                                        </p:attrNameLst>
                                      </p:cBhvr>
                                      <p:to>
                                        <p:strVal val="visible"/>
                                      </p:to>
                                    </p:set>
                                    <p:animEffect transition="in" filter="wipe(left)">
                                      <p:cBhvr>
                                        <p:cTn id="15" dur="500"/>
                                        <p:tgtEl>
                                          <p:spTgt spid="7483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4836"/>
                                        </p:tgtEl>
                                        <p:attrNameLst>
                                          <p:attrName>style.visibility</p:attrName>
                                        </p:attrNameLst>
                                      </p:cBhvr>
                                      <p:to>
                                        <p:strVal val="visible"/>
                                      </p:to>
                                    </p:set>
                                    <p:animEffect transition="in" filter="wipe(left)">
                                      <p:cBhvr>
                                        <p:cTn id="25" dur="500"/>
                                        <p:tgtEl>
                                          <p:spTgt spid="7483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4837"/>
                                        </p:tgtEl>
                                        <p:attrNameLst>
                                          <p:attrName>style.visibility</p:attrName>
                                        </p:attrNameLst>
                                      </p:cBhvr>
                                      <p:to>
                                        <p:strVal val="visible"/>
                                      </p:to>
                                    </p:set>
                                    <p:animEffect transition="in" filter="wipe(left)">
                                      <p:cBhvr>
                                        <p:cTn id="30" dur="500"/>
                                        <p:tgtEl>
                                          <p:spTgt spid="7483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4838"/>
                                        </p:tgtEl>
                                        <p:attrNameLst>
                                          <p:attrName>style.visibility</p:attrName>
                                        </p:attrNameLst>
                                      </p:cBhvr>
                                      <p:to>
                                        <p:strVal val="visible"/>
                                      </p:to>
                                    </p:set>
                                    <p:animEffect transition="in" filter="wipe(left)">
                                      <p:cBhvr>
                                        <p:cTn id="35" dur="500"/>
                                        <p:tgtEl>
                                          <p:spTgt spid="7483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74839"/>
                                        </p:tgtEl>
                                        <p:attrNameLst>
                                          <p:attrName>style.visibility</p:attrName>
                                        </p:attrNameLst>
                                      </p:cBhvr>
                                      <p:to>
                                        <p:strVal val="visible"/>
                                      </p:to>
                                    </p:set>
                                    <p:animEffect transition="in" filter="blinds(horizontal)">
                                      <p:cBhvr>
                                        <p:cTn id="40" dur="500"/>
                                        <p:tgtEl>
                                          <p:spTgt spid="74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32" grpId="0"/>
      <p:bldP spid="74834" grpId="0"/>
      <p:bldP spid="74836" grpId="0"/>
      <p:bldP spid="74837" grpId="0"/>
      <p:bldP spid="7483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1430020" cy="396875"/>
            <a:chOff x="818" y="139"/>
            <a:chExt cx="4457"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驻波</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驻波</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grpSp>
        <p:nvGrpSpPr>
          <p:cNvPr id="46081" name="组合 121"/>
          <p:cNvGrpSpPr/>
          <p:nvPr/>
        </p:nvGrpSpPr>
        <p:grpSpPr>
          <a:xfrm>
            <a:off x="914400" y="990600"/>
            <a:ext cx="7086600" cy="585788"/>
            <a:chOff x="2860874" y="967048"/>
            <a:chExt cx="3569241" cy="841772"/>
          </a:xfrm>
        </p:grpSpPr>
        <p:sp>
          <p:nvSpPr>
            <p:cNvPr id="46082" name="AutoShape 2"/>
            <p:cNvSpPr/>
            <p:nvPr/>
          </p:nvSpPr>
          <p:spPr>
            <a:xfrm>
              <a:off x="2860874" y="967048"/>
              <a:ext cx="3547330" cy="841772"/>
            </a:xfrm>
            <a:prstGeom prst="roundRect">
              <a:avLst>
                <a:gd name="adj" fmla="val 50000"/>
              </a:avLst>
            </a:prstGeom>
            <a:gradFill rotWithShape="1">
              <a:gsLst>
                <a:gs pos="0">
                  <a:srgbClr val="2C3554"/>
                </a:gs>
                <a:gs pos="100000">
                  <a:srgbClr val="5F73B5"/>
                </a:gs>
              </a:gsLst>
              <a:lin ang="5400000" scaled="1"/>
              <a:tileRect/>
            </a:gradFill>
            <a:ln w="57150" cap="flat" cmpd="thickThin">
              <a:solidFill>
                <a:srgbClr val="DDDDDD"/>
              </a:solidFill>
              <a:prstDash val="solid"/>
              <a:round/>
              <a:headEnd type="none" w="med" len="med"/>
              <a:tailEnd type="none" w="med" len="med"/>
            </a:ln>
          </p:spPr>
          <p:txBody>
            <a:bodyPr wrap="none" anchor="ctr" anchorCtr="0"/>
            <a:p>
              <a:pPr algn="ctr">
                <a:lnSpc>
                  <a:spcPct val="85000"/>
                </a:lnSpc>
              </a:pPr>
              <a:endParaRPr lang="zh-CN" altLang="en-US" sz="2800" dirty="0">
                <a:solidFill>
                  <a:srgbClr val="FFFF66"/>
                </a:solidFill>
                <a:latin typeface="汉仪超粗宋简" pitchFamily="49" charset="-122"/>
                <a:ea typeface="汉仪超粗宋简" pitchFamily="49" charset="-122"/>
              </a:endParaRPr>
            </a:p>
          </p:txBody>
        </p:sp>
        <p:sp>
          <p:nvSpPr>
            <p:cNvPr id="46083" name="Rectangle 13"/>
            <p:cNvSpPr/>
            <p:nvPr/>
          </p:nvSpPr>
          <p:spPr>
            <a:xfrm>
              <a:off x="2952024" y="1051454"/>
              <a:ext cx="3478091" cy="654710"/>
            </a:xfrm>
            <a:prstGeom prst="rect">
              <a:avLst/>
            </a:prstGeom>
            <a:noFill/>
            <a:ln w="9525">
              <a:noFill/>
            </a:ln>
          </p:spPr>
          <p:txBody>
            <a:bodyPr anchor="t" anchorCtr="0">
              <a:spAutoFit/>
            </a:bodyPr>
            <a:p>
              <a:pPr eaLnBrk="0" hangingPunct="0">
                <a:lnSpc>
                  <a:spcPct val="85000"/>
                </a:lnSpc>
              </a:pPr>
              <a:r>
                <a:rPr lang="en-US" altLang="zh-CN" sz="2800" dirty="0">
                  <a:solidFill>
                    <a:srgbClr val="FFFF00"/>
                  </a:solidFill>
                  <a:latin typeface="汉仪超粗宋简" pitchFamily="49" charset="-122"/>
                  <a:ea typeface="汉仪超粗宋简" pitchFamily="49" charset="-122"/>
                </a:rPr>
                <a:t>2</a:t>
              </a:r>
              <a:r>
                <a:rPr lang="zh-CN" altLang="en-US" sz="2800" dirty="0">
                  <a:solidFill>
                    <a:srgbClr val="FFFF00"/>
                  </a:solidFill>
                  <a:latin typeface="汉仪超粗宋简" pitchFamily="49" charset="-122"/>
                  <a:ea typeface="汉仪超粗宋简" pitchFamily="49" charset="-122"/>
                </a:rPr>
                <a:t>、驻波方程</a:t>
              </a:r>
              <a:endParaRPr lang="en-US" altLang="zh-CN" sz="2800" dirty="0">
                <a:solidFill>
                  <a:srgbClr val="FFFF00"/>
                </a:solidFill>
                <a:latin typeface="汉仪超粗宋简" pitchFamily="49" charset="-122"/>
                <a:ea typeface="汉仪超粗宋简" pitchFamily="49" charset="-122"/>
              </a:endParaRPr>
            </a:p>
          </p:txBody>
        </p:sp>
      </p:grpSp>
      <p:sp>
        <p:nvSpPr>
          <p:cNvPr id="46084" name="Rectangle 8"/>
          <p:cNvSpPr/>
          <p:nvPr/>
        </p:nvSpPr>
        <p:spPr>
          <a:xfrm>
            <a:off x="3048635" y="1004888"/>
            <a:ext cx="4805680" cy="521970"/>
          </a:xfrm>
          <a:prstGeom prst="rect">
            <a:avLst/>
          </a:prstGeom>
          <a:noFill/>
          <a:ln w="9525">
            <a:noFill/>
          </a:ln>
        </p:spPr>
        <p:txBody>
          <a:bodyPr wrap="none" anchor="t" anchorCtr="0">
            <a:spAutoFit/>
          </a:bodyPr>
          <a:p>
            <a:pPr algn="ctr"/>
            <a:r>
              <a:rPr lang="zh-CN" altLang="en-US" sz="2800" dirty="0">
                <a:solidFill>
                  <a:srgbClr val="FFFF66"/>
                </a:solidFill>
                <a:latin typeface="Times New Roman" panose="02020603050405020304" pitchFamily="18" charset="0"/>
                <a:ea typeface="汉仪超粗宋简" pitchFamily="49" charset="-122"/>
              </a:rPr>
              <a:t>（选择某波腹处为坐标原点）</a:t>
            </a:r>
            <a:endParaRPr lang="zh-CN" altLang="en-US" sz="2800" dirty="0">
              <a:solidFill>
                <a:srgbClr val="FFFF66"/>
              </a:solidFill>
              <a:latin typeface="Times New Roman" panose="02020603050405020304" pitchFamily="18" charset="0"/>
              <a:ea typeface="汉仪超粗宋简" pitchFamily="49" charset="-122"/>
            </a:endParaRPr>
          </a:p>
        </p:txBody>
      </p:sp>
      <p:grpSp>
        <p:nvGrpSpPr>
          <p:cNvPr id="46104" name="Group 28"/>
          <p:cNvGrpSpPr/>
          <p:nvPr/>
        </p:nvGrpSpPr>
        <p:grpSpPr>
          <a:xfrm>
            <a:off x="346710" y="3147060"/>
            <a:ext cx="8382000" cy="3296183"/>
            <a:chOff x="273" y="2704"/>
            <a:chExt cx="5081" cy="1275"/>
          </a:xfrm>
        </p:grpSpPr>
        <p:grpSp>
          <p:nvGrpSpPr>
            <p:cNvPr id="46105" name="Group 29"/>
            <p:cNvGrpSpPr/>
            <p:nvPr/>
          </p:nvGrpSpPr>
          <p:grpSpPr>
            <a:xfrm>
              <a:off x="273" y="2704"/>
              <a:ext cx="5081" cy="1275"/>
              <a:chOff x="273" y="2704"/>
              <a:chExt cx="5081" cy="1275"/>
            </a:xfrm>
          </p:grpSpPr>
          <p:sp>
            <p:nvSpPr>
              <p:cNvPr id="46106" name="AutoShape 8" descr="羊皮纸"/>
              <p:cNvSpPr/>
              <p:nvPr/>
            </p:nvSpPr>
            <p:spPr>
              <a:xfrm>
                <a:off x="521" y="2719"/>
                <a:ext cx="4833" cy="1260"/>
              </a:xfrm>
              <a:prstGeom prst="roundRect">
                <a:avLst>
                  <a:gd name="adj" fmla="val 8676"/>
                </a:avLst>
              </a:prstGeom>
              <a:blipFill rotWithShape="1">
                <a:blip r:embed="rId1"/>
              </a:blipFill>
              <a:ln w="9525" cap="flat" cmpd="sng">
                <a:solidFill>
                  <a:schemeClr val="folHlink"/>
                </a:solidFill>
                <a:prstDash val="solid"/>
                <a:round/>
                <a:headEnd type="none" w="med" len="med"/>
                <a:tailEnd type="none" w="med" len="med"/>
              </a:ln>
            </p:spPr>
            <p:txBody>
              <a:bodyPr wrap="none" anchor="ctr" anchorCtr="0"/>
              <a:p>
                <a:endParaRPr lang="zh-CN" altLang="en-US" sz="1800" dirty="0">
                  <a:latin typeface="Arial" panose="020B0604020202020204" pitchFamily="34" charset="0"/>
                  <a:ea typeface="微软雅黑" panose="020B0503020204020204" pitchFamily="34" charset="-122"/>
                </a:endParaRPr>
              </a:p>
            </p:txBody>
          </p:sp>
          <p:pic>
            <p:nvPicPr>
              <p:cNvPr id="46107" name="Picture 31"/>
              <p:cNvPicPr>
                <a:picLocks noChangeAspect="1"/>
              </p:cNvPicPr>
              <p:nvPr/>
            </p:nvPicPr>
            <p:blipFill>
              <a:blip r:embed="rId2"/>
              <a:stretch>
                <a:fillRect/>
              </a:stretch>
            </p:blipFill>
            <p:spPr>
              <a:xfrm>
                <a:off x="273" y="2704"/>
                <a:ext cx="449" cy="1275"/>
              </a:xfrm>
              <a:prstGeom prst="rect">
                <a:avLst/>
              </a:prstGeom>
              <a:noFill/>
              <a:ln w="9525">
                <a:noFill/>
              </a:ln>
            </p:spPr>
          </p:pic>
        </p:grpSp>
        <p:sp>
          <p:nvSpPr>
            <p:cNvPr id="46108" name="Text Box 4"/>
            <p:cNvSpPr txBox="1"/>
            <p:nvPr/>
          </p:nvSpPr>
          <p:spPr>
            <a:xfrm>
              <a:off x="319" y="2886"/>
              <a:ext cx="408" cy="815"/>
            </a:xfrm>
            <a:prstGeom prst="rect">
              <a:avLst/>
            </a:prstGeom>
            <a:noFill/>
            <a:ln w="38100">
              <a:noFill/>
            </a:ln>
          </p:spPr>
          <p:txBody>
            <a:bodyPr vert="eaVert" anchor="ctr" anchorCtr="0"/>
            <a:p>
              <a:pPr algn="ctr"/>
              <a:endParaRPr lang="zh-CN" altLang="en-US" sz="2800" dirty="0">
                <a:latin typeface="微软雅黑" panose="020B0503020204020204" pitchFamily="34" charset="-122"/>
                <a:ea typeface="微软雅黑" panose="020B0503020204020204" pitchFamily="34" charset="-122"/>
              </a:endParaRPr>
            </a:p>
          </p:txBody>
        </p:sp>
      </p:grpSp>
      <p:sp>
        <p:nvSpPr>
          <p:cNvPr id="46109" name="Rectangle 33"/>
          <p:cNvSpPr/>
          <p:nvPr/>
        </p:nvSpPr>
        <p:spPr>
          <a:xfrm>
            <a:off x="445770" y="3975735"/>
            <a:ext cx="549275" cy="1677988"/>
          </a:xfrm>
          <a:prstGeom prst="rect">
            <a:avLst/>
          </a:prstGeom>
          <a:noFill/>
          <a:ln w="9525">
            <a:noFill/>
          </a:ln>
        </p:spPr>
        <p:txBody>
          <a:bodyPr anchor="t" anchorCtr="0">
            <a:spAutoFit/>
          </a:bodyPr>
          <a:p>
            <a:pPr algn="ctr"/>
            <a:r>
              <a:rPr lang="zh-CN" altLang="en-US" sz="2800" b="1" dirty="0">
                <a:solidFill>
                  <a:srgbClr val="000000"/>
                </a:solidFill>
                <a:latin typeface="微软雅黑" panose="020B0503020204020204" pitchFamily="34" charset="-122"/>
                <a:ea typeface="微软雅黑" panose="020B0503020204020204" pitchFamily="34" charset="-122"/>
              </a:rPr>
              <a:t>说</a:t>
            </a:r>
            <a:endParaRPr lang="zh-CN" altLang="en-US" sz="2800" b="1" dirty="0">
              <a:solidFill>
                <a:srgbClr val="000000"/>
              </a:solidFill>
              <a:latin typeface="微软雅黑" panose="020B0503020204020204" pitchFamily="34" charset="-122"/>
              <a:ea typeface="微软雅黑" panose="020B0503020204020204" pitchFamily="34" charset="-122"/>
            </a:endParaRPr>
          </a:p>
          <a:p>
            <a:pPr algn="ctr"/>
            <a:endParaRPr lang="zh-CN" altLang="en-US" sz="2800" b="1" dirty="0">
              <a:solidFill>
                <a:srgbClr val="000000"/>
              </a:solidFill>
              <a:latin typeface="微软雅黑" panose="020B0503020204020204" pitchFamily="34" charset="-122"/>
              <a:ea typeface="微软雅黑" panose="020B0503020204020204" pitchFamily="34" charset="-122"/>
            </a:endParaRPr>
          </a:p>
          <a:p>
            <a:pPr algn="ctr"/>
            <a:endParaRPr lang="zh-CN" altLang="en-US" sz="2000" b="1" dirty="0">
              <a:solidFill>
                <a:srgbClr val="000000"/>
              </a:solidFill>
              <a:latin typeface="微软雅黑" panose="020B0503020204020204" pitchFamily="34" charset="-122"/>
              <a:ea typeface="微软雅黑" panose="020B0503020204020204" pitchFamily="34" charset="-122"/>
            </a:endParaRPr>
          </a:p>
          <a:p>
            <a:pPr algn="ctr"/>
            <a:r>
              <a:rPr lang="zh-CN" altLang="en-US" sz="2800" b="1" dirty="0">
                <a:solidFill>
                  <a:srgbClr val="000000"/>
                </a:solidFill>
                <a:latin typeface="微软雅黑" panose="020B0503020204020204" pitchFamily="34" charset="-122"/>
                <a:ea typeface="微软雅黑" panose="020B0503020204020204" pitchFamily="34" charset="-122"/>
              </a:rPr>
              <a:t>明</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2" name="AutoShape 18"/>
          <p:cNvSpPr/>
          <p:nvPr/>
        </p:nvSpPr>
        <p:spPr>
          <a:xfrm rot="5400000">
            <a:off x="5654675" y="4077018"/>
            <a:ext cx="504825" cy="576262"/>
          </a:xfrm>
          <a:custGeom>
            <a:avLst/>
            <a:gdLst/>
            <a:ahLst/>
            <a:cxnLst>
              <a:cxn ang="17694720">
                <a:pos x="2147483646" y="0"/>
              </a:cxn>
              <a:cxn ang="11796480">
                <a:pos x="2147483646" y="2147483646"/>
              </a:cxn>
              <a:cxn ang="11796480">
                <a:pos x="0" y="2147483646"/>
              </a:cxn>
              <a:cxn ang="5898240">
                <a:pos x="2147483646" y="2147483646"/>
              </a:cxn>
              <a:cxn ang="0">
                <a:pos x="2147483646" y="2147483646"/>
              </a:cxn>
              <a:cxn ang="0">
                <a:pos x="2147483646" y="2147483646"/>
              </a:cxn>
            </a:cxnLst>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0066CC"/>
          </a:solidFill>
          <a:ln w="25400" cap="rnd" cmpd="sng">
            <a:solidFill>
              <a:srgbClr val="0066CC"/>
            </a:solidFill>
            <a:prstDash val="solid"/>
            <a:miter/>
            <a:headEnd type="none" w="med" len="med"/>
            <a:tailEnd type="none" w="med" len="med"/>
          </a:ln>
        </p:spPr>
        <p:txBody>
          <a:bodyPr/>
          <a:p>
            <a:endParaRPr lang="zh-CN" altLang="en-US"/>
          </a:p>
        </p:txBody>
      </p:sp>
      <p:sp>
        <p:nvSpPr>
          <p:cNvPr id="236563" name="Text Box 19"/>
          <p:cNvSpPr txBox="1"/>
          <p:nvPr/>
        </p:nvSpPr>
        <p:spPr>
          <a:xfrm>
            <a:off x="6138863" y="4208780"/>
            <a:ext cx="2700337" cy="519113"/>
          </a:xfrm>
          <a:prstGeom prst="rect">
            <a:avLst/>
          </a:prstGeom>
          <a:noFill/>
          <a:ln w="9525">
            <a:noFill/>
          </a:ln>
        </p:spPr>
        <p:txBody>
          <a:bodyPr anchor="t"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简谐振动因子</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236565" name="AutoShape 21"/>
          <p:cNvSpPr/>
          <p:nvPr/>
        </p:nvSpPr>
        <p:spPr>
          <a:xfrm rot="-5400000" flipH="1">
            <a:off x="3521075" y="4077018"/>
            <a:ext cx="504825" cy="576262"/>
          </a:xfrm>
          <a:custGeom>
            <a:avLst/>
            <a:gdLst/>
            <a:ahLst/>
            <a:cxnLst>
              <a:cxn ang="17694720">
                <a:pos x="2147483646" y="0"/>
              </a:cxn>
              <a:cxn ang="11796480">
                <a:pos x="2147483646" y="2147483646"/>
              </a:cxn>
              <a:cxn ang="11796480">
                <a:pos x="0" y="2147483646"/>
              </a:cxn>
              <a:cxn ang="5898240">
                <a:pos x="2147483646" y="2147483646"/>
              </a:cxn>
              <a:cxn ang="0">
                <a:pos x="2147483646" y="2147483646"/>
              </a:cxn>
              <a:cxn ang="0">
                <a:pos x="2147483646" y="2147483646"/>
              </a:cxn>
            </a:cxnLst>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0066CC"/>
          </a:solidFill>
          <a:ln w="25400" cap="rnd" cmpd="sng">
            <a:solidFill>
              <a:srgbClr val="0066CC"/>
            </a:solidFill>
            <a:prstDash val="solid"/>
            <a:miter/>
            <a:headEnd type="none" w="med" len="med"/>
            <a:tailEnd type="none" w="med" len="med"/>
          </a:ln>
        </p:spPr>
        <p:txBody>
          <a:bodyPr/>
          <a:p>
            <a:endParaRPr lang="zh-CN" altLang="en-US"/>
          </a:p>
        </p:txBody>
      </p:sp>
      <p:sp>
        <p:nvSpPr>
          <p:cNvPr id="236566" name="Text Box 22"/>
          <p:cNvSpPr txBox="1"/>
          <p:nvPr/>
        </p:nvSpPr>
        <p:spPr>
          <a:xfrm>
            <a:off x="1905000" y="4205605"/>
            <a:ext cx="1800225" cy="519113"/>
          </a:xfrm>
          <a:prstGeom prst="rect">
            <a:avLst/>
          </a:prstGeom>
          <a:noFill/>
          <a:ln w="9525">
            <a:noFill/>
          </a:ln>
        </p:spPr>
        <p:txBody>
          <a:bodyPr anchor="t"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振幅因子</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152614" name="AutoShape 38"/>
          <p:cNvSpPr/>
          <p:nvPr/>
        </p:nvSpPr>
        <p:spPr>
          <a:xfrm>
            <a:off x="2971800" y="3243580"/>
            <a:ext cx="2100580" cy="1052830"/>
          </a:xfrm>
          <a:prstGeom prst="roundRect">
            <a:avLst>
              <a:gd name="adj" fmla="val 16667"/>
            </a:avLst>
          </a:prstGeom>
          <a:solidFill>
            <a:srgbClr val="FFFF00"/>
          </a:solidFill>
          <a:ln w="9525" cap="flat" cmpd="sng">
            <a:solidFill>
              <a:srgbClr val="0000FF"/>
            </a:solidFill>
            <a:prstDash val="solid"/>
            <a:round/>
            <a:headEnd type="none" w="med" len="med"/>
            <a:tailEnd type="none" w="med" len="med"/>
          </a:ln>
          <a:effectLst>
            <a:outerShdw dist="35921" dir="2699999" algn="ctr" rotWithShape="0">
              <a:srgbClr val="868686"/>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2615" name="AutoShape 39"/>
          <p:cNvSpPr/>
          <p:nvPr/>
        </p:nvSpPr>
        <p:spPr>
          <a:xfrm>
            <a:off x="5105400" y="3370580"/>
            <a:ext cx="1219200" cy="762000"/>
          </a:xfrm>
          <a:prstGeom prst="roundRect">
            <a:avLst>
              <a:gd name="adj" fmla="val 16667"/>
            </a:avLst>
          </a:prstGeom>
          <a:solidFill>
            <a:srgbClr val="FFFF99"/>
          </a:solidFill>
          <a:ln w="9525" cap="flat" cmpd="sng">
            <a:solidFill>
              <a:srgbClr val="0000FF"/>
            </a:solidFill>
            <a:prstDash val="solid"/>
            <a:round/>
            <a:headEnd type="none" w="med" len="med"/>
            <a:tailEnd type="none" w="med" len="med"/>
          </a:ln>
          <a:effectLst>
            <a:outerShdw dist="35921" dir="2699999" algn="ctr" rotWithShape="0">
              <a:srgbClr val="868686"/>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36572" name="Text Box 28"/>
          <p:cNvSpPr txBox="1"/>
          <p:nvPr/>
        </p:nvSpPr>
        <p:spPr>
          <a:xfrm>
            <a:off x="1403668" y="4617720"/>
            <a:ext cx="7516812" cy="977265"/>
          </a:xfrm>
          <a:prstGeom prst="rect">
            <a:avLst/>
          </a:prstGeom>
          <a:noFill/>
          <a:ln w="38100">
            <a:noFill/>
          </a:ln>
        </p:spPr>
        <p:txBody>
          <a:bodyPr anchor="t" anchorCtr="0">
            <a:spAutoFit/>
          </a:bodyPr>
          <a:p>
            <a:pPr eaLnBrk="0" hangingPunct="0">
              <a:lnSpc>
                <a:spcPct val="120000"/>
              </a:lnSpc>
            </a:pPr>
            <a:r>
              <a:rPr lang="zh-CN" altLang="en-US" sz="2400" b="1" dirty="0">
                <a:solidFill>
                  <a:srgbClr val="000000"/>
                </a:solidFill>
                <a:latin typeface="微软雅黑" panose="020B0503020204020204" pitchFamily="34" charset="-122"/>
                <a:ea typeface="微软雅黑" panose="020B0503020204020204" pitchFamily="34" charset="-122"/>
              </a:rPr>
              <a:t>表明：各点均作同频率的简谐振动，</a:t>
            </a:r>
            <a:endParaRPr lang="zh-CN" altLang="en-US" sz="2400" b="1" dirty="0">
              <a:solidFill>
                <a:srgbClr val="000000"/>
              </a:solidFill>
              <a:latin typeface="微软雅黑" panose="020B0503020204020204" pitchFamily="34" charset="-122"/>
              <a:ea typeface="微软雅黑" panose="020B0503020204020204" pitchFamily="34" charset="-122"/>
            </a:endParaRPr>
          </a:p>
          <a:p>
            <a:pPr eaLnBrk="0" hangingPunct="0">
              <a:lnSpc>
                <a:spcPct val="120000"/>
              </a:lnSpc>
            </a:pPr>
            <a:r>
              <a:rPr lang="zh-CN" altLang="en-US" sz="2400" b="1" dirty="0">
                <a:solidFill>
                  <a:srgbClr val="000000"/>
                </a:solidFill>
                <a:latin typeface="微软雅黑" panose="020B0503020204020204" pitchFamily="34" charset="-122"/>
                <a:ea typeface="微软雅黑" panose="020B0503020204020204" pitchFamily="34" charset="-122"/>
              </a:rPr>
              <a:t>　　　各点振幅随位置的不同而周期性变化。</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aphicFrame>
        <p:nvGraphicFramePr>
          <p:cNvPr id="45080" name="Object 56"/>
          <p:cNvGraphicFramePr>
            <a:graphicFrameLocks noChangeAspect="1"/>
          </p:cNvGraphicFramePr>
          <p:nvPr/>
        </p:nvGraphicFramePr>
        <p:xfrm>
          <a:off x="1548130" y="3268980"/>
          <a:ext cx="4823460" cy="994410"/>
        </p:xfrm>
        <a:graphic>
          <a:graphicData uri="http://schemas.openxmlformats.org/presentationml/2006/ole">
            <mc:AlternateContent xmlns:mc="http://schemas.openxmlformats.org/markup-compatibility/2006">
              <mc:Choice xmlns:v="urn:schemas-microsoft-com:vml" Requires="v">
                <p:oleObj spid="_x0000_s3212" name="" r:id="rId3" imgW="1854200" imgH="393700" progId="Equation.3">
                  <p:embed/>
                </p:oleObj>
              </mc:Choice>
              <mc:Fallback>
                <p:oleObj name="" r:id="rId3" imgW="1854200" imgH="393700" progId="Equation.3">
                  <p:embed/>
                  <p:pic>
                    <p:nvPicPr>
                      <p:cNvPr id="0" name="图片 3211"/>
                      <p:cNvPicPr/>
                      <p:nvPr/>
                    </p:nvPicPr>
                    <p:blipFill>
                      <a:blip r:embed="rId4"/>
                      <a:stretch>
                        <a:fillRect/>
                      </a:stretch>
                    </p:blipFill>
                    <p:spPr>
                      <a:xfrm>
                        <a:off x="1548130" y="3268980"/>
                        <a:ext cx="4823460" cy="994410"/>
                      </a:xfrm>
                      <a:prstGeom prst="rect">
                        <a:avLst/>
                      </a:prstGeom>
                      <a:noFill/>
                      <a:ln w="38100">
                        <a:noFill/>
                        <a:miter/>
                      </a:ln>
                    </p:spPr>
                  </p:pic>
                </p:oleObj>
              </mc:Fallback>
            </mc:AlternateContent>
          </a:graphicData>
        </a:graphic>
      </p:graphicFrame>
      <p:sp>
        <p:nvSpPr>
          <p:cNvPr id="3" name="Text Box 47"/>
          <p:cNvSpPr txBox="1"/>
          <p:nvPr/>
        </p:nvSpPr>
        <p:spPr>
          <a:xfrm>
            <a:off x="1510030" y="5586730"/>
            <a:ext cx="5426710" cy="460375"/>
          </a:xfrm>
          <a:prstGeom prst="rect">
            <a:avLst/>
          </a:prstGeom>
          <a:noFill/>
          <a:ln w="25400">
            <a:noFill/>
          </a:ln>
        </p:spPr>
        <p:txBody>
          <a:bodyPr wrap="square" anchor="t" anchorCtr="0">
            <a:spAutoFit/>
          </a:bodyPr>
          <a:p>
            <a:r>
              <a:rPr lang="zh-CN" altLang="en-US" sz="2400" b="1" dirty="0">
                <a:solidFill>
                  <a:srgbClr val="000000"/>
                </a:solidFill>
                <a:latin typeface="Times New Roman" panose="02020603050405020304" pitchFamily="18" charset="0"/>
                <a:ea typeface="微软雅黑" panose="020B0503020204020204" pitchFamily="34" charset="-122"/>
              </a:rPr>
              <a:t>波节：两个反相振动叠加，合振幅为零</a:t>
            </a:r>
            <a:endParaRPr lang="zh-CN" altLang="en-US" sz="2400" b="1" dirty="0">
              <a:solidFill>
                <a:srgbClr val="000000"/>
              </a:solidFill>
              <a:latin typeface="Times New Roman" panose="02020603050405020304" pitchFamily="18" charset="0"/>
              <a:ea typeface="微软雅黑" panose="020B0503020204020204" pitchFamily="34" charset="-122"/>
            </a:endParaRPr>
          </a:p>
        </p:txBody>
      </p:sp>
      <p:sp>
        <p:nvSpPr>
          <p:cNvPr id="4" name="Text Box 47"/>
          <p:cNvSpPr txBox="1"/>
          <p:nvPr/>
        </p:nvSpPr>
        <p:spPr>
          <a:xfrm>
            <a:off x="1510030" y="6008370"/>
            <a:ext cx="6796405" cy="460375"/>
          </a:xfrm>
          <a:prstGeom prst="rect">
            <a:avLst/>
          </a:prstGeom>
          <a:noFill/>
          <a:ln w="25400">
            <a:noFill/>
          </a:ln>
        </p:spPr>
        <p:txBody>
          <a:bodyPr wrap="square" anchor="t" anchorCtr="0">
            <a:spAutoFit/>
          </a:bodyPr>
          <a:p>
            <a:r>
              <a:rPr lang="zh-CN" altLang="en-US" sz="2400" b="1" dirty="0">
                <a:solidFill>
                  <a:srgbClr val="000000"/>
                </a:solidFill>
                <a:latin typeface="Times New Roman" panose="02020603050405020304" pitchFamily="18" charset="0"/>
                <a:ea typeface="微软雅黑" panose="020B0503020204020204" pitchFamily="34" charset="-122"/>
              </a:rPr>
              <a:t>波腹：两个同相振动叠加，合振幅最大</a:t>
            </a:r>
            <a:r>
              <a:rPr lang="en-US" altLang="zh-CN" sz="2400" b="1" dirty="0">
                <a:solidFill>
                  <a:srgbClr val="000000"/>
                </a:solidFill>
                <a:latin typeface="Times New Roman" panose="02020603050405020304" pitchFamily="18" charset="0"/>
                <a:ea typeface="微软雅黑" panose="020B0503020204020204" pitchFamily="34" charset="-122"/>
              </a:rPr>
              <a:t> </a:t>
            </a:r>
            <a:r>
              <a:rPr lang="zh-CN" altLang="en-US" sz="2400" b="1" dirty="0">
                <a:solidFill>
                  <a:srgbClr val="000000"/>
                </a:solidFill>
                <a:latin typeface="Times New Roman" panose="02020603050405020304" pitchFamily="18" charset="0"/>
                <a:ea typeface="微软雅黑" panose="020B0503020204020204" pitchFamily="34" charset="-122"/>
              </a:rPr>
              <a:t>，为</a:t>
            </a:r>
            <a:r>
              <a:rPr lang="en-US" altLang="zh-CN" sz="2400" b="1" dirty="0">
                <a:solidFill>
                  <a:srgbClr val="000000"/>
                </a:solidFill>
                <a:latin typeface="Times New Roman" panose="02020603050405020304" pitchFamily="18" charset="0"/>
                <a:ea typeface="微软雅黑" panose="020B0503020204020204" pitchFamily="34" charset="-122"/>
              </a:rPr>
              <a:t>2A</a:t>
            </a:r>
            <a:endParaRPr lang="en-US" altLang="zh-CN" sz="2400" b="1" dirty="0">
              <a:solidFill>
                <a:srgbClr val="000000"/>
              </a:solidFill>
              <a:latin typeface="Times New Roman" panose="02020603050405020304" pitchFamily="18" charset="0"/>
              <a:ea typeface="微软雅黑" panose="020B0503020204020204" pitchFamily="34" charset="-122"/>
            </a:endParaRPr>
          </a:p>
        </p:txBody>
      </p:sp>
      <p:grpSp>
        <p:nvGrpSpPr>
          <p:cNvPr id="154633" name="Group 9"/>
          <p:cNvGrpSpPr/>
          <p:nvPr/>
        </p:nvGrpSpPr>
        <p:grpSpPr>
          <a:xfrm>
            <a:off x="762000" y="1600200"/>
            <a:ext cx="7696200" cy="1662113"/>
            <a:chOff x="480" y="2985"/>
            <a:chExt cx="4848" cy="1047"/>
          </a:xfrm>
        </p:grpSpPr>
        <p:sp>
          <p:nvSpPr>
            <p:cNvPr id="48137" name="Line 10"/>
            <p:cNvSpPr/>
            <p:nvPr/>
          </p:nvSpPr>
          <p:spPr>
            <a:xfrm flipV="1">
              <a:off x="1680" y="3120"/>
              <a:ext cx="0" cy="912"/>
            </a:xfrm>
            <a:prstGeom prst="line">
              <a:avLst/>
            </a:prstGeom>
            <a:ln w="28575" cap="flat" cmpd="sng">
              <a:solidFill>
                <a:srgbClr val="990000"/>
              </a:solidFill>
              <a:prstDash val="solid"/>
              <a:round/>
              <a:headEnd type="none" w="med" len="med"/>
              <a:tailEnd type="triangle" w="med" len="med"/>
            </a:ln>
          </p:spPr>
        </p:sp>
        <p:sp>
          <p:nvSpPr>
            <p:cNvPr id="48138" name="Rectangle 11"/>
            <p:cNvSpPr/>
            <p:nvPr/>
          </p:nvSpPr>
          <p:spPr>
            <a:xfrm>
              <a:off x="5100" y="3552"/>
              <a:ext cx="228" cy="327"/>
            </a:xfrm>
            <a:prstGeom prst="rect">
              <a:avLst/>
            </a:prstGeom>
            <a:noFill/>
            <a:ln w="9525">
              <a:noFill/>
            </a:ln>
          </p:spPr>
          <p:txBody>
            <a:bodyPr wrap="none" anchor="t" anchorCtr="0">
              <a:spAutoFit/>
            </a:bodyPr>
            <a:p>
              <a:r>
                <a:rPr lang="en-US" altLang="zh-CN" sz="2800" b="1" i="1" dirty="0">
                  <a:solidFill>
                    <a:srgbClr val="990000"/>
                  </a:solidFill>
                  <a:latin typeface="Times New Roman" panose="02020603050405020304" pitchFamily="18" charset="0"/>
                  <a:ea typeface="宋体" panose="02010600030101010101" pitchFamily="2" charset="-122"/>
                </a:rPr>
                <a:t>x</a:t>
              </a:r>
              <a:endParaRPr lang="zh-CN" altLang="en-US" sz="2800" b="1" i="1" dirty="0">
                <a:solidFill>
                  <a:srgbClr val="990000"/>
                </a:solidFill>
                <a:latin typeface="Times New Roman" panose="02020603050405020304" pitchFamily="18" charset="0"/>
                <a:ea typeface="宋体" panose="02010600030101010101" pitchFamily="2" charset="-122"/>
              </a:endParaRPr>
            </a:p>
          </p:txBody>
        </p:sp>
        <p:grpSp>
          <p:nvGrpSpPr>
            <p:cNvPr id="48139" name="Group 12"/>
            <p:cNvGrpSpPr/>
            <p:nvPr/>
          </p:nvGrpSpPr>
          <p:grpSpPr>
            <a:xfrm>
              <a:off x="528" y="3408"/>
              <a:ext cx="4608" cy="384"/>
              <a:chOff x="528" y="3408"/>
              <a:chExt cx="4608" cy="384"/>
            </a:xfrm>
          </p:grpSpPr>
          <p:sp>
            <p:nvSpPr>
              <p:cNvPr id="48140" name="Freeform 13"/>
              <p:cNvSpPr/>
              <p:nvPr/>
            </p:nvSpPr>
            <p:spPr>
              <a:xfrm>
                <a:off x="2064" y="3408"/>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28575" cap="flat" cmpd="sng">
                <a:solidFill>
                  <a:srgbClr val="0033CC"/>
                </a:solidFill>
                <a:prstDash val="solid"/>
                <a:round/>
                <a:headEnd type="none" w="med" len="med"/>
                <a:tailEnd type="none" w="med" len="med"/>
              </a:ln>
            </p:spPr>
            <p:txBody>
              <a:bodyPr/>
              <a:p>
                <a:endParaRPr lang="zh-CN" altLang="en-US"/>
              </a:p>
            </p:txBody>
          </p:sp>
          <p:sp>
            <p:nvSpPr>
              <p:cNvPr id="48141" name="Freeform 14"/>
              <p:cNvSpPr/>
              <p:nvPr/>
            </p:nvSpPr>
            <p:spPr>
              <a:xfrm>
                <a:off x="3600" y="3408"/>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28575" cap="flat" cmpd="sng">
                <a:solidFill>
                  <a:srgbClr val="0033CC"/>
                </a:solidFill>
                <a:prstDash val="solid"/>
                <a:round/>
                <a:headEnd type="none" w="med" len="med"/>
                <a:tailEnd type="none" w="med" len="med"/>
              </a:ln>
            </p:spPr>
            <p:txBody>
              <a:bodyPr/>
              <a:p>
                <a:endParaRPr lang="zh-CN" altLang="en-US"/>
              </a:p>
            </p:txBody>
          </p:sp>
          <p:grpSp>
            <p:nvGrpSpPr>
              <p:cNvPr id="48142" name="Group 15"/>
              <p:cNvGrpSpPr/>
              <p:nvPr/>
            </p:nvGrpSpPr>
            <p:grpSpPr>
              <a:xfrm>
                <a:off x="528" y="3408"/>
                <a:ext cx="4608" cy="384"/>
                <a:chOff x="528" y="3408"/>
                <a:chExt cx="4608" cy="384"/>
              </a:xfrm>
            </p:grpSpPr>
            <p:sp>
              <p:nvSpPr>
                <p:cNvPr id="48143" name="Freeform 16"/>
                <p:cNvSpPr/>
                <p:nvPr/>
              </p:nvSpPr>
              <p:spPr>
                <a:xfrm>
                  <a:off x="528" y="3408"/>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28575" cap="flat" cmpd="sng">
                  <a:solidFill>
                    <a:srgbClr val="0033CC"/>
                  </a:solidFill>
                  <a:prstDash val="solid"/>
                  <a:round/>
                  <a:headEnd type="none" w="med" len="med"/>
                  <a:tailEnd type="none" w="med" len="med"/>
                </a:ln>
              </p:spPr>
              <p:txBody>
                <a:bodyPr/>
                <a:p>
                  <a:endParaRPr lang="zh-CN" altLang="en-US"/>
                </a:p>
              </p:txBody>
            </p:sp>
            <p:sp>
              <p:nvSpPr>
                <p:cNvPr id="48144" name="Freeform 17"/>
                <p:cNvSpPr/>
                <p:nvPr/>
              </p:nvSpPr>
              <p:spPr>
                <a:xfrm flipV="1">
                  <a:off x="528" y="3408"/>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28575" cap="flat" cmpd="sng">
                  <a:solidFill>
                    <a:srgbClr val="0033CC"/>
                  </a:solidFill>
                  <a:prstDash val="dash"/>
                  <a:round/>
                  <a:headEnd type="none" w="med" len="med"/>
                  <a:tailEnd type="none" w="med" len="med"/>
                </a:ln>
              </p:spPr>
              <p:txBody>
                <a:bodyPr/>
                <a:p>
                  <a:endParaRPr lang="zh-CN" altLang="en-US"/>
                </a:p>
              </p:txBody>
            </p:sp>
            <p:sp>
              <p:nvSpPr>
                <p:cNvPr id="48145" name="Freeform 18"/>
                <p:cNvSpPr/>
                <p:nvPr/>
              </p:nvSpPr>
              <p:spPr>
                <a:xfrm flipV="1">
                  <a:off x="2064" y="3408"/>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28575" cap="flat" cmpd="sng">
                  <a:solidFill>
                    <a:srgbClr val="0033CC"/>
                  </a:solidFill>
                  <a:prstDash val="dash"/>
                  <a:round/>
                  <a:headEnd type="none" w="med" len="med"/>
                  <a:tailEnd type="none" w="med" len="med"/>
                </a:ln>
              </p:spPr>
              <p:txBody>
                <a:bodyPr/>
                <a:p>
                  <a:endParaRPr lang="zh-CN" altLang="en-US"/>
                </a:p>
              </p:txBody>
            </p:sp>
            <p:sp>
              <p:nvSpPr>
                <p:cNvPr id="48146" name="Freeform 19"/>
                <p:cNvSpPr/>
                <p:nvPr/>
              </p:nvSpPr>
              <p:spPr>
                <a:xfrm flipV="1">
                  <a:off x="3600" y="3408"/>
                  <a:ext cx="1536" cy="38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28575" cap="flat" cmpd="sng">
                  <a:solidFill>
                    <a:srgbClr val="0033CC"/>
                  </a:solidFill>
                  <a:prstDash val="dash"/>
                  <a:round/>
                  <a:headEnd type="none" w="med" len="med"/>
                  <a:tailEnd type="none" w="med" len="med"/>
                </a:ln>
              </p:spPr>
              <p:txBody>
                <a:bodyPr/>
                <a:p>
                  <a:endParaRPr lang="zh-CN" altLang="en-US"/>
                </a:p>
              </p:txBody>
            </p:sp>
          </p:grpSp>
        </p:grpSp>
        <p:sp>
          <p:nvSpPr>
            <p:cNvPr id="48147" name="Line 20"/>
            <p:cNvSpPr/>
            <p:nvPr/>
          </p:nvSpPr>
          <p:spPr>
            <a:xfrm>
              <a:off x="480" y="3600"/>
              <a:ext cx="4848" cy="0"/>
            </a:xfrm>
            <a:prstGeom prst="line">
              <a:avLst/>
            </a:prstGeom>
            <a:ln w="28575" cap="flat" cmpd="sng">
              <a:solidFill>
                <a:srgbClr val="996600"/>
              </a:solidFill>
              <a:prstDash val="solid"/>
              <a:round/>
              <a:headEnd type="none" w="med" len="med"/>
              <a:tailEnd type="triangle" w="med" len="med"/>
            </a:ln>
          </p:spPr>
        </p:sp>
        <p:sp>
          <p:nvSpPr>
            <p:cNvPr id="48148" name="Text Box 21"/>
            <p:cNvSpPr txBox="1"/>
            <p:nvPr/>
          </p:nvSpPr>
          <p:spPr>
            <a:xfrm>
              <a:off x="1392" y="2985"/>
              <a:ext cx="192" cy="327"/>
            </a:xfrm>
            <a:prstGeom prst="rect">
              <a:avLst/>
            </a:prstGeom>
            <a:noFill/>
            <a:ln w="9525">
              <a:noFill/>
            </a:ln>
          </p:spPr>
          <p:txBody>
            <a:bodyPr anchor="t" anchorCtr="0">
              <a:spAutoFit/>
            </a:bodyPr>
            <a:p>
              <a:r>
                <a:rPr lang="en-US" altLang="zh-CN" sz="2800" b="1" i="1" dirty="0">
                  <a:solidFill>
                    <a:srgbClr val="990000"/>
                  </a:solidFill>
                  <a:latin typeface="Times New Roman" panose="02020603050405020304" pitchFamily="18" charset="0"/>
                  <a:ea typeface="宋体" panose="02010600030101010101" pitchFamily="2" charset="-122"/>
                </a:rPr>
                <a:t>y</a:t>
              </a:r>
              <a:endParaRPr lang="en-US" altLang="zh-CN" sz="2800" b="1" i="1" dirty="0">
                <a:solidFill>
                  <a:srgbClr val="990000"/>
                </a:solidFill>
                <a:latin typeface="Times New Roman" panose="02020603050405020304" pitchFamily="18" charset="0"/>
                <a:ea typeface="宋体" panose="02010600030101010101" pitchFamily="2" charset="-122"/>
              </a:endParaRPr>
            </a:p>
          </p:txBody>
        </p:sp>
        <p:sp>
          <p:nvSpPr>
            <p:cNvPr id="48149" name="Text Box 22"/>
            <p:cNvSpPr txBox="1"/>
            <p:nvPr/>
          </p:nvSpPr>
          <p:spPr>
            <a:xfrm>
              <a:off x="1392" y="3552"/>
              <a:ext cx="288" cy="327"/>
            </a:xfrm>
            <a:prstGeom prst="rect">
              <a:avLst/>
            </a:prstGeom>
            <a:noFill/>
            <a:ln w="9525">
              <a:noFill/>
            </a:ln>
          </p:spPr>
          <p:txBody>
            <a:bodyPr anchor="t" anchorCtr="0">
              <a:spAutoFit/>
            </a:bodyPr>
            <a:p>
              <a:r>
                <a:rPr lang="en-US" altLang="zh-CN" sz="2800" b="1" i="1" dirty="0">
                  <a:solidFill>
                    <a:srgbClr val="990000"/>
                  </a:solidFill>
                  <a:latin typeface="Times New Roman" panose="02020603050405020304" pitchFamily="18" charset="0"/>
                  <a:ea typeface="宋体" panose="02010600030101010101" pitchFamily="2" charset="-122"/>
                </a:rPr>
                <a:t>O</a:t>
              </a:r>
              <a:endParaRPr lang="en-US" altLang="zh-CN" sz="2800" b="1" i="1" dirty="0">
                <a:solidFill>
                  <a:srgbClr val="990000"/>
                </a:solidFill>
                <a:latin typeface="Times New Roman" panose="02020603050405020304" pitchFamily="18" charset="0"/>
                <a:ea typeface="宋体" panose="02010600030101010101" pitchFamily="2" charset="-122"/>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080"/>
                                        </p:tgtEl>
                                        <p:attrNameLst>
                                          <p:attrName>style.visibility</p:attrName>
                                        </p:attrNameLst>
                                      </p:cBhvr>
                                      <p:to>
                                        <p:strVal val="visible"/>
                                      </p:to>
                                    </p:set>
                                    <p:animEffect transition="in" filter="wipe(left)">
                                      <p:cBhvr>
                                        <p:cTn id="7" dur="500"/>
                                        <p:tgtEl>
                                          <p:spTgt spid="45080"/>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52614"/>
                                        </p:tgtEl>
                                        <p:attrNameLst>
                                          <p:attrName>style.visibility</p:attrName>
                                        </p:attrNameLst>
                                      </p:cBhvr>
                                      <p:to>
                                        <p:strVal val="visible"/>
                                      </p:to>
                                    </p:set>
                                    <p:animEffect transition="in" filter="wedge">
                                      <p:cBhvr>
                                        <p:cTn id="12" dur="2000"/>
                                        <p:tgtEl>
                                          <p:spTgt spid="152614"/>
                                        </p:tgtEl>
                                      </p:cBhvr>
                                    </p:animEffect>
                                  </p:childTnLst>
                                </p:cTn>
                              </p:par>
                            </p:childTnLst>
                          </p:cTn>
                        </p:par>
                        <p:par>
                          <p:cTn id="13" fill="hold">
                            <p:stCondLst>
                              <p:cond delay="2000"/>
                            </p:stCondLst>
                            <p:childTnLst>
                              <p:par>
                                <p:cTn id="14" presetID="22" presetClass="entr" presetSubtype="2" fill="hold" nodeType="afterEffect">
                                  <p:stCondLst>
                                    <p:cond delay="0"/>
                                  </p:stCondLst>
                                  <p:childTnLst>
                                    <p:set>
                                      <p:cBhvr>
                                        <p:cTn id="15" dur="1" fill="hold">
                                          <p:stCondLst>
                                            <p:cond delay="0"/>
                                          </p:stCondLst>
                                        </p:cTn>
                                        <p:tgtEl>
                                          <p:spTgt spid="236565"/>
                                        </p:tgtEl>
                                        <p:attrNameLst>
                                          <p:attrName>style.visibility</p:attrName>
                                        </p:attrNameLst>
                                      </p:cBhvr>
                                      <p:to>
                                        <p:strVal val="visible"/>
                                      </p:to>
                                    </p:set>
                                    <p:animEffect transition="in" filter="wipe(right)">
                                      <p:cBhvr>
                                        <p:cTn id="16" dur="500"/>
                                        <p:tgtEl>
                                          <p:spTgt spid="236565"/>
                                        </p:tgtEl>
                                      </p:cBhvr>
                                    </p:animEffect>
                                  </p:childTnLst>
                                </p:cTn>
                              </p:par>
                            </p:childTnLst>
                          </p:cTn>
                        </p:par>
                        <p:par>
                          <p:cTn id="17" fill="hold">
                            <p:stCondLst>
                              <p:cond delay="2500"/>
                            </p:stCondLst>
                            <p:childTnLst>
                              <p:par>
                                <p:cTn id="18" presetID="17" presetClass="entr" presetSubtype="2" fill="hold" grpId="0" nodeType="afterEffect">
                                  <p:stCondLst>
                                    <p:cond delay="0"/>
                                  </p:stCondLst>
                                  <p:childTnLst>
                                    <p:set>
                                      <p:cBhvr>
                                        <p:cTn id="19" dur="1" fill="hold">
                                          <p:stCondLst>
                                            <p:cond delay="0"/>
                                          </p:stCondLst>
                                        </p:cTn>
                                        <p:tgtEl>
                                          <p:spTgt spid="236566"/>
                                        </p:tgtEl>
                                        <p:attrNameLst>
                                          <p:attrName>style.visibility</p:attrName>
                                        </p:attrNameLst>
                                      </p:cBhvr>
                                      <p:to>
                                        <p:strVal val="visible"/>
                                      </p:to>
                                    </p:set>
                                    <p:anim calcmode="lin" valueType="num">
                                      <p:cBhvr>
                                        <p:cTn id="20" dur="500" fill="hold"/>
                                        <p:tgtEl>
                                          <p:spTgt spid="236566"/>
                                        </p:tgtEl>
                                        <p:attrNameLst>
                                          <p:attrName>ppt_x</p:attrName>
                                        </p:attrNameLst>
                                      </p:cBhvr>
                                      <p:tavLst>
                                        <p:tav tm="0">
                                          <p:val>
                                            <p:strVal val="#ppt_x+#ppt_w/2"/>
                                          </p:val>
                                        </p:tav>
                                        <p:tav tm="100000">
                                          <p:val>
                                            <p:strVal val="#ppt_x"/>
                                          </p:val>
                                        </p:tav>
                                      </p:tavLst>
                                    </p:anim>
                                    <p:anim calcmode="lin" valueType="num">
                                      <p:cBhvr>
                                        <p:cTn id="21" dur="500" fill="hold"/>
                                        <p:tgtEl>
                                          <p:spTgt spid="236566"/>
                                        </p:tgtEl>
                                        <p:attrNameLst>
                                          <p:attrName>ppt_y</p:attrName>
                                        </p:attrNameLst>
                                      </p:cBhvr>
                                      <p:tavLst>
                                        <p:tav tm="0">
                                          <p:val>
                                            <p:strVal val="#ppt_y"/>
                                          </p:val>
                                        </p:tav>
                                        <p:tav tm="100000">
                                          <p:val>
                                            <p:strVal val="#ppt_y"/>
                                          </p:val>
                                        </p:tav>
                                      </p:tavLst>
                                    </p:anim>
                                    <p:anim calcmode="lin" valueType="num">
                                      <p:cBhvr>
                                        <p:cTn id="22" dur="500" fill="hold"/>
                                        <p:tgtEl>
                                          <p:spTgt spid="236566"/>
                                        </p:tgtEl>
                                        <p:attrNameLst>
                                          <p:attrName>ppt_w</p:attrName>
                                        </p:attrNameLst>
                                      </p:cBhvr>
                                      <p:tavLst>
                                        <p:tav tm="0">
                                          <p:val>
                                            <p:fltVal val="0.000000"/>
                                          </p:val>
                                        </p:tav>
                                        <p:tav tm="100000">
                                          <p:val>
                                            <p:strVal val="#ppt_w"/>
                                          </p:val>
                                        </p:tav>
                                      </p:tavLst>
                                    </p:anim>
                                    <p:anim calcmode="lin" valueType="num">
                                      <p:cBhvr>
                                        <p:cTn id="23" dur="500" fill="hold"/>
                                        <p:tgtEl>
                                          <p:spTgt spid="236566"/>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0" presetClass="entr" presetSubtype="0" fill="hold" grpId="0" nodeType="clickEffect">
                                  <p:stCondLst>
                                    <p:cond delay="0"/>
                                  </p:stCondLst>
                                  <p:childTnLst>
                                    <p:set>
                                      <p:cBhvr>
                                        <p:cTn id="27" dur="1" fill="hold">
                                          <p:stCondLst>
                                            <p:cond delay="0"/>
                                          </p:stCondLst>
                                        </p:cTn>
                                        <p:tgtEl>
                                          <p:spTgt spid="152615"/>
                                        </p:tgtEl>
                                        <p:attrNameLst>
                                          <p:attrName>style.visibility</p:attrName>
                                        </p:attrNameLst>
                                      </p:cBhvr>
                                      <p:to>
                                        <p:strVal val="visible"/>
                                      </p:to>
                                    </p:set>
                                    <p:animEffect transition="in" filter="wedge">
                                      <p:cBhvr>
                                        <p:cTn id="28" dur="500"/>
                                        <p:tgtEl>
                                          <p:spTgt spid="152615"/>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par>
                          <p:cTn id="33" fill="hold">
                            <p:stCondLst>
                              <p:cond delay="1000"/>
                            </p:stCondLst>
                            <p:childTnLst>
                              <p:par>
                                <p:cTn id="34" presetID="17" presetClass="entr" presetSubtype="8" fill="hold" grpId="0" nodeType="afterEffect">
                                  <p:stCondLst>
                                    <p:cond delay="0"/>
                                  </p:stCondLst>
                                  <p:childTnLst>
                                    <p:set>
                                      <p:cBhvr>
                                        <p:cTn id="35" dur="1" fill="hold">
                                          <p:stCondLst>
                                            <p:cond delay="0"/>
                                          </p:stCondLst>
                                        </p:cTn>
                                        <p:tgtEl>
                                          <p:spTgt spid="236563"/>
                                        </p:tgtEl>
                                        <p:attrNameLst>
                                          <p:attrName>style.visibility</p:attrName>
                                        </p:attrNameLst>
                                      </p:cBhvr>
                                      <p:to>
                                        <p:strVal val="visible"/>
                                      </p:to>
                                    </p:set>
                                    <p:anim calcmode="lin" valueType="num">
                                      <p:cBhvr>
                                        <p:cTn id="36" dur="500" fill="hold"/>
                                        <p:tgtEl>
                                          <p:spTgt spid="236563"/>
                                        </p:tgtEl>
                                        <p:attrNameLst>
                                          <p:attrName>ppt_x</p:attrName>
                                        </p:attrNameLst>
                                      </p:cBhvr>
                                      <p:tavLst>
                                        <p:tav tm="0">
                                          <p:val>
                                            <p:strVal val="#ppt_x-#ppt_w/2"/>
                                          </p:val>
                                        </p:tav>
                                        <p:tav tm="100000">
                                          <p:val>
                                            <p:strVal val="#ppt_x"/>
                                          </p:val>
                                        </p:tav>
                                      </p:tavLst>
                                    </p:anim>
                                    <p:anim calcmode="lin" valueType="num">
                                      <p:cBhvr>
                                        <p:cTn id="37" dur="500" fill="hold"/>
                                        <p:tgtEl>
                                          <p:spTgt spid="236563"/>
                                        </p:tgtEl>
                                        <p:attrNameLst>
                                          <p:attrName>ppt_y</p:attrName>
                                        </p:attrNameLst>
                                      </p:cBhvr>
                                      <p:tavLst>
                                        <p:tav tm="0">
                                          <p:val>
                                            <p:strVal val="#ppt_y"/>
                                          </p:val>
                                        </p:tav>
                                        <p:tav tm="100000">
                                          <p:val>
                                            <p:strVal val="#ppt_y"/>
                                          </p:val>
                                        </p:tav>
                                      </p:tavLst>
                                    </p:anim>
                                    <p:anim calcmode="lin" valueType="num">
                                      <p:cBhvr>
                                        <p:cTn id="38" dur="500" fill="hold"/>
                                        <p:tgtEl>
                                          <p:spTgt spid="236563"/>
                                        </p:tgtEl>
                                        <p:attrNameLst>
                                          <p:attrName>ppt_w</p:attrName>
                                        </p:attrNameLst>
                                      </p:cBhvr>
                                      <p:tavLst>
                                        <p:tav tm="0">
                                          <p:val>
                                            <p:fltVal val="0.000000"/>
                                          </p:val>
                                        </p:tav>
                                        <p:tav tm="100000">
                                          <p:val>
                                            <p:strVal val="#ppt_w"/>
                                          </p:val>
                                        </p:tav>
                                      </p:tavLst>
                                    </p:anim>
                                    <p:anim calcmode="lin" valueType="num">
                                      <p:cBhvr>
                                        <p:cTn id="39" dur="500" fill="hold"/>
                                        <p:tgtEl>
                                          <p:spTgt spid="236563"/>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236572">
                                            <p:txEl>
                                              <p:charRg st="0" end="17"/>
                                            </p:txEl>
                                          </p:spTgt>
                                        </p:tgtEl>
                                        <p:attrNameLst>
                                          <p:attrName>style.visibility</p:attrName>
                                        </p:attrNameLst>
                                      </p:cBhvr>
                                      <p:to>
                                        <p:strVal val="visible"/>
                                      </p:to>
                                    </p:set>
                                    <p:anim calcmode="lin" valueType="num">
                                      <p:cBhvr>
                                        <p:cTn id="44" dur="500" fill="hold"/>
                                        <p:tgtEl>
                                          <p:spTgt spid="236572">
                                            <p:txEl>
                                              <p:charRg st="0" end="17"/>
                                            </p:txEl>
                                          </p:spTgt>
                                        </p:tgtEl>
                                        <p:attrNameLst>
                                          <p:attrName>ppt_w</p:attrName>
                                        </p:attrNameLst>
                                      </p:cBhvr>
                                      <p:tavLst>
                                        <p:tav tm="0">
                                          <p:val>
                                            <p:fltVal val="0.000000"/>
                                          </p:val>
                                        </p:tav>
                                        <p:tav tm="100000">
                                          <p:val>
                                            <p:strVal val="#ppt_w"/>
                                          </p:val>
                                        </p:tav>
                                      </p:tavLst>
                                    </p:anim>
                                    <p:anim calcmode="lin" valueType="num">
                                      <p:cBhvr>
                                        <p:cTn id="45" dur="500" fill="hold"/>
                                        <p:tgtEl>
                                          <p:spTgt spid="236572">
                                            <p:txEl>
                                              <p:charRg st="0" end="17"/>
                                            </p:txEl>
                                          </p:spTgt>
                                        </p:tgtEl>
                                        <p:attrNameLst>
                                          <p:attrName>ppt_h</p:attrName>
                                        </p:attrNameLst>
                                      </p:cBhvr>
                                      <p:tavLst>
                                        <p:tav tm="0">
                                          <p:val>
                                            <p:fltVal val="0.000000"/>
                                          </p:val>
                                        </p:tav>
                                        <p:tav tm="100000">
                                          <p:val>
                                            <p:strVal val="#ppt_h"/>
                                          </p:val>
                                        </p:tav>
                                      </p:tavLst>
                                    </p:anim>
                                    <p:animEffect transition="in" filter="fade">
                                      <p:cBhvr>
                                        <p:cTn id="46" dur="500"/>
                                        <p:tgtEl>
                                          <p:spTgt spid="236572">
                                            <p:txEl>
                                              <p:charRg st="0" end="1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236572">
                                            <p:txEl>
                                              <p:charRg st="17" end="38"/>
                                            </p:txEl>
                                          </p:spTgt>
                                        </p:tgtEl>
                                        <p:attrNameLst>
                                          <p:attrName>style.visibility</p:attrName>
                                        </p:attrNameLst>
                                      </p:cBhvr>
                                      <p:to>
                                        <p:strVal val="visible"/>
                                      </p:to>
                                    </p:set>
                                    <p:anim calcmode="lin" valueType="num">
                                      <p:cBhvr>
                                        <p:cTn id="51" dur="500" fill="hold"/>
                                        <p:tgtEl>
                                          <p:spTgt spid="236572">
                                            <p:txEl>
                                              <p:charRg st="17" end="38"/>
                                            </p:txEl>
                                          </p:spTgt>
                                        </p:tgtEl>
                                        <p:attrNameLst>
                                          <p:attrName>ppt_w</p:attrName>
                                        </p:attrNameLst>
                                      </p:cBhvr>
                                      <p:tavLst>
                                        <p:tav tm="0">
                                          <p:val>
                                            <p:fltVal val="0.000000"/>
                                          </p:val>
                                        </p:tav>
                                        <p:tav tm="100000">
                                          <p:val>
                                            <p:strVal val="#ppt_w"/>
                                          </p:val>
                                        </p:tav>
                                      </p:tavLst>
                                    </p:anim>
                                    <p:anim calcmode="lin" valueType="num">
                                      <p:cBhvr>
                                        <p:cTn id="52" dur="500" fill="hold"/>
                                        <p:tgtEl>
                                          <p:spTgt spid="236572">
                                            <p:txEl>
                                              <p:charRg st="17" end="38"/>
                                            </p:txEl>
                                          </p:spTgt>
                                        </p:tgtEl>
                                        <p:attrNameLst>
                                          <p:attrName>ppt_h</p:attrName>
                                        </p:attrNameLst>
                                      </p:cBhvr>
                                      <p:tavLst>
                                        <p:tav tm="0">
                                          <p:val>
                                            <p:fltVal val="0.000000"/>
                                          </p:val>
                                        </p:tav>
                                        <p:tav tm="100000">
                                          <p:val>
                                            <p:strVal val="#ppt_h"/>
                                          </p:val>
                                        </p:tav>
                                      </p:tavLst>
                                    </p:anim>
                                    <p:animEffect transition="in" filter="fade">
                                      <p:cBhvr>
                                        <p:cTn id="53" dur="500"/>
                                        <p:tgtEl>
                                          <p:spTgt spid="236572">
                                            <p:txEl>
                                              <p:charRg st="17" end="3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wipe(left)">
                                      <p:cBhvr>
                                        <p:cTn id="58" dur="500"/>
                                        <p:tgtEl>
                                          <p:spTgt spid="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wipe(left)">
                                      <p:cBhvr>
                                        <p:cTn id="63" dur="500"/>
                                        <p:tgtEl>
                                          <p:spTgt spid="4"/>
                                        </p:tgtEl>
                                      </p:cBhvr>
                                    </p:animEffect>
                                  </p:childTnLst>
                                </p:cTn>
                              </p:par>
                            </p:childTnLst>
                          </p:cTn>
                        </p:par>
                      </p:childTnLst>
                    </p:cTn>
                  </p:par>
                  <p:par>
                    <p:cTn id="64" fill="hold">
                      <p:stCondLst>
                        <p:cond delay="indefinite"/>
                      </p:stCondLst>
                      <p:childTnLst>
                        <p:par>
                          <p:cTn id="65" fill="hold">
                            <p:stCondLst>
                              <p:cond delay="0"/>
                            </p:stCondLst>
                            <p:childTnLst>
                              <p:par>
                                <p:cTn id="66" presetID="8" presetClass="entr" presetSubtype="32" fill="hold" nodeType="clickEffect">
                                  <p:stCondLst>
                                    <p:cond delay="0"/>
                                  </p:stCondLst>
                                  <p:childTnLst>
                                    <p:set>
                                      <p:cBhvr>
                                        <p:cTn id="67" dur="1" fill="hold">
                                          <p:stCondLst>
                                            <p:cond delay="0"/>
                                          </p:stCondLst>
                                        </p:cTn>
                                        <p:tgtEl>
                                          <p:spTgt spid="154633"/>
                                        </p:tgtEl>
                                        <p:attrNameLst>
                                          <p:attrName>style.visibility</p:attrName>
                                        </p:attrNameLst>
                                      </p:cBhvr>
                                      <p:to>
                                        <p:strVal val="visible"/>
                                      </p:to>
                                    </p:set>
                                    <p:animEffect transition="in" filter="diamond(out)">
                                      <p:cBhvr>
                                        <p:cTn id="68" dur="1000"/>
                                        <p:tgtEl>
                                          <p:spTgt spid="154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63" grpId="0"/>
      <p:bldP spid="236566" grpId="0"/>
      <p:bldP spid="152614" grpId="0" bldLvl="0" animBg="1"/>
      <p:bldP spid="152615" grpId="0" bldLvl="0" animBg="1"/>
      <p:bldP spid="3" grpId="0"/>
      <p:bldP spid="4" grpId="0"/>
      <p:bldP spid="3" grpId="1"/>
      <p:bldP spid="4"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1430020" cy="396875"/>
            <a:chOff x="818" y="139"/>
            <a:chExt cx="4457"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驻波</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驻波</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grpSp>
        <p:nvGrpSpPr>
          <p:cNvPr id="189459" name="Group 19"/>
          <p:cNvGrpSpPr/>
          <p:nvPr/>
        </p:nvGrpSpPr>
        <p:grpSpPr>
          <a:xfrm>
            <a:off x="4029710" y="1757045"/>
            <a:ext cx="5257800" cy="3886200"/>
            <a:chOff x="2976" y="1296"/>
            <a:chExt cx="2448" cy="1584"/>
          </a:xfrm>
        </p:grpSpPr>
        <p:sp>
          <p:nvSpPr>
            <p:cNvPr id="50178" name="Rectangle 20"/>
            <p:cNvSpPr/>
            <p:nvPr/>
          </p:nvSpPr>
          <p:spPr>
            <a:xfrm>
              <a:off x="2976" y="1296"/>
              <a:ext cx="2448" cy="1584"/>
            </a:xfrm>
            <a:prstGeom prst="rect">
              <a:avLst/>
            </a:prstGeom>
            <a:noFill/>
            <a:ln w="127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0179" name="Line 21"/>
            <p:cNvSpPr/>
            <p:nvPr/>
          </p:nvSpPr>
          <p:spPr>
            <a:xfrm>
              <a:off x="3072" y="2160"/>
              <a:ext cx="2256" cy="0"/>
            </a:xfrm>
            <a:prstGeom prst="line">
              <a:avLst/>
            </a:prstGeom>
            <a:ln w="19050" cap="flat" cmpd="sng">
              <a:solidFill>
                <a:schemeClr val="tx1"/>
              </a:solidFill>
              <a:prstDash val="solid"/>
              <a:round/>
              <a:headEnd type="none" w="med" len="med"/>
              <a:tailEnd type="triangle" w="sm" len="lg"/>
            </a:ln>
          </p:spPr>
        </p:sp>
        <p:sp>
          <p:nvSpPr>
            <p:cNvPr id="50180" name="Line 22"/>
            <p:cNvSpPr/>
            <p:nvPr/>
          </p:nvSpPr>
          <p:spPr>
            <a:xfrm>
              <a:off x="4128" y="1392"/>
              <a:ext cx="0" cy="1360"/>
            </a:xfrm>
            <a:prstGeom prst="line">
              <a:avLst/>
            </a:prstGeom>
            <a:ln w="19050">
              <a:noFill/>
            </a:ln>
          </p:spPr>
        </p:sp>
        <p:sp>
          <p:nvSpPr>
            <p:cNvPr id="50181" name="Line 23"/>
            <p:cNvSpPr/>
            <p:nvPr/>
          </p:nvSpPr>
          <p:spPr>
            <a:xfrm>
              <a:off x="4709" y="1424"/>
              <a:ext cx="0" cy="1360"/>
            </a:xfrm>
            <a:prstGeom prst="line">
              <a:avLst/>
            </a:prstGeom>
            <a:ln w="19050">
              <a:noFill/>
            </a:ln>
          </p:spPr>
        </p:sp>
        <p:sp>
          <p:nvSpPr>
            <p:cNvPr id="50182" name="Line 24"/>
            <p:cNvSpPr/>
            <p:nvPr/>
          </p:nvSpPr>
          <p:spPr>
            <a:xfrm>
              <a:off x="4990" y="1424"/>
              <a:ext cx="0" cy="1360"/>
            </a:xfrm>
            <a:prstGeom prst="line">
              <a:avLst/>
            </a:prstGeom>
            <a:ln w="28575">
              <a:noFill/>
            </a:ln>
          </p:spPr>
        </p:sp>
        <p:sp>
          <p:nvSpPr>
            <p:cNvPr id="50183" name="Line 25"/>
            <p:cNvSpPr/>
            <p:nvPr/>
          </p:nvSpPr>
          <p:spPr>
            <a:xfrm>
              <a:off x="4428" y="1424"/>
              <a:ext cx="0" cy="1360"/>
            </a:xfrm>
            <a:prstGeom prst="line">
              <a:avLst/>
            </a:prstGeom>
            <a:ln w="28575">
              <a:noFill/>
            </a:ln>
          </p:spPr>
        </p:sp>
        <p:sp>
          <p:nvSpPr>
            <p:cNvPr id="50184" name="Line 26"/>
            <p:cNvSpPr/>
            <p:nvPr/>
          </p:nvSpPr>
          <p:spPr>
            <a:xfrm>
              <a:off x="3866" y="1424"/>
              <a:ext cx="0" cy="1360"/>
            </a:xfrm>
            <a:prstGeom prst="line">
              <a:avLst/>
            </a:prstGeom>
            <a:ln w="28575">
              <a:noFill/>
            </a:ln>
          </p:spPr>
        </p:sp>
        <p:sp>
          <p:nvSpPr>
            <p:cNvPr id="50185" name="Freeform 27"/>
            <p:cNvSpPr/>
            <p:nvPr/>
          </p:nvSpPr>
          <p:spPr>
            <a:xfrm>
              <a:off x="3866" y="1956"/>
              <a:ext cx="1124" cy="403"/>
            </a:xfrm>
            <a:custGeom>
              <a:avLst/>
              <a:gdLst/>
              <a:ahLst/>
              <a:cxnLst>
                <a:cxn ang="0">
                  <a:pos x="0" y="0"/>
                </a:cxn>
                <a:cxn ang="0">
                  <a:pos x="177" y="0"/>
                </a:cxn>
                <a:cxn ang="0">
                  <a:pos x="353" y="0"/>
                </a:cxn>
                <a:cxn ang="0">
                  <a:pos x="528" y="0"/>
                </a:cxn>
                <a:cxn ang="0">
                  <a:pos x="705" y="0"/>
                </a:cxn>
              </a:cxnLst>
              <a:pathLst>
                <a:path w="1152" h="864">
                  <a:moveTo>
                    <a:pt x="0" y="432"/>
                  </a:moveTo>
                  <a:cubicBezTo>
                    <a:pt x="96" y="216"/>
                    <a:pt x="192" y="0"/>
                    <a:pt x="288" y="0"/>
                  </a:cubicBezTo>
                  <a:cubicBezTo>
                    <a:pt x="384" y="0"/>
                    <a:pt x="480" y="288"/>
                    <a:pt x="576" y="432"/>
                  </a:cubicBezTo>
                  <a:cubicBezTo>
                    <a:pt x="672" y="576"/>
                    <a:pt x="768" y="864"/>
                    <a:pt x="864" y="864"/>
                  </a:cubicBezTo>
                  <a:cubicBezTo>
                    <a:pt x="960" y="864"/>
                    <a:pt x="1104" y="504"/>
                    <a:pt x="1152" y="432"/>
                  </a:cubicBezTo>
                </a:path>
              </a:pathLst>
            </a:custGeom>
            <a:noFill/>
            <a:ln w="28575" cap="flat" cmpd="sng">
              <a:solidFill>
                <a:srgbClr val="CC0099"/>
              </a:solidFill>
              <a:prstDash val="dashDot"/>
              <a:round/>
              <a:headEnd type="none" w="med" len="med"/>
              <a:tailEnd type="none" w="med" len="med"/>
            </a:ln>
          </p:spPr>
          <p:txBody>
            <a:bodyPr/>
            <a:p>
              <a:endParaRPr lang="zh-CN" altLang="en-US"/>
            </a:p>
          </p:txBody>
        </p:sp>
        <p:sp>
          <p:nvSpPr>
            <p:cNvPr id="50186" name="Freeform 28"/>
            <p:cNvSpPr/>
            <p:nvPr/>
          </p:nvSpPr>
          <p:spPr>
            <a:xfrm>
              <a:off x="3866" y="2007"/>
              <a:ext cx="1124" cy="402"/>
            </a:xfrm>
            <a:custGeom>
              <a:avLst/>
              <a:gdLst/>
              <a:ahLst/>
              <a:cxnLst>
                <a:cxn ang="0">
                  <a:pos x="0" y="0"/>
                </a:cxn>
                <a:cxn ang="0">
                  <a:pos x="177" y="0"/>
                </a:cxn>
                <a:cxn ang="0">
                  <a:pos x="353" y="0"/>
                </a:cxn>
                <a:cxn ang="0">
                  <a:pos x="528" y="0"/>
                </a:cxn>
                <a:cxn ang="0">
                  <a:pos x="705" y="0"/>
                </a:cxn>
              </a:cxnLst>
              <a:pathLst>
                <a:path w="1152" h="864">
                  <a:moveTo>
                    <a:pt x="0" y="432"/>
                  </a:moveTo>
                  <a:cubicBezTo>
                    <a:pt x="96" y="216"/>
                    <a:pt x="192" y="0"/>
                    <a:pt x="288" y="0"/>
                  </a:cubicBezTo>
                  <a:cubicBezTo>
                    <a:pt x="384" y="0"/>
                    <a:pt x="480" y="288"/>
                    <a:pt x="576" y="432"/>
                  </a:cubicBezTo>
                  <a:cubicBezTo>
                    <a:pt x="672" y="576"/>
                    <a:pt x="768" y="864"/>
                    <a:pt x="864" y="864"/>
                  </a:cubicBezTo>
                  <a:cubicBezTo>
                    <a:pt x="960" y="864"/>
                    <a:pt x="1104" y="504"/>
                    <a:pt x="1152" y="432"/>
                  </a:cubicBezTo>
                </a:path>
              </a:pathLst>
            </a:custGeom>
            <a:noFill/>
            <a:ln w="28575" cap="flat" cmpd="sng">
              <a:solidFill>
                <a:srgbClr val="0000FF"/>
              </a:solidFill>
              <a:prstDash val="dash"/>
              <a:round/>
              <a:headEnd type="none" w="med" len="med"/>
              <a:tailEnd type="none" w="med" len="med"/>
            </a:ln>
          </p:spPr>
          <p:txBody>
            <a:bodyPr/>
            <a:p>
              <a:endParaRPr lang="zh-CN" altLang="en-US"/>
            </a:p>
          </p:txBody>
        </p:sp>
        <p:sp>
          <p:nvSpPr>
            <p:cNvPr id="50187" name="Freeform 29"/>
            <p:cNvSpPr/>
            <p:nvPr/>
          </p:nvSpPr>
          <p:spPr>
            <a:xfrm>
              <a:off x="3866" y="1664"/>
              <a:ext cx="1124" cy="1000"/>
            </a:xfrm>
            <a:custGeom>
              <a:avLst/>
              <a:gdLst/>
              <a:ahLst/>
              <a:cxnLst>
                <a:cxn ang="0">
                  <a:pos x="0" y="8034"/>
                </a:cxn>
                <a:cxn ang="0">
                  <a:pos x="177" y="0"/>
                </a:cxn>
                <a:cxn ang="0">
                  <a:pos x="353" y="8034"/>
                </a:cxn>
                <a:cxn ang="0">
                  <a:pos x="528" y="16076"/>
                </a:cxn>
                <a:cxn ang="0">
                  <a:pos x="705" y="8034"/>
                </a:cxn>
              </a:cxnLst>
              <a:pathLst>
                <a:path w="1152" h="864">
                  <a:moveTo>
                    <a:pt x="0" y="432"/>
                  </a:moveTo>
                  <a:cubicBezTo>
                    <a:pt x="96" y="216"/>
                    <a:pt x="192" y="0"/>
                    <a:pt x="288" y="0"/>
                  </a:cubicBezTo>
                  <a:cubicBezTo>
                    <a:pt x="384" y="0"/>
                    <a:pt x="480" y="288"/>
                    <a:pt x="576" y="432"/>
                  </a:cubicBezTo>
                  <a:cubicBezTo>
                    <a:pt x="672" y="576"/>
                    <a:pt x="768" y="864"/>
                    <a:pt x="864" y="864"/>
                  </a:cubicBezTo>
                  <a:cubicBezTo>
                    <a:pt x="960" y="864"/>
                    <a:pt x="1104" y="504"/>
                    <a:pt x="1152" y="432"/>
                  </a:cubicBezTo>
                </a:path>
              </a:pathLst>
            </a:custGeom>
            <a:noFill/>
            <a:ln w="38100" cap="flat" cmpd="sng">
              <a:solidFill>
                <a:srgbClr val="FF0000"/>
              </a:solidFill>
              <a:prstDash val="solid"/>
              <a:round/>
              <a:headEnd type="none" w="med" len="med"/>
              <a:tailEnd type="none" w="med" len="med"/>
            </a:ln>
          </p:spPr>
          <p:txBody>
            <a:bodyPr/>
            <a:p>
              <a:endParaRPr lang="zh-CN" altLang="en-US"/>
            </a:p>
          </p:txBody>
        </p:sp>
        <p:sp>
          <p:nvSpPr>
            <p:cNvPr id="50188" name="Oval 30"/>
            <p:cNvSpPr/>
            <p:nvPr/>
          </p:nvSpPr>
          <p:spPr>
            <a:xfrm>
              <a:off x="4943" y="2104"/>
              <a:ext cx="94" cy="80"/>
            </a:xfrm>
            <a:prstGeom prst="ellipse">
              <a:avLst/>
            </a:prstGeom>
            <a:gradFill rotWithShape="0">
              <a:gsLst>
                <a:gs pos="0">
                  <a:srgbClr val="FF3300"/>
                </a:gs>
                <a:gs pos="100000">
                  <a:srgbClr val="C22700"/>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0189" name="Oval 31"/>
            <p:cNvSpPr/>
            <p:nvPr/>
          </p:nvSpPr>
          <p:spPr>
            <a:xfrm>
              <a:off x="4381" y="2104"/>
              <a:ext cx="94" cy="80"/>
            </a:xfrm>
            <a:prstGeom prst="ellipse">
              <a:avLst/>
            </a:prstGeom>
            <a:gradFill rotWithShape="0">
              <a:gsLst>
                <a:gs pos="0">
                  <a:srgbClr val="FF3300"/>
                </a:gs>
                <a:gs pos="100000">
                  <a:srgbClr val="C22700"/>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0190" name="Oval 32"/>
            <p:cNvSpPr/>
            <p:nvPr/>
          </p:nvSpPr>
          <p:spPr>
            <a:xfrm>
              <a:off x="4100" y="1624"/>
              <a:ext cx="94" cy="80"/>
            </a:xfrm>
            <a:prstGeom prst="ellipse">
              <a:avLst/>
            </a:prstGeom>
            <a:gradFill rotWithShape="0">
              <a:gsLst>
                <a:gs pos="0">
                  <a:srgbClr val="FF99FF"/>
                </a:gs>
                <a:gs pos="100000">
                  <a:srgbClr val="C274C2"/>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0191" name="Oval 33"/>
            <p:cNvSpPr/>
            <p:nvPr/>
          </p:nvSpPr>
          <p:spPr>
            <a:xfrm>
              <a:off x="4662" y="2624"/>
              <a:ext cx="94" cy="80"/>
            </a:xfrm>
            <a:prstGeom prst="ellipse">
              <a:avLst/>
            </a:prstGeom>
            <a:gradFill rotWithShape="0">
              <a:gsLst>
                <a:gs pos="0">
                  <a:srgbClr val="FF99FF"/>
                </a:gs>
                <a:gs pos="100000">
                  <a:srgbClr val="C274C2"/>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0192" name="Line 34"/>
            <p:cNvSpPr/>
            <p:nvPr/>
          </p:nvSpPr>
          <p:spPr>
            <a:xfrm>
              <a:off x="3585" y="1424"/>
              <a:ext cx="0" cy="1360"/>
            </a:xfrm>
            <a:prstGeom prst="line">
              <a:avLst/>
            </a:prstGeom>
            <a:ln w="19050">
              <a:noFill/>
            </a:ln>
          </p:spPr>
        </p:sp>
        <p:sp>
          <p:nvSpPr>
            <p:cNvPr id="50193" name="Line 35"/>
            <p:cNvSpPr/>
            <p:nvPr/>
          </p:nvSpPr>
          <p:spPr>
            <a:xfrm>
              <a:off x="3304" y="1424"/>
              <a:ext cx="0" cy="1360"/>
            </a:xfrm>
            <a:prstGeom prst="line">
              <a:avLst/>
            </a:prstGeom>
            <a:ln w="28575">
              <a:noFill/>
            </a:ln>
          </p:spPr>
        </p:sp>
        <p:sp>
          <p:nvSpPr>
            <p:cNvPr id="50194" name="Freeform 36"/>
            <p:cNvSpPr/>
            <p:nvPr/>
          </p:nvSpPr>
          <p:spPr>
            <a:xfrm>
              <a:off x="3304" y="2184"/>
              <a:ext cx="562" cy="160"/>
            </a:xfrm>
            <a:custGeom>
              <a:avLst/>
              <a:gdLst/>
              <a:ahLst/>
              <a:cxnLst>
                <a:cxn ang="0">
                  <a:pos x="0" y="0"/>
                </a:cxn>
                <a:cxn ang="0">
                  <a:pos x="177" y="0"/>
                </a:cxn>
                <a:cxn ang="0">
                  <a:pos x="353" y="0"/>
                </a:cxn>
              </a:cxnLst>
              <a:pathLst>
                <a:path w="576" h="384">
                  <a:moveTo>
                    <a:pt x="0" y="0"/>
                  </a:moveTo>
                  <a:cubicBezTo>
                    <a:pt x="96" y="192"/>
                    <a:pt x="192" y="384"/>
                    <a:pt x="288" y="384"/>
                  </a:cubicBezTo>
                  <a:cubicBezTo>
                    <a:pt x="384" y="384"/>
                    <a:pt x="528" y="64"/>
                    <a:pt x="576" y="0"/>
                  </a:cubicBezTo>
                </a:path>
              </a:pathLst>
            </a:custGeom>
            <a:noFill/>
            <a:ln w="28575" cap="flat" cmpd="sng">
              <a:solidFill>
                <a:srgbClr val="0000FF"/>
              </a:solidFill>
              <a:prstDash val="dash"/>
              <a:round/>
              <a:headEnd type="none" w="med" len="med"/>
              <a:tailEnd type="none" w="med" len="med"/>
            </a:ln>
          </p:spPr>
          <p:txBody>
            <a:bodyPr/>
            <a:p>
              <a:endParaRPr lang="zh-CN" altLang="en-US"/>
            </a:p>
          </p:txBody>
        </p:sp>
        <p:sp>
          <p:nvSpPr>
            <p:cNvPr id="50195" name="Freeform 37"/>
            <p:cNvSpPr/>
            <p:nvPr/>
          </p:nvSpPr>
          <p:spPr>
            <a:xfrm>
              <a:off x="3304" y="2144"/>
              <a:ext cx="562" cy="160"/>
            </a:xfrm>
            <a:custGeom>
              <a:avLst/>
              <a:gdLst/>
              <a:ahLst/>
              <a:cxnLst>
                <a:cxn ang="0">
                  <a:pos x="0" y="0"/>
                </a:cxn>
                <a:cxn ang="0">
                  <a:pos x="177" y="0"/>
                </a:cxn>
                <a:cxn ang="0">
                  <a:pos x="353" y="0"/>
                </a:cxn>
              </a:cxnLst>
              <a:pathLst>
                <a:path w="576" h="384">
                  <a:moveTo>
                    <a:pt x="0" y="0"/>
                  </a:moveTo>
                  <a:cubicBezTo>
                    <a:pt x="96" y="192"/>
                    <a:pt x="192" y="384"/>
                    <a:pt x="288" y="384"/>
                  </a:cubicBezTo>
                  <a:cubicBezTo>
                    <a:pt x="384" y="384"/>
                    <a:pt x="528" y="64"/>
                    <a:pt x="576" y="0"/>
                  </a:cubicBezTo>
                </a:path>
              </a:pathLst>
            </a:custGeom>
            <a:noFill/>
            <a:ln w="28575" cap="flat" cmpd="sng">
              <a:solidFill>
                <a:srgbClr val="CC0099"/>
              </a:solidFill>
              <a:prstDash val="dash"/>
              <a:round/>
              <a:headEnd type="none" w="med" len="med"/>
              <a:tailEnd type="none" w="med" len="med"/>
            </a:ln>
          </p:spPr>
          <p:txBody>
            <a:bodyPr/>
            <a:p>
              <a:endParaRPr lang="zh-CN" altLang="en-US"/>
            </a:p>
          </p:txBody>
        </p:sp>
        <p:sp>
          <p:nvSpPr>
            <p:cNvPr id="50196" name="Freeform 38"/>
            <p:cNvSpPr/>
            <p:nvPr/>
          </p:nvSpPr>
          <p:spPr>
            <a:xfrm>
              <a:off x="3304" y="2144"/>
              <a:ext cx="562" cy="520"/>
            </a:xfrm>
            <a:custGeom>
              <a:avLst/>
              <a:gdLst/>
              <a:ahLst/>
              <a:cxnLst>
                <a:cxn ang="0">
                  <a:pos x="0" y="0"/>
                </a:cxn>
                <a:cxn ang="0">
                  <a:pos x="177" y="165015"/>
                </a:cxn>
                <a:cxn ang="0">
                  <a:pos x="353" y="0"/>
                </a:cxn>
              </a:cxnLst>
              <a:pathLst>
                <a:path w="576" h="384">
                  <a:moveTo>
                    <a:pt x="0" y="0"/>
                  </a:moveTo>
                  <a:cubicBezTo>
                    <a:pt x="96" y="192"/>
                    <a:pt x="192" y="384"/>
                    <a:pt x="288" y="384"/>
                  </a:cubicBezTo>
                  <a:cubicBezTo>
                    <a:pt x="384" y="384"/>
                    <a:pt x="528" y="64"/>
                    <a:pt x="576" y="0"/>
                  </a:cubicBezTo>
                </a:path>
              </a:pathLst>
            </a:custGeom>
            <a:noFill/>
            <a:ln w="38100" cap="flat" cmpd="sng">
              <a:solidFill>
                <a:srgbClr val="FF0000"/>
              </a:solidFill>
              <a:prstDash val="solid"/>
              <a:round/>
              <a:headEnd type="none" w="med" len="med"/>
              <a:tailEnd type="none" w="med" len="med"/>
            </a:ln>
          </p:spPr>
          <p:txBody>
            <a:bodyPr/>
            <a:p>
              <a:endParaRPr lang="zh-CN" altLang="en-US"/>
            </a:p>
          </p:txBody>
        </p:sp>
        <p:sp>
          <p:nvSpPr>
            <p:cNvPr id="50197" name="Oval 39"/>
            <p:cNvSpPr/>
            <p:nvPr/>
          </p:nvSpPr>
          <p:spPr>
            <a:xfrm>
              <a:off x="3538" y="2624"/>
              <a:ext cx="94" cy="80"/>
            </a:xfrm>
            <a:prstGeom prst="ellipse">
              <a:avLst/>
            </a:prstGeom>
            <a:gradFill rotWithShape="0">
              <a:gsLst>
                <a:gs pos="0">
                  <a:srgbClr val="FF99FF"/>
                </a:gs>
                <a:gs pos="100000">
                  <a:srgbClr val="C274C2"/>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0198" name="Oval 40"/>
            <p:cNvSpPr/>
            <p:nvPr/>
          </p:nvSpPr>
          <p:spPr>
            <a:xfrm>
              <a:off x="3257" y="2104"/>
              <a:ext cx="94" cy="80"/>
            </a:xfrm>
            <a:prstGeom prst="ellipse">
              <a:avLst/>
            </a:prstGeom>
            <a:gradFill rotWithShape="0">
              <a:gsLst>
                <a:gs pos="0">
                  <a:srgbClr val="FF3300"/>
                </a:gs>
                <a:gs pos="100000">
                  <a:srgbClr val="C22700"/>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0199" name="Oval 41"/>
            <p:cNvSpPr/>
            <p:nvPr/>
          </p:nvSpPr>
          <p:spPr>
            <a:xfrm>
              <a:off x="3819" y="2104"/>
              <a:ext cx="94" cy="80"/>
            </a:xfrm>
            <a:prstGeom prst="ellipse">
              <a:avLst/>
            </a:prstGeom>
            <a:gradFill rotWithShape="0">
              <a:gsLst>
                <a:gs pos="0">
                  <a:srgbClr val="FF3300"/>
                </a:gs>
                <a:gs pos="100000">
                  <a:srgbClr val="C22700"/>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50200" name="Object 42"/>
            <p:cNvGraphicFramePr>
              <a:graphicFrameLocks noChangeAspect="1"/>
            </p:cNvGraphicFramePr>
            <p:nvPr/>
          </p:nvGraphicFramePr>
          <p:xfrm>
            <a:off x="5040" y="2160"/>
            <a:ext cx="222" cy="240"/>
          </p:xfrm>
          <a:graphic>
            <a:graphicData uri="http://schemas.openxmlformats.org/presentationml/2006/ole">
              <mc:AlternateContent xmlns:mc="http://schemas.openxmlformats.org/markup-compatibility/2006">
                <mc:Choice xmlns:v="urn:schemas-microsoft-com:vml" Requires="v">
                  <p:oleObj spid="_x0000_s3245" name="" r:id="rId1" imgW="177800" imgH="190500" progId="Equation.3">
                    <p:embed/>
                  </p:oleObj>
                </mc:Choice>
                <mc:Fallback>
                  <p:oleObj name="" r:id="rId1" imgW="177800" imgH="190500" progId="Equation.3">
                    <p:embed/>
                    <p:pic>
                      <p:nvPicPr>
                        <p:cNvPr id="0" name="图片 3244"/>
                        <p:cNvPicPr/>
                        <p:nvPr/>
                      </p:nvPicPr>
                      <p:blipFill>
                        <a:blip r:embed="rId2"/>
                        <a:stretch>
                          <a:fillRect/>
                        </a:stretch>
                      </p:blipFill>
                      <p:spPr>
                        <a:xfrm>
                          <a:off x="5040" y="2160"/>
                          <a:ext cx="222" cy="240"/>
                        </a:xfrm>
                        <a:prstGeom prst="rect">
                          <a:avLst/>
                        </a:prstGeom>
                        <a:noFill/>
                        <a:ln w="38100">
                          <a:noFill/>
                          <a:miter/>
                        </a:ln>
                      </p:spPr>
                    </p:pic>
                  </p:oleObj>
                </mc:Fallback>
              </mc:AlternateContent>
            </a:graphicData>
          </a:graphic>
        </p:graphicFrame>
        <p:graphicFrame>
          <p:nvGraphicFramePr>
            <p:cNvPr id="50201" name="Object 43"/>
            <p:cNvGraphicFramePr>
              <a:graphicFrameLocks noChangeAspect="1"/>
            </p:cNvGraphicFramePr>
            <p:nvPr/>
          </p:nvGraphicFramePr>
          <p:xfrm>
            <a:off x="4219" y="1406"/>
            <a:ext cx="129" cy="243"/>
          </p:xfrm>
          <a:graphic>
            <a:graphicData uri="http://schemas.openxmlformats.org/presentationml/2006/ole">
              <mc:AlternateContent xmlns:mc="http://schemas.openxmlformats.org/markup-compatibility/2006">
                <mc:Choice xmlns:v="urn:schemas-microsoft-com:vml" Requires="v">
                  <p:oleObj spid="_x0000_s3244" name="" r:id="rId3" imgW="114300" imgH="215900" progId="Equation.3">
                    <p:embed/>
                  </p:oleObj>
                </mc:Choice>
                <mc:Fallback>
                  <p:oleObj name="" r:id="rId3" imgW="114300" imgH="215900" progId="Equation.3">
                    <p:embed/>
                    <p:pic>
                      <p:nvPicPr>
                        <p:cNvPr id="0" name="图片 3243"/>
                        <p:cNvPicPr/>
                        <p:nvPr/>
                      </p:nvPicPr>
                      <p:blipFill>
                        <a:blip r:embed="rId4"/>
                        <a:stretch>
                          <a:fillRect/>
                        </a:stretch>
                      </p:blipFill>
                      <p:spPr>
                        <a:xfrm>
                          <a:off x="4219" y="1406"/>
                          <a:ext cx="129" cy="243"/>
                        </a:xfrm>
                        <a:prstGeom prst="rect">
                          <a:avLst/>
                        </a:prstGeom>
                        <a:noFill/>
                        <a:ln w="38100">
                          <a:noFill/>
                          <a:miter/>
                        </a:ln>
                      </p:spPr>
                    </p:pic>
                  </p:oleObj>
                </mc:Fallback>
              </mc:AlternateContent>
            </a:graphicData>
          </a:graphic>
        </p:graphicFrame>
        <p:graphicFrame>
          <p:nvGraphicFramePr>
            <p:cNvPr id="50202" name="Object 44"/>
            <p:cNvGraphicFramePr>
              <a:graphicFrameLocks noChangeAspect="1"/>
            </p:cNvGraphicFramePr>
            <p:nvPr/>
          </p:nvGraphicFramePr>
          <p:xfrm>
            <a:off x="4153" y="2147"/>
            <a:ext cx="114" cy="218"/>
          </p:xfrm>
          <a:graphic>
            <a:graphicData uri="http://schemas.openxmlformats.org/presentationml/2006/ole">
              <mc:AlternateContent xmlns:mc="http://schemas.openxmlformats.org/markup-compatibility/2006">
                <mc:Choice xmlns:v="urn:schemas-microsoft-com:vml" Requires="v">
                  <p:oleObj spid="_x0000_s3247" name="" r:id="rId5" imgW="114300" imgH="215900" progId="Equation.3">
                    <p:embed/>
                  </p:oleObj>
                </mc:Choice>
                <mc:Fallback>
                  <p:oleObj name="" r:id="rId5" imgW="114300" imgH="215900" progId="Equation.3">
                    <p:embed/>
                    <p:pic>
                      <p:nvPicPr>
                        <p:cNvPr id="0" name="图片 3246"/>
                        <p:cNvPicPr/>
                        <p:nvPr/>
                      </p:nvPicPr>
                      <p:blipFill>
                        <a:blip r:embed="rId4"/>
                        <a:stretch>
                          <a:fillRect/>
                        </a:stretch>
                      </p:blipFill>
                      <p:spPr>
                        <a:xfrm>
                          <a:off x="4153" y="2147"/>
                          <a:ext cx="114" cy="218"/>
                        </a:xfrm>
                        <a:prstGeom prst="rect">
                          <a:avLst/>
                        </a:prstGeom>
                        <a:noFill/>
                        <a:ln w="38100">
                          <a:noFill/>
                          <a:miter/>
                        </a:ln>
                      </p:spPr>
                    </p:pic>
                  </p:oleObj>
                </mc:Fallback>
              </mc:AlternateContent>
            </a:graphicData>
          </a:graphic>
        </p:graphicFrame>
        <p:sp>
          <p:nvSpPr>
            <p:cNvPr id="50203" name="Line 45"/>
            <p:cNvSpPr/>
            <p:nvPr/>
          </p:nvSpPr>
          <p:spPr>
            <a:xfrm>
              <a:off x="4464" y="1488"/>
              <a:ext cx="336" cy="0"/>
            </a:xfrm>
            <a:prstGeom prst="line">
              <a:avLst/>
            </a:prstGeom>
            <a:ln w="38100" cap="flat" cmpd="sng">
              <a:solidFill>
                <a:srgbClr val="CC0099"/>
              </a:solidFill>
              <a:prstDash val="solid"/>
              <a:round/>
              <a:headEnd type="none" w="med" len="med"/>
              <a:tailEnd type="triangle" w="sm" len="lg"/>
            </a:ln>
          </p:spPr>
        </p:sp>
        <p:sp>
          <p:nvSpPr>
            <p:cNvPr id="50204" name="Line 46"/>
            <p:cNvSpPr/>
            <p:nvPr/>
          </p:nvSpPr>
          <p:spPr>
            <a:xfrm flipH="1" flipV="1">
              <a:off x="3504" y="1488"/>
              <a:ext cx="336" cy="14"/>
            </a:xfrm>
            <a:prstGeom prst="line">
              <a:avLst/>
            </a:prstGeom>
            <a:ln w="38100" cap="flat" cmpd="sng">
              <a:solidFill>
                <a:srgbClr val="0000FF"/>
              </a:solidFill>
              <a:prstDash val="solid"/>
              <a:round/>
              <a:headEnd type="none" w="med" len="med"/>
              <a:tailEnd type="triangle" w="sm" len="lg"/>
            </a:ln>
          </p:spPr>
        </p:sp>
        <p:graphicFrame>
          <p:nvGraphicFramePr>
            <p:cNvPr id="50205" name="Object 47"/>
            <p:cNvGraphicFramePr>
              <a:graphicFrameLocks noChangeAspect="1"/>
            </p:cNvGraphicFramePr>
            <p:nvPr/>
          </p:nvGraphicFramePr>
          <p:xfrm>
            <a:off x="4669" y="1974"/>
            <a:ext cx="68" cy="153"/>
          </p:xfrm>
          <a:graphic>
            <a:graphicData uri="http://schemas.openxmlformats.org/presentationml/2006/ole">
              <mc:AlternateContent xmlns:mc="http://schemas.openxmlformats.org/markup-compatibility/2006">
                <mc:Choice xmlns:v="urn:schemas-microsoft-com:vml" Requires="v">
                  <p:oleObj spid="_x0000_s3246" name="" r:id="rId6" imgW="114300" imgH="215900" progId="Equation.3">
                    <p:embed/>
                  </p:oleObj>
                </mc:Choice>
                <mc:Fallback>
                  <p:oleObj name="" r:id="rId6" imgW="114300" imgH="215900" progId="Equation.3">
                    <p:embed/>
                    <p:pic>
                      <p:nvPicPr>
                        <p:cNvPr id="0" name="图片 3245"/>
                        <p:cNvPicPr/>
                        <p:nvPr/>
                      </p:nvPicPr>
                      <p:blipFill>
                        <a:blip r:embed="rId4"/>
                        <a:stretch>
                          <a:fillRect/>
                        </a:stretch>
                      </p:blipFill>
                      <p:spPr>
                        <a:xfrm>
                          <a:off x="4669" y="1974"/>
                          <a:ext cx="68" cy="153"/>
                        </a:xfrm>
                        <a:prstGeom prst="rect">
                          <a:avLst/>
                        </a:prstGeom>
                        <a:noFill/>
                        <a:ln w="38100">
                          <a:noFill/>
                          <a:miter/>
                        </a:ln>
                      </p:spPr>
                    </p:pic>
                  </p:oleObj>
                </mc:Fallback>
              </mc:AlternateContent>
            </a:graphicData>
          </a:graphic>
        </p:graphicFrame>
        <p:graphicFrame>
          <p:nvGraphicFramePr>
            <p:cNvPr id="50206" name="Object 48"/>
            <p:cNvGraphicFramePr>
              <a:graphicFrameLocks noChangeAspect="1"/>
            </p:cNvGraphicFramePr>
            <p:nvPr/>
          </p:nvGraphicFramePr>
          <p:xfrm>
            <a:off x="3490" y="1953"/>
            <a:ext cx="68" cy="153"/>
          </p:xfrm>
          <a:graphic>
            <a:graphicData uri="http://schemas.openxmlformats.org/presentationml/2006/ole">
              <mc:AlternateContent xmlns:mc="http://schemas.openxmlformats.org/markup-compatibility/2006">
                <mc:Choice xmlns:v="urn:schemas-microsoft-com:vml" Requires="v">
                  <p:oleObj spid="_x0000_s3248" name="" r:id="rId7" imgW="114300" imgH="215900" progId="Equation.3">
                    <p:embed/>
                  </p:oleObj>
                </mc:Choice>
                <mc:Fallback>
                  <p:oleObj name="" r:id="rId7" imgW="114300" imgH="215900" progId="Equation.3">
                    <p:embed/>
                    <p:pic>
                      <p:nvPicPr>
                        <p:cNvPr id="0" name="图片 3247"/>
                        <p:cNvPicPr/>
                        <p:nvPr/>
                      </p:nvPicPr>
                      <p:blipFill>
                        <a:blip r:embed="rId4"/>
                        <a:stretch>
                          <a:fillRect/>
                        </a:stretch>
                      </p:blipFill>
                      <p:spPr>
                        <a:xfrm>
                          <a:off x="3490" y="1953"/>
                          <a:ext cx="68" cy="153"/>
                        </a:xfrm>
                        <a:prstGeom prst="rect">
                          <a:avLst/>
                        </a:prstGeom>
                        <a:noFill/>
                        <a:ln w="38100">
                          <a:noFill/>
                          <a:miter/>
                        </a:ln>
                      </p:spPr>
                    </p:pic>
                  </p:oleObj>
                </mc:Fallback>
              </mc:AlternateContent>
            </a:graphicData>
          </a:graphic>
        </p:graphicFrame>
      </p:grpSp>
      <p:sp>
        <p:nvSpPr>
          <p:cNvPr id="189489" name="Line 49"/>
          <p:cNvSpPr/>
          <p:nvPr/>
        </p:nvSpPr>
        <p:spPr>
          <a:xfrm flipH="1" flipV="1">
            <a:off x="5477510" y="2861945"/>
            <a:ext cx="476250" cy="952500"/>
          </a:xfrm>
          <a:prstGeom prst="line">
            <a:avLst/>
          </a:prstGeom>
          <a:ln w="28575" cap="flat" cmpd="sng">
            <a:solidFill>
              <a:srgbClr val="000000"/>
            </a:solidFill>
            <a:prstDash val="sysDot"/>
            <a:round/>
            <a:headEnd type="none" w="med" len="med"/>
            <a:tailEnd type="triangle" w="med" len="med"/>
          </a:ln>
        </p:spPr>
      </p:sp>
      <p:sp>
        <p:nvSpPr>
          <p:cNvPr id="189491" name="Text Box 51"/>
          <p:cNvSpPr txBox="1"/>
          <p:nvPr/>
        </p:nvSpPr>
        <p:spPr>
          <a:xfrm>
            <a:off x="4410710" y="2571433"/>
            <a:ext cx="1008063" cy="557212"/>
          </a:xfrm>
          <a:prstGeom prst="rect">
            <a:avLst/>
          </a:prstGeom>
          <a:noFill/>
          <a:ln w="38100" cap="flat" cmpd="sng">
            <a:solidFill>
              <a:srgbClr val="0000FF"/>
            </a:solidFill>
            <a:prstDash val="solid"/>
            <a:miter/>
            <a:headEnd type="none" w="med" len="med"/>
            <a:tailEnd type="none" w="med" len="med"/>
          </a:ln>
        </p:spPr>
        <p:txBody>
          <a:bodyPr anchor="t"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波节</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189494" name="Text Box 54"/>
          <p:cNvSpPr txBox="1"/>
          <p:nvPr/>
        </p:nvSpPr>
        <p:spPr>
          <a:xfrm>
            <a:off x="6087110" y="1580833"/>
            <a:ext cx="1008063" cy="557212"/>
          </a:xfrm>
          <a:prstGeom prst="rect">
            <a:avLst/>
          </a:prstGeom>
          <a:noFill/>
          <a:ln w="38100" cap="flat" cmpd="sng">
            <a:solidFill>
              <a:srgbClr val="0000FF"/>
            </a:solidFill>
            <a:prstDash val="solid"/>
            <a:miter/>
            <a:headEnd type="none" w="med" len="med"/>
            <a:tailEnd type="none" w="med" len="med"/>
          </a:ln>
        </p:spPr>
        <p:txBody>
          <a:bodyPr anchor="t"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波腹</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189495" name="Line 55"/>
          <p:cNvSpPr/>
          <p:nvPr/>
        </p:nvSpPr>
        <p:spPr>
          <a:xfrm flipV="1">
            <a:off x="6544310" y="2138045"/>
            <a:ext cx="0" cy="457200"/>
          </a:xfrm>
          <a:prstGeom prst="line">
            <a:avLst/>
          </a:prstGeom>
          <a:ln w="28575" cap="flat" cmpd="sng">
            <a:solidFill>
              <a:schemeClr val="tx1"/>
            </a:solidFill>
            <a:prstDash val="sysDot"/>
            <a:round/>
            <a:headEnd type="none" w="med" len="med"/>
            <a:tailEnd type="triangle" w="med" len="med"/>
          </a:ln>
        </p:spPr>
      </p:sp>
      <p:sp>
        <p:nvSpPr>
          <p:cNvPr id="189496" name="Line 56"/>
          <p:cNvSpPr/>
          <p:nvPr/>
        </p:nvSpPr>
        <p:spPr>
          <a:xfrm>
            <a:off x="7153910" y="3090545"/>
            <a:ext cx="0" cy="647700"/>
          </a:xfrm>
          <a:prstGeom prst="line">
            <a:avLst/>
          </a:prstGeom>
          <a:ln w="19050" cap="flat" cmpd="sng">
            <a:solidFill>
              <a:srgbClr val="000000"/>
            </a:solidFill>
            <a:prstDash val="dash"/>
            <a:round/>
            <a:headEnd type="none" w="med" len="med"/>
            <a:tailEnd type="none" w="med" len="med"/>
          </a:ln>
        </p:spPr>
      </p:sp>
      <p:sp>
        <p:nvSpPr>
          <p:cNvPr id="189497" name="Line 57"/>
          <p:cNvSpPr/>
          <p:nvPr/>
        </p:nvSpPr>
        <p:spPr>
          <a:xfrm>
            <a:off x="8373110" y="3052445"/>
            <a:ext cx="0" cy="647700"/>
          </a:xfrm>
          <a:prstGeom prst="line">
            <a:avLst/>
          </a:prstGeom>
          <a:ln w="19050" cap="flat" cmpd="sng">
            <a:solidFill>
              <a:srgbClr val="000000"/>
            </a:solidFill>
            <a:prstDash val="dash"/>
            <a:round/>
            <a:headEnd type="none" w="med" len="med"/>
            <a:tailEnd type="none" w="med" len="med"/>
          </a:ln>
        </p:spPr>
      </p:sp>
      <p:sp>
        <p:nvSpPr>
          <p:cNvPr id="189498" name="Line 58"/>
          <p:cNvSpPr/>
          <p:nvPr/>
        </p:nvSpPr>
        <p:spPr>
          <a:xfrm>
            <a:off x="7153910" y="3433445"/>
            <a:ext cx="1219200" cy="0"/>
          </a:xfrm>
          <a:prstGeom prst="line">
            <a:avLst/>
          </a:prstGeom>
          <a:ln w="19050" cap="rnd" cmpd="sng">
            <a:solidFill>
              <a:srgbClr val="000000"/>
            </a:solidFill>
            <a:prstDash val="solid"/>
            <a:round/>
            <a:headEnd type="triangle" w="med" len="med"/>
            <a:tailEnd type="triangle" w="med" len="med"/>
          </a:ln>
        </p:spPr>
      </p:sp>
      <p:sp>
        <p:nvSpPr>
          <p:cNvPr id="189516" name="Line 76"/>
          <p:cNvSpPr/>
          <p:nvPr/>
        </p:nvSpPr>
        <p:spPr>
          <a:xfrm>
            <a:off x="6544310" y="2747645"/>
            <a:ext cx="76200" cy="2895600"/>
          </a:xfrm>
          <a:prstGeom prst="line">
            <a:avLst/>
          </a:prstGeom>
          <a:ln w="19050" cap="flat" cmpd="sng">
            <a:solidFill>
              <a:srgbClr val="000000"/>
            </a:solidFill>
            <a:prstDash val="dash"/>
            <a:round/>
            <a:headEnd type="none" w="med" len="med"/>
            <a:tailEnd type="none" w="med" len="med"/>
          </a:ln>
        </p:spPr>
      </p:sp>
      <p:sp>
        <p:nvSpPr>
          <p:cNvPr id="189517" name="Line 77"/>
          <p:cNvSpPr/>
          <p:nvPr/>
        </p:nvSpPr>
        <p:spPr>
          <a:xfrm>
            <a:off x="7763510" y="5033645"/>
            <a:ext cx="0" cy="647700"/>
          </a:xfrm>
          <a:prstGeom prst="line">
            <a:avLst/>
          </a:prstGeom>
          <a:ln w="19050" cap="flat" cmpd="sng">
            <a:solidFill>
              <a:srgbClr val="000000"/>
            </a:solidFill>
            <a:prstDash val="dash"/>
            <a:round/>
            <a:headEnd type="none" w="med" len="med"/>
            <a:tailEnd type="none" w="med" len="med"/>
          </a:ln>
        </p:spPr>
      </p:sp>
      <p:sp>
        <p:nvSpPr>
          <p:cNvPr id="155692" name="AutoShape 44" descr="羊皮纸"/>
          <p:cNvSpPr/>
          <p:nvPr/>
        </p:nvSpPr>
        <p:spPr>
          <a:xfrm>
            <a:off x="914400" y="2237740"/>
            <a:ext cx="2503170" cy="1676400"/>
          </a:xfrm>
          <a:prstGeom prst="roundRect">
            <a:avLst>
              <a:gd name="adj" fmla="val 16667"/>
            </a:avLst>
          </a:prstGeom>
          <a:blipFill rotWithShape="1">
            <a:blip r:embed="rId8"/>
          </a:blipFill>
          <a:ln w="19050" cap="flat" cmpd="sng">
            <a:solidFill>
              <a:srgbClr val="0000FF"/>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55693" name="Group 45"/>
          <p:cNvGrpSpPr/>
          <p:nvPr/>
        </p:nvGrpSpPr>
        <p:grpSpPr>
          <a:xfrm>
            <a:off x="228600" y="1695450"/>
            <a:ext cx="4038600" cy="519113"/>
            <a:chOff x="282" y="3027"/>
            <a:chExt cx="1610" cy="337"/>
          </a:xfrm>
        </p:grpSpPr>
        <p:sp>
          <p:nvSpPr>
            <p:cNvPr id="50219" name="AutoShape 46"/>
            <p:cNvSpPr/>
            <p:nvPr/>
          </p:nvSpPr>
          <p:spPr>
            <a:xfrm>
              <a:off x="282" y="3032"/>
              <a:ext cx="1610" cy="317"/>
            </a:xfrm>
            <a:prstGeom prst="roundRect">
              <a:avLst>
                <a:gd name="adj" fmla="val 50000"/>
              </a:avLst>
            </a:prstGeom>
            <a:solidFill>
              <a:srgbClr val="FFFF99"/>
            </a:solidFill>
            <a:ln w="19050" cap="flat" cmpd="sng">
              <a:solidFill>
                <a:srgbClr val="C0C0C0"/>
              </a:solidFill>
              <a:prstDash val="solid"/>
              <a:round/>
              <a:headEnd type="none" w="med" len="med"/>
              <a:tailEnd type="none" w="med" len="med"/>
            </a:ln>
            <a:effectLst>
              <a:outerShdw dist="53882" dir="2699999" algn="ctr" rotWithShape="0">
                <a:srgbClr val="292929">
                  <a:alpha val="50000"/>
                </a:srgbClr>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0220" name="Text Box 47"/>
            <p:cNvSpPr txBox="1"/>
            <p:nvPr/>
          </p:nvSpPr>
          <p:spPr>
            <a:xfrm>
              <a:off x="340" y="3027"/>
              <a:ext cx="1496" cy="337"/>
            </a:xfrm>
            <a:prstGeom prst="rect">
              <a:avLst/>
            </a:prstGeom>
            <a:noFill/>
            <a:ln w="25400">
              <a:noFill/>
            </a:ln>
          </p:spPr>
          <p:txBody>
            <a:bodyPr anchor="t" anchorCtr="0">
              <a:spAutoFit/>
            </a:bodyPr>
            <a:p>
              <a:r>
                <a:rPr lang="zh-CN" altLang="en-US" sz="2800" b="1" dirty="0">
                  <a:solidFill>
                    <a:srgbClr val="000000"/>
                  </a:solidFill>
                  <a:latin typeface="Times New Roman" panose="02020603050405020304" pitchFamily="18" charset="0"/>
                  <a:ea typeface="微软雅黑" panose="020B0503020204020204" pitchFamily="34" charset="-122"/>
                </a:rPr>
                <a:t>相邻波节（腹）的间距</a:t>
              </a:r>
              <a:endParaRPr lang="zh-CN" altLang="en-US" sz="2800" b="1" dirty="0">
                <a:solidFill>
                  <a:srgbClr val="000000"/>
                </a:solidFill>
                <a:latin typeface="Times New Roman" panose="02020603050405020304" pitchFamily="18" charset="0"/>
                <a:ea typeface="微软雅黑" panose="020B0503020204020204" pitchFamily="34" charset="-122"/>
              </a:endParaRPr>
            </a:p>
          </p:txBody>
        </p:sp>
      </p:grpSp>
      <p:graphicFrame>
        <p:nvGraphicFramePr>
          <p:cNvPr id="155696" name="Object 48"/>
          <p:cNvGraphicFramePr>
            <a:graphicFrameLocks noChangeAspect="1"/>
          </p:cNvGraphicFramePr>
          <p:nvPr/>
        </p:nvGraphicFramePr>
        <p:xfrm>
          <a:off x="1003300" y="2309495"/>
          <a:ext cx="2273300" cy="1116013"/>
        </p:xfrm>
        <a:graphic>
          <a:graphicData uri="http://schemas.openxmlformats.org/presentationml/2006/ole">
            <mc:AlternateContent xmlns:mc="http://schemas.openxmlformats.org/markup-compatibility/2006">
              <mc:Choice xmlns:v="urn:schemas-microsoft-com:vml" Requires="v">
                <p:oleObj spid="_x0000_s3253" name="" r:id="rId9" imgW="812800" imgH="393700" progId="Equation.3">
                  <p:embed/>
                </p:oleObj>
              </mc:Choice>
              <mc:Fallback>
                <p:oleObj name="" r:id="rId9" imgW="812800" imgH="393700" progId="Equation.3">
                  <p:embed/>
                  <p:pic>
                    <p:nvPicPr>
                      <p:cNvPr id="0" name="图片 3252"/>
                      <p:cNvPicPr/>
                      <p:nvPr/>
                    </p:nvPicPr>
                    <p:blipFill>
                      <a:blip r:embed="rId10"/>
                      <a:stretch>
                        <a:fillRect/>
                      </a:stretch>
                    </p:blipFill>
                    <p:spPr>
                      <a:xfrm>
                        <a:off x="1003300" y="2309495"/>
                        <a:ext cx="2273300" cy="1116013"/>
                      </a:xfrm>
                      <a:prstGeom prst="rect">
                        <a:avLst/>
                      </a:prstGeom>
                      <a:noFill/>
                      <a:ln w="38100">
                        <a:noFill/>
                        <a:miter/>
                      </a:ln>
                    </p:spPr>
                  </p:pic>
                </p:oleObj>
              </mc:Fallback>
            </mc:AlternateContent>
          </a:graphicData>
        </a:graphic>
      </p:graphicFrame>
      <p:sp>
        <p:nvSpPr>
          <p:cNvPr id="155697" name="Rectangle 49"/>
          <p:cNvSpPr/>
          <p:nvPr/>
        </p:nvSpPr>
        <p:spPr>
          <a:xfrm>
            <a:off x="1208088" y="3390583"/>
            <a:ext cx="2068512" cy="519112"/>
          </a:xfrm>
          <a:prstGeom prst="rect">
            <a:avLst/>
          </a:prstGeom>
          <a:noFill/>
          <a:ln w="9525">
            <a:noFill/>
          </a:ln>
        </p:spPr>
        <p:txBody>
          <a:bodyPr wrap="none" anchor="ctr" anchorCtr="0">
            <a:spAutoFit/>
          </a:bodyPr>
          <a:p>
            <a:pPr algn="ctr" eaLnBrk="0" hangingPunct="0"/>
            <a:r>
              <a:rPr lang="en-US" altLang="zh-CN" sz="2800" b="1" dirty="0">
                <a:solidFill>
                  <a:srgbClr val="000000"/>
                </a:solidFill>
                <a:latin typeface="华文中宋" panose="02010600040101010101" pitchFamily="2" charset="-122"/>
                <a:ea typeface="华文中宋" panose="02010600040101010101" pitchFamily="2" charset="-122"/>
              </a:rPr>
              <a:t>(</a:t>
            </a:r>
            <a:r>
              <a:rPr lang="zh-CN" altLang="en-US" sz="2800" b="1" dirty="0">
                <a:solidFill>
                  <a:srgbClr val="000000"/>
                </a:solidFill>
                <a:latin typeface="华文中宋" panose="02010600040101010101" pitchFamily="2" charset="-122"/>
                <a:ea typeface="华文中宋" panose="02010600040101010101" pitchFamily="2" charset="-122"/>
              </a:rPr>
              <a:t>普遍适用）</a:t>
            </a:r>
            <a:endParaRPr lang="en-US" altLang="zh-CN" sz="2800" b="1" dirty="0">
              <a:solidFill>
                <a:srgbClr val="000000"/>
              </a:solidFill>
              <a:latin typeface="华文中宋" panose="02010600040101010101" pitchFamily="2" charset="-122"/>
              <a:ea typeface="华文中宋" panose="02010600040101010101" pitchFamily="2" charset="-122"/>
            </a:endParaRPr>
          </a:p>
        </p:txBody>
      </p:sp>
      <p:sp>
        <p:nvSpPr>
          <p:cNvPr id="155698" name="Line 50"/>
          <p:cNvSpPr/>
          <p:nvPr/>
        </p:nvSpPr>
        <p:spPr>
          <a:xfrm>
            <a:off x="5934710" y="3966845"/>
            <a:ext cx="0" cy="1676400"/>
          </a:xfrm>
          <a:prstGeom prst="line">
            <a:avLst/>
          </a:prstGeom>
          <a:ln w="19050" cap="flat" cmpd="sng">
            <a:solidFill>
              <a:srgbClr val="000000"/>
            </a:solidFill>
            <a:prstDash val="dash"/>
            <a:round/>
            <a:headEnd type="none" w="med" len="med"/>
            <a:tailEnd type="none" w="med" len="med"/>
          </a:ln>
        </p:spPr>
      </p:sp>
      <p:sp>
        <p:nvSpPr>
          <p:cNvPr id="155699" name="Line 51"/>
          <p:cNvSpPr/>
          <p:nvPr/>
        </p:nvSpPr>
        <p:spPr>
          <a:xfrm>
            <a:off x="5325110" y="5109845"/>
            <a:ext cx="0" cy="533400"/>
          </a:xfrm>
          <a:prstGeom prst="line">
            <a:avLst/>
          </a:prstGeom>
          <a:ln w="19050" cap="flat" cmpd="sng">
            <a:solidFill>
              <a:srgbClr val="000000"/>
            </a:solidFill>
            <a:prstDash val="dash"/>
            <a:round/>
            <a:headEnd type="none" w="med" len="med"/>
            <a:tailEnd type="none" w="med" len="med"/>
          </a:ln>
        </p:spPr>
      </p:sp>
      <p:sp>
        <p:nvSpPr>
          <p:cNvPr id="155703" name="AutoShape 55" descr="羊皮纸"/>
          <p:cNvSpPr/>
          <p:nvPr/>
        </p:nvSpPr>
        <p:spPr>
          <a:xfrm>
            <a:off x="1132205" y="4648200"/>
            <a:ext cx="2037080" cy="1676400"/>
          </a:xfrm>
          <a:prstGeom prst="roundRect">
            <a:avLst>
              <a:gd name="adj" fmla="val 16667"/>
            </a:avLst>
          </a:prstGeom>
          <a:blipFill rotWithShape="1">
            <a:blip r:embed="rId8"/>
          </a:blipFill>
          <a:ln w="19050" cap="flat" cmpd="sng">
            <a:solidFill>
              <a:srgbClr val="0000FF"/>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55704" name="Group 56"/>
          <p:cNvGrpSpPr/>
          <p:nvPr/>
        </p:nvGrpSpPr>
        <p:grpSpPr>
          <a:xfrm>
            <a:off x="152400" y="4105910"/>
            <a:ext cx="4038600" cy="519113"/>
            <a:chOff x="282" y="3027"/>
            <a:chExt cx="1610" cy="337"/>
          </a:xfrm>
        </p:grpSpPr>
        <p:sp>
          <p:nvSpPr>
            <p:cNvPr id="50229" name="AutoShape 57"/>
            <p:cNvSpPr/>
            <p:nvPr/>
          </p:nvSpPr>
          <p:spPr>
            <a:xfrm>
              <a:off x="282" y="3032"/>
              <a:ext cx="1610" cy="317"/>
            </a:xfrm>
            <a:prstGeom prst="roundRect">
              <a:avLst>
                <a:gd name="adj" fmla="val 50000"/>
              </a:avLst>
            </a:prstGeom>
            <a:solidFill>
              <a:srgbClr val="FFFF99"/>
            </a:solidFill>
            <a:ln w="19050" cap="flat" cmpd="sng">
              <a:solidFill>
                <a:srgbClr val="C0C0C0"/>
              </a:solidFill>
              <a:prstDash val="solid"/>
              <a:round/>
              <a:headEnd type="none" w="med" len="med"/>
              <a:tailEnd type="none" w="med" len="med"/>
            </a:ln>
            <a:effectLst>
              <a:outerShdw dist="53882" dir="2699999" algn="ctr" rotWithShape="0">
                <a:srgbClr val="292929">
                  <a:alpha val="50000"/>
                </a:srgbClr>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0230" name="Text Box 58"/>
            <p:cNvSpPr txBox="1"/>
            <p:nvPr/>
          </p:nvSpPr>
          <p:spPr>
            <a:xfrm>
              <a:off x="340" y="3027"/>
              <a:ext cx="1496" cy="337"/>
            </a:xfrm>
            <a:prstGeom prst="rect">
              <a:avLst/>
            </a:prstGeom>
            <a:noFill/>
            <a:ln w="25400">
              <a:noFill/>
            </a:ln>
          </p:spPr>
          <p:txBody>
            <a:bodyPr anchor="t" anchorCtr="0">
              <a:spAutoFit/>
            </a:bodyPr>
            <a:p>
              <a:r>
                <a:rPr lang="zh-CN" altLang="en-US" sz="2800" b="1" dirty="0">
                  <a:solidFill>
                    <a:srgbClr val="000000"/>
                  </a:solidFill>
                  <a:latin typeface="Times New Roman" panose="02020603050405020304" pitchFamily="18" charset="0"/>
                  <a:ea typeface="微软雅黑" panose="020B0503020204020204" pitchFamily="34" charset="-122"/>
                </a:rPr>
                <a:t>相邻波节与波腹的间距</a:t>
              </a:r>
              <a:endParaRPr lang="zh-CN" altLang="en-US" sz="2800" b="1" dirty="0">
                <a:solidFill>
                  <a:srgbClr val="000000"/>
                </a:solidFill>
                <a:latin typeface="Times New Roman" panose="02020603050405020304" pitchFamily="18" charset="0"/>
                <a:ea typeface="微软雅黑" panose="020B0503020204020204" pitchFamily="34" charset="-122"/>
              </a:endParaRPr>
            </a:p>
          </p:txBody>
        </p:sp>
      </p:grpSp>
      <p:graphicFrame>
        <p:nvGraphicFramePr>
          <p:cNvPr id="155707" name="Object 59"/>
          <p:cNvGraphicFramePr>
            <a:graphicFrameLocks noChangeAspect="1"/>
          </p:cNvGraphicFramePr>
          <p:nvPr/>
        </p:nvGraphicFramePr>
        <p:xfrm>
          <a:off x="1371600" y="4648200"/>
          <a:ext cx="1349375" cy="1116013"/>
        </p:xfrm>
        <a:graphic>
          <a:graphicData uri="http://schemas.openxmlformats.org/presentationml/2006/ole">
            <mc:AlternateContent xmlns:mc="http://schemas.openxmlformats.org/markup-compatibility/2006">
              <mc:Choice xmlns:v="urn:schemas-microsoft-com:vml" Requires="v">
                <p:oleObj spid="_x0000_s3252" name="" r:id="rId11" imgW="482600" imgH="393700" progId="Equation.3">
                  <p:embed/>
                </p:oleObj>
              </mc:Choice>
              <mc:Fallback>
                <p:oleObj name="" r:id="rId11" imgW="482600" imgH="393700" progId="Equation.3">
                  <p:embed/>
                  <p:pic>
                    <p:nvPicPr>
                      <p:cNvPr id="0" name="图片 3251"/>
                      <p:cNvPicPr/>
                      <p:nvPr/>
                    </p:nvPicPr>
                    <p:blipFill>
                      <a:blip r:embed="rId12"/>
                      <a:stretch>
                        <a:fillRect/>
                      </a:stretch>
                    </p:blipFill>
                    <p:spPr>
                      <a:xfrm>
                        <a:off x="1371600" y="4648200"/>
                        <a:ext cx="1349375" cy="1116013"/>
                      </a:xfrm>
                      <a:prstGeom prst="rect">
                        <a:avLst/>
                      </a:prstGeom>
                      <a:noFill/>
                      <a:ln w="38100">
                        <a:noFill/>
                        <a:miter/>
                      </a:ln>
                    </p:spPr>
                  </p:pic>
                </p:oleObj>
              </mc:Fallback>
            </mc:AlternateContent>
          </a:graphicData>
        </a:graphic>
      </p:graphicFrame>
      <p:sp>
        <p:nvSpPr>
          <p:cNvPr id="155708" name="Rectangle 60"/>
          <p:cNvSpPr/>
          <p:nvPr/>
        </p:nvSpPr>
        <p:spPr>
          <a:xfrm>
            <a:off x="1131888" y="5729288"/>
            <a:ext cx="2068512" cy="519112"/>
          </a:xfrm>
          <a:prstGeom prst="rect">
            <a:avLst/>
          </a:prstGeom>
          <a:noFill/>
          <a:ln w="9525">
            <a:noFill/>
          </a:ln>
        </p:spPr>
        <p:txBody>
          <a:bodyPr wrap="none" anchor="ctr" anchorCtr="0">
            <a:spAutoFit/>
          </a:bodyPr>
          <a:p>
            <a:pPr algn="ctr" eaLnBrk="0" hangingPunct="0"/>
            <a:r>
              <a:rPr lang="en-US" altLang="zh-CN" sz="2800" b="1" dirty="0">
                <a:solidFill>
                  <a:srgbClr val="000000"/>
                </a:solidFill>
                <a:latin typeface="华文中宋" panose="02010600040101010101" pitchFamily="2" charset="-122"/>
                <a:ea typeface="华文中宋" panose="02010600040101010101" pitchFamily="2" charset="-122"/>
              </a:rPr>
              <a:t>(</a:t>
            </a:r>
            <a:r>
              <a:rPr lang="zh-CN" altLang="en-US" sz="2800" b="1" dirty="0">
                <a:solidFill>
                  <a:srgbClr val="000000"/>
                </a:solidFill>
                <a:latin typeface="华文中宋" panose="02010600040101010101" pitchFamily="2" charset="-122"/>
                <a:ea typeface="华文中宋" panose="02010600040101010101" pitchFamily="2" charset="-122"/>
              </a:rPr>
              <a:t>普遍适用）</a:t>
            </a:r>
            <a:endParaRPr lang="en-US" altLang="zh-CN" sz="2800" b="1" dirty="0">
              <a:solidFill>
                <a:srgbClr val="000000"/>
              </a:solidFill>
              <a:latin typeface="华文中宋" panose="02010600040101010101" pitchFamily="2" charset="-122"/>
              <a:ea typeface="华文中宋" panose="02010600040101010101" pitchFamily="2" charset="-122"/>
            </a:endParaRPr>
          </a:p>
        </p:txBody>
      </p:sp>
      <p:graphicFrame>
        <p:nvGraphicFramePr>
          <p:cNvPr id="6" name="Object 48"/>
          <p:cNvGraphicFramePr>
            <a:graphicFrameLocks noChangeAspect="1"/>
          </p:cNvGraphicFramePr>
          <p:nvPr/>
        </p:nvGraphicFramePr>
        <p:xfrm>
          <a:off x="7576185" y="2580958"/>
          <a:ext cx="461963" cy="881062"/>
        </p:xfrm>
        <a:graphic>
          <a:graphicData uri="http://schemas.openxmlformats.org/presentationml/2006/ole">
            <mc:AlternateContent xmlns:mc="http://schemas.openxmlformats.org/markup-compatibility/2006">
              <mc:Choice xmlns:v="urn:schemas-microsoft-com:vml" Requires="v">
                <p:oleObj spid="_x0000_s3249" name="" r:id="rId13" imgW="165100" imgH="393700" progId="Equation.3">
                  <p:embed/>
                </p:oleObj>
              </mc:Choice>
              <mc:Fallback>
                <p:oleObj name="" r:id="rId13" imgW="165100" imgH="393700" progId="Equation.3">
                  <p:embed/>
                  <p:pic>
                    <p:nvPicPr>
                      <p:cNvPr id="0" name="图片 3248"/>
                      <p:cNvPicPr/>
                      <p:nvPr/>
                    </p:nvPicPr>
                    <p:blipFill>
                      <a:blip r:embed="rId14"/>
                      <a:stretch>
                        <a:fillRect/>
                      </a:stretch>
                    </p:blipFill>
                    <p:spPr>
                      <a:xfrm>
                        <a:off x="7576185" y="2580958"/>
                        <a:ext cx="461963" cy="881062"/>
                      </a:xfrm>
                      <a:prstGeom prst="rect">
                        <a:avLst/>
                      </a:prstGeom>
                      <a:noFill/>
                      <a:ln w="38100">
                        <a:noFill/>
                        <a:miter/>
                      </a:ln>
                    </p:spPr>
                  </p:pic>
                </p:oleObj>
              </mc:Fallback>
            </mc:AlternateContent>
          </a:graphicData>
        </a:graphic>
      </p:graphicFrame>
      <p:graphicFrame>
        <p:nvGraphicFramePr>
          <p:cNvPr id="8" name="Object 48"/>
          <p:cNvGraphicFramePr>
            <a:graphicFrameLocks noChangeAspect="1"/>
          </p:cNvGraphicFramePr>
          <p:nvPr/>
        </p:nvGraphicFramePr>
        <p:xfrm>
          <a:off x="7028498" y="4961573"/>
          <a:ext cx="327025" cy="788987"/>
        </p:xfrm>
        <a:graphic>
          <a:graphicData uri="http://schemas.openxmlformats.org/presentationml/2006/ole">
            <mc:AlternateContent xmlns:mc="http://schemas.openxmlformats.org/markup-compatibility/2006">
              <mc:Choice xmlns:v="urn:schemas-microsoft-com:vml" Requires="v">
                <p:oleObj spid="_x0000_s3251" name="" r:id="rId15" imgW="165100" imgH="393700" progId="Equation.3">
                  <p:embed/>
                </p:oleObj>
              </mc:Choice>
              <mc:Fallback>
                <p:oleObj name="" r:id="rId15" imgW="165100" imgH="393700" progId="Equation.3">
                  <p:embed/>
                  <p:pic>
                    <p:nvPicPr>
                      <p:cNvPr id="0" name="图片 3250"/>
                      <p:cNvPicPr/>
                      <p:nvPr/>
                    </p:nvPicPr>
                    <p:blipFill>
                      <a:blip r:embed="rId14"/>
                      <a:stretch>
                        <a:fillRect/>
                      </a:stretch>
                    </p:blipFill>
                    <p:spPr>
                      <a:xfrm>
                        <a:off x="7028498" y="4961573"/>
                        <a:ext cx="327025" cy="788987"/>
                      </a:xfrm>
                      <a:prstGeom prst="rect">
                        <a:avLst/>
                      </a:prstGeom>
                      <a:noFill/>
                      <a:ln w="38100">
                        <a:noFill/>
                        <a:miter/>
                      </a:ln>
                    </p:spPr>
                  </p:pic>
                </p:oleObj>
              </mc:Fallback>
            </mc:AlternateContent>
          </a:graphicData>
        </a:graphic>
      </p:graphicFrame>
      <p:graphicFrame>
        <p:nvGraphicFramePr>
          <p:cNvPr id="10" name="Object 48"/>
          <p:cNvGraphicFramePr>
            <a:graphicFrameLocks noChangeAspect="1"/>
          </p:cNvGraphicFramePr>
          <p:nvPr/>
        </p:nvGraphicFramePr>
        <p:xfrm>
          <a:off x="5423218" y="4966653"/>
          <a:ext cx="347662" cy="839787"/>
        </p:xfrm>
        <a:graphic>
          <a:graphicData uri="http://schemas.openxmlformats.org/presentationml/2006/ole">
            <mc:AlternateContent xmlns:mc="http://schemas.openxmlformats.org/markup-compatibility/2006">
              <mc:Choice xmlns:v="urn:schemas-microsoft-com:vml" Requires="v">
                <p:oleObj spid="_x0000_s3250" name="" r:id="rId16" imgW="165100" imgH="393700" progId="Equation.3">
                  <p:embed/>
                </p:oleObj>
              </mc:Choice>
              <mc:Fallback>
                <p:oleObj name="" r:id="rId16" imgW="165100" imgH="393700" progId="Equation.3">
                  <p:embed/>
                  <p:pic>
                    <p:nvPicPr>
                      <p:cNvPr id="0" name="图片 3249"/>
                      <p:cNvPicPr/>
                      <p:nvPr/>
                    </p:nvPicPr>
                    <p:blipFill>
                      <a:blip r:embed="rId17"/>
                      <a:stretch>
                        <a:fillRect/>
                      </a:stretch>
                    </p:blipFill>
                    <p:spPr>
                      <a:xfrm>
                        <a:off x="5423218" y="4966653"/>
                        <a:ext cx="347662" cy="839787"/>
                      </a:xfrm>
                      <a:prstGeom prst="rect">
                        <a:avLst/>
                      </a:prstGeom>
                      <a:noFill/>
                      <a:ln w="38100">
                        <a:noFill/>
                        <a:miter/>
                      </a:ln>
                    </p:spPr>
                  </p:pic>
                </p:oleObj>
              </mc:Fallback>
            </mc:AlternateContent>
          </a:graphicData>
        </a:graphic>
      </p:graphicFrame>
      <p:grpSp>
        <p:nvGrpSpPr>
          <p:cNvPr id="46081" name="组合 121"/>
          <p:cNvGrpSpPr/>
          <p:nvPr/>
        </p:nvGrpSpPr>
        <p:grpSpPr>
          <a:xfrm>
            <a:off x="914400" y="990600"/>
            <a:ext cx="2500630" cy="586105"/>
            <a:chOff x="2860874" y="967048"/>
            <a:chExt cx="3569241" cy="841772"/>
          </a:xfrm>
        </p:grpSpPr>
        <p:sp>
          <p:nvSpPr>
            <p:cNvPr id="46082" name="AutoShape 2"/>
            <p:cNvSpPr/>
            <p:nvPr/>
          </p:nvSpPr>
          <p:spPr>
            <a:xfrm>
              <a:off x="2860874" y="967048"/>
              <a:ext cx="3547330" cy="841772"/>
            </a:xfrm>
            <a:prstGeom prst="roundRect">
              <a:avLst>
                <a:gd name="adj" fmla="val 50000"/>
              </a:avLst>
            </a:prstGeom>
            <a:gradFill rotWithShape="1">
              <a:gsLst>
                <a:gs pos="0">
                  <a:srgbClr val="2C3554"/>
                </a:gs>
                <a:gs pos="100000">
                  <a:srgbClr val="5F73B5"/>
                </a:gs>
              </a:gsLst>
              <a:lin ang="5400000" scaled="1"/>
              <a:tileRect/>
            </a:gradFill>
            <a:ln w="57150" cap="flat" cmpd="thickThin">
              <a:solidFill>
                <a:srgbClr val="DDDDDD"/>
              </a:solidFill>
              <a:prstDash val="solid"/>
              <a:round/>
              <a:headEnd type="none" w="med" len="med"/>
              <a:tailEnd type="none" w="med" len="med"/>
            </a:ln>
          </p:spPr>
          <p:txBody>
            <a:bodyPr wrap="none" anchor="ctr" anchorCtr="0"/>
            <a:p>
              <a:pPr algn="ctr">
                <a:lnSpc>
                  <a:spcPct val="85000"/>
                </a:lnSpc>
              </a:pPr>
              <a:endParaRPr lang="zh-CN" altLang="en-US" sz="2800" dirty="0">
                <a:solidFill>
                  <a:srgbClr val="FFFF66"/>
                </a:solidFill>
                <a:latin typeface="汉仪超粗宋简" pitchFamily="49" charset="-122"/>
                <a:ea typeface="汉仪超粗宋简" pitchFamily="49" charset="-122"/>
              </a:endParaRPr>
            </a:p>
          </p:txBody>
        </p:sp>
        <p:sp>
          <p:nvSpPr>
            <p:cNvPr id="46083" name="Rectangle 13"/>
            <p:cNvSpPr/>
            <p:nvPr/>
          </p:nvSpPr>
          <p:spPr>
            <a:xfrm>
              <a:off x="2952024" y="1051454"/>
              <a:ext cx="3478091" cy="656637"/>
            </a:xfrm>
            <a:prstGeom prst="rect">
              <a:avLst/>
            </a:prstGeom>
            <a:noFill/>
            <a:ln w="9525">
              <a:noFill/>
            </a:ln>
          </p:spPr>
          <p:txBody>
            <a:bodyPr anchor="t" anchorCtr="0">
              <a:spAutoFit/>
            </a:bodyPr>
            <a:p>
              <a:pPr eaLnBrk="0" hangingPunct="0">
                <a:lnSpc>
                  <a:spcPct val="85000"/>
                </a:lnSpc>
              </a:pPr>
              <a:r>
                <a:rPr lang="en-US" altLang="zh-CN" sz="2800" dirty="0">
                  <a:solidFill>
                    <a:srgbClr val="FFFF00"/>
                  </a:solidFill>
                  <a:latin typeface="汉仪超粗宋简" pitchFamily="49" charset="-122"/>
                  <a:ea typeface="汉仪超粗宋简" pitchFamily="49" charset="-122"/>
                </a:rPr>
                <a:t>3</a:t>
              </a:r>
              <a:r>
                <a:rPr lang="zh-CN" altLang="en-US" sz="2800" dirty="0">
                  <a:solidFill>
                    <a:srgbClr val="FFFF00"/>
                  </a:solidFill>
                  <a:latin typeface="汉仪超粗宋简" pitchFamily="49" charset="-122"/>
                  <a:ea typeface="汉仪超粗宋简" pitchFamily="49" charset="-122"/>
                </a:rPr>
                <a:t>、驻波特点</a:t>
              </a:r>
              <a:endParaRPr lang="en-US" altLang="zh-CN" sz="2800" dirty="0">
                <a:solidFill>
                  <a:srgbClr val="FFFF00"/>
                </a:solidFill>
                <a:latin typeface="汉仪超粗宋简" pitchFamily="49" charset="-122"/>
                <a:ea typeface="汉仪超粗宋简" pitchFamily="49" charset="-122"/>
              </a:endParaRPr>
            </a:p>
          </p:txBody>
        </p:sp>
      </p:grpSp>
      <p:sp>
        <p:nvSpPr>
          <p:cNvPr id="4" name="Line 58"/>
          <p:cNvSpPr/>
          <p:nvPr/>
        </p:nvSpPr>
        <p:spPr>
          <a:xfrm>
            <a:off x="6582410" y="5445125"/>
            <a:ext cx="1219200" cy="0"/>
          </a:xfrm>
          <a:prstGeom prst="line">
            <a:avLst/>
          </a:prstGeom>
          <a:ln w="19050" cap="rnd" cmpd="sng">
            <a:solidFill>
              <a:srgbClr val="000000"/>
            </a:solidFill>
            <a:prstDash val="solid"/>
            <a:round/>
            <a:headEnd type="triangle" w="med" len="med"/>
            <a:tailEnd type="triangle" w="med" len="med"/>
          </a:ln>
        </p:spPr>
      </p:sp>
      <p:sp>
        <p:nvSpPr>
          <p:cNvPr id="5" name="Line 58"/>
          <p:cNvSpPr/>
          <p:nvPr/>
        </p:nvSpPr>
        <p:spPr>
          <a:xfrm>
            <a:off x="5331460" y="5516880"/>
            <a:ext cx="576000" cy="0"/>
          </a:xfrm>
          <a:prstGeom prst="line">
            <a:avLst/>
          </a:prstGeom>
          <a:ln w="19050" cap="rnd" cmpd="sng">
            <a:solidFill>
              <a:srgbClr val="000000"/>
            </a:solidFill>
            <a:prstDash val="solid"/>
            <a:round/>
            <a:headEnd type="triangle" w="med" len="med"/>
            <a:tailEnd type="triangle" w="med" len="med"/>
          </a:ln>
        </p:spPr>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5693"/>
                                        </p:tgtEl>
                                        <p:attrNameLst>
                                          <p:attrName>style.visibility</p:attrName>
                                        </p:attrNameLst>
                                      </p:cBhvr>
                                      <p:to>
                                        <p:strVal val="visible"/>
                                      </p:to>
                                    </p:set>
                                    <p:animEffect transition="in" filter="blinds(horizontal)">
                                      <p:cBhvr>
                                        <p:cTn id="7" dur="500"/>
                                        <p:tgtEl>
                                          <p:spTgt spid="1556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89459"/>
                                        </p:tgtEl>
                                        <p:attrNameLst>
                                          <p:attrName>style.visibility</p:attrName>
                                        </p:attrNameLst>
                                      </p:cBhvr>
                                      <p:to>
                                        <p:strVal val="visible"/>
                                      </p:to>
                                    </p:set>
                                    <p:animEffect transition="in" filter="blinds(vertical)">
                                      <p:cBhvr>
                                        <p:cTn id="12" dur="500"/>
                                        <p:tgtEl>
                                          <p:spTgt spid="1894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89495"/>
                                        </p:tgtEl>
                                        <p:attrNameLst>
                                          <p:attrName>style.visibility</p:attrName>
                                        </p:attrNameLst>
                                      </p:cBhvr>
                                      <p:to>
                                        <p:strVal val="visible"/>
                                      </p:to>
                                    </p:set>
                                    <p:animEffect transition="in" filter="wipe(up)">
                                      <p:cBhvr>
                                        <p:cTn id="17" dur="500"/>
                                        <p:tgtEl>
                                          <p:spTgt spid="189495"/>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89494"/>
                                        </p:tgtEl>
                                        <p:attrNameLst>
                                          <p:attrName>style.visibility</p:attrName>
                                        </p:attrNameLst>
                                      </p:cBhvr>
                                      <p:to>
                                        <p:strVal val="visible"/>
                                      </p:to>
                                    </p:set>
                                    <p:animEffect transition="in" filter="wipe(left)">
                                      <p:cBhvr>
                                        <p:cTn id="21" dur="500"/>
                                        <p:tgtEl>
                                          <p:spTgt spid="18949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89489"/>
                                        </p:tgtEl>
                                        <p:attrNameLst>
                                          <p:attrName>style.visibility</p:attrName>
                                        </p:attrNameLst>
                                      </p:cBhvr>
                                      <p:to>
                                        <p:strVal val="visible"/>
                                      </p:to>
                                    </p:set>
                                    <p:animEffect transition="in" filter="wipe(down)">
                                      <p:cBhvr>
                                        <p:cTn id="26" dur="500"/>
                                        <p:tgtEl>
                                          <p:spTgt spid="189489"/>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89491"/>
                                        </p:tgtEl>
                                        <p:attrNameLst>
                                          <p:attrName>style.visibility</p:attrName>
                                        </p:attrNameLst>
                                      </p:cBhvr>
                                      <p:to>
                                        <p:strVal val="visible"/>
                                      </p:to>
                                    </p:set>
                                    <p:animEffect transition="in" filter="wipe(left)">
                                      <p:cBhvr>
                                        <p:cTn id="30" dur="500"/>
                                        <p:tgtEl>
                                          <p:spTgt spid="18949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89496"/>
                                        </p:tgtEl>
                                        <p:attrNameLst>
                                          <p:attrName>style.visibility</p:attrName>
                                        </p:attrNameLst>
                                      </p:cBhvr>
                                      <p:to>
                                        <p:strVal val="visible"/>
                                      </p:to>
                                    </p:set>
                                    <p:animEffect transition="in" filter="wipe(up)">
                                      <p:cBhvr>
                                        <p:cTn id="35" dur="500"/>
                                        <p:tgtEl>
                                          <p:spTgt spid="189496"/>
                                        </p:tgtEl>
                                      </p:cBhvr>
                                    </p:animEffect>
                                  </p:childTnLst>
                                </p:cTn>
                              </p:par>
                              <p:par>
                                <p:cTn id="36" presetID="22" presetClass="entr" presetSubtype="1" fill="hold" nodeType="withEffect">
                                  <p:stCondLst>
                                    <p:cond delay="0"/>
                                  </p:stCondLst>
                                  <p:childTnLst>
                                    <p:set>
                                      <p:cBhvr>
                                        <p:cTn id="37" dur="1" fill="hold">
                                          <p:stCondLst>
                                            <p:cond delay="0"/>
                                          </p:stCondLst>
                                        </p:cTn>
                                        <p:tgtEl>
                                          <p:spTgt spid="189497"/>
                                        </p:tgtEl>
                                        <p:attrNameLst>
                                          <p:attrName>style.visibility</p:attrName>
                                        </p:attrNameLst>
                                      </p:cBhvr>
                                      <p:to>
                                        <p:strVal val="visible"/>
                                      </p:to>
                                    </p:set>
                                    <p:animEffect transition="in" filter="wipe(up)">
                                      <p:cBhvr>
                                        <p:cTn id="38" dur="500"/>
                                        <p:tgtEl>
                                          <p:spTgt spid="189497"/>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37" fill="hold" nodeType="clickEffect">
                                  <p:stCondLst>
                                    <p:cond delay="0"/>
                                  </p:stCondLst>
                                  <p:childTnLst>
                                    <p:set>
                                      <p:cBhvr>
                                        <p:cTn id="42" dur="1" fill="hold">
                                          <p:stCondLst>
                                            <p:cond delay="0"/>
                                          </p:stCondLst>
                                        </p:cTn>
                                        <p:tgtEl>
                                          <p:spTgt spid="189498"/>
                                        </p:tgtEl>
                                        <p:attrNameLst>
                                          <p:attrName>style.visibility</p:attrName>
                                        </p:attrNameLst>
                                      </p:cBhvr>
                                      <p:to>
                                        <p:strVal val="visible"/>
                                      </p:to>
                                    </p:set>
                                    <p:animEffect transition="in" filter="barn(outVertical)">
                                      <p:cBhvr>
                                        <p:cTn id="43" dur="500"/>
                                        <p:tgtEl>
                                          <p:spTgt spid="18949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5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89516"/>
                                        </p:tgtEl>
                                        <p:attrNameLst>
                                          <p:attrName>style.visibility</p:attrName>
                                        </p:attrNameLst>
                                      </p:cBhvr>
                                      <p:to>
                                        <p:strVal val="visible"/>
                                      </p:to>
                                    </p:set>
                                    <p:animEffect transition="in" filter="wipe(up)">
                                      <p:cBhvr>
                                        <p:cTn id="53" dur="500"/>
                                        <p:tgtEl>
                                          <p:spTgt spid="189516"/>
                                        </p:tgtEl>
                                      </p:cBhvr>
                                    </p:animEffect>
                                  </p:childTnLst>
                                </p:cTn>
                              </p:par>
                              <p:par>
                                <p:cTn id="54" presetID="22" presetClass="entr" presetSubtype="1" fill="hold" nodeType="withEffect">
                                  <p:stCondLst>
                                    <p:cond delay="0"/>
                                  </p:stCondLst>
                                  <p:childTnLst>
                                    <p:set>
                                      <p:cBhvr>
                                        <p:cTn id="55" dur="1" fill="hold">
                                          <p:stCondLst>
                                            <p:cond delay="0"/>
                                          </p:stCondLst>
                                        </p:cTn>
                                        <p:tgtEl>
                                          <p:spTgt spid="189517"/>
                                        </p:tgtEl>
                                        <p:attrNameLst>
                                          <p:attrName>style.visibility</p:attrName>
                                        </p:attrNameLst>
                                      </p:cBhvr>
                                      <p:to>
                                        <p:strVal val="visible"/>
                                      </p:to>
                                    </p:set>
                                    <p:animEffect transition="in" filter="wipe(up)">
                                      <p:cBhvr>
                                        <p:cTn id="56" dur="500"/>
                                        <p:tgtEl>
                                          <p:spTgt spid="189517"/>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37"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barn(outVertical)">
                                      <p:cBhvr>
                                        <p:cTn id="61" dur="500"/>
                                        <p:tgtEl>
                                          <p:spTgt spid="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wipe(left)">
                                      <p:cBhvr>
                                        <p:cTn id="66" dur="500"/>
                                        <p:tgtEl>
                                          <p:spTgt spid="8"/>
                                        </p:tgtEl>
                                      </p:cBhvr>
                                    </p:animEffect>
                                  </p:childTnLst>
                                </p:cTn>
                              </p:par>
                            </p:childTnLst>
                          </p:cTn>
                        </p:par>
                      </p:childTnLst>
                    </p:cTn>
                  </p:par>
                  <p:par>
                    <p:cTn id="67" fill="hold">
                      <p:stCondLst>
                        <p:cond delay="indefinite"/>
                      </p:stCondLst>
                      <p:childTnLst>
                        <p:par>
                          <p:cTn id="68" fill="hold">
                            <p:stCondLst>
                              <p:cond delay="0"/>
                            </p:stCondLst>
                            <p:childTnLst>
                              <p:par>
                                <p:cTn id="69" presetID="20" presetClass="entr" presetSubtype="0" fill="hold" grpId="0" nodeType="clickEffect">
                                  <p:stCondLst>
                                    <p:cond delay="0"/>
                                  </p:stCondLst>
                                  <p:childTnLst>
                                    <p:set>
                                      <p:cBhvr>
                                        <p:cTn id="70" dur="1" fill="hold">
                                          <p:stCondLst>
                                            <p:cond delay="0"/>
                                          </p:stCondLst>
                                        </p:cTn>
                                        <p:tgtEl>
                                          <p:spTgt spid="155692"/>
                                        </p:tgtEl>
                                        <p:attrNameLst>
                                          <p:attrName>style.visibility</p:attrName>
                                        </p:attrNameLst>
                                      </p:cBhvr>
                                      <p:to>
                                        <p:strVal val="visible"/>
                                      </p:to>
                                    </p:set>
                                    <p:animEffect transition="in" filter="wedge">
                                      <p:cBhvr>
                                        <p:cTn id="71" dur="2000"/>
                                        <p:tgtEl>
                                          <p:spTgt spid="15569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55696"/>
                                        </p:tgtEl>
                                        <p:attrNameLst>
                                          <p:attrName>style.visibility</p:attrName>
                                        </p:attrNameLst>
                                      </p:cBhvr>
                                      <p:to>
                                        <p:strVal val="visible"/>
                                      </p:to>
                                    </p:set>
                                    <p:animEffect transition="in" filter="wipe(left)">
                                      <p:cBhvr>
                                        <p:cTn id="76" dur="500"/>
                                        <p:tgtEl>
                                          <p:spTgt spid="15569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55697"/>
                                        </p:tgtEl>
                                        <p:attrNameLst>
                                          <p:attrName>style.visibility</p:attrName>
                                        </p:attrNameLst>
                                      </p:cBhvr>
                                      <p:to>
                                        <p:strVal val="visible"/>
                                      </p:to>
                                    </p:set>
                                    <p:animEffect transition="in" filter="wipe(left)">
                                      <p:cBhvr>
                                        <p:cTn id="81" dur="1000"/>
                                        <p:tgtEl>
                                          <p:spTgt spid="15569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155698"/>
                                        </p:tgtEl>
                                        <p:attrNameLst>
                                          <p:attrName>style.visibility</p:attrName>
                                        </p:attrNameLst>
                                      </p:cBhvr>
                                      <p:to>
                                        <p:strVal val="visible"/>
                                      </p:to>
                                    </p:set>
                                    <p:animEffect transition="in" filter="wipe(up)">
                                      <p:cBhvr>
                                        <p:cTn id="86" dur="500"/>
                                        <p:tgtEl>
                                          <p:spTgt spid="155698"/>
                                        </p:tgtEl>
                                      </p:cBhvr>
                                    </p:animEffect>
                                  </p:childTnLst>
                                </p:cTn>
                              </p:par>
                              <p:par>
                                <p:cTn id="87" presetID="22" presetClass="entr" presetSubtype="1" fill="hold" nodeType="withEffect">
                                  <p:stCondLst>
                                    <p:cond delay="0"/>
                                  </p:stCondLst>
                                  <p:childTnLst>
                                    <p:set>
                                      <p:cBhvr>
                                        <p:cTn id="88" dur="1" fill="hold">
                                          <p:stCondLst>
                                            <p:cond delay="0"/>
                                          </p:stCondLst>
                                        </p:cTn>
                                        <p:tgtEl>
                                          <p:spTgt spid="155699"/>
                                        </p:tgtEl>
                                        <p:attrNameLst>
                                          <p:attrName>style.visibility</p:attrName>
                                        </p:attrNameLst>
                                      </p:cBhvr>
                                      <p:to>
                                        <p:strVal val="visible"/>
                                      </p:to>
                                    </p:set>
                                    <p:animEffect transition="in" filter="wipe(up)">
                                      <p:cBhvr>
                                        <p:cTn id="89" dur="500"/>
                                        <p:tgtEl>
                                          <p:spTgt spid="155699"/>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155704"/>
                                        </p:tgtEl>
                                        <p:attrNameLst>
                                          <p:attrName>style.visibility</p:attrName>
                                        </p:attrNameLst>
                                      </p:cBhvr>
                                      <p:to>
                                        <p:strVal val="visible"/>
                                      </p:to>
                                    </p:set>
                                    <p:animEffect transition="in" filter="blinds(horizontal)">
                                      <p:cBhvr>
                                        <p:cTn id="94" dur="500"/>
                                        <p:tgtEl>
                                          <p:spTgt spid="155704"/>
                                        </p:tgtEl>
                                      </p:cBhvr>
                                    </p:animEffect>
                                  </p:childTnLst>
                                </p:cTn>
                              </p:par>
                            </p:childTnLst>
                          </p:cTn>
                        </p:par>
                      </p:childTnLst>
                    </p:cTn>
                  </p:par>
                  <p:par>
                    <p:cTn id="95" fill="hold">
                      <p:stCondLst>
                        <p:cond delay="indefinite"/>
                      </p:stCondLst>
                      <p:childTnLst>
                        <p:par>
                          <p:cTn id="96" fill="hold">
                            <p:stCondLst>
                              <p:cond delay="0"/>
                            </p:stCondLst>
                            <p:childTnLst>
                              <p:par>
                                <p:cTn id="97" presetID="16" presetClass="entr" presetSubtype="37" fill="hold" nodeType="clickEffect">
                                  <p:stCondLst>
                                    <p:cond delay="0"/>
                                  </p:stCondLst>
                                  <p:childTnLst>
                                    <p:set>
                                      <p:cBhvr>
                                        <p:cTn id="98" dur="1" fill="hold">
                                          <p:stCondLst>
                                            <p:cond delay="0"/>
                                          </p:stCondLst>
                                        </p:cTn>
                                        <p:tgtEl>
                                          <p:spTgt spid="5"/>
                                        </p:tgtEl>
                                        <p:attrNameLst>
                                          <p:attrName>style.visibility</p:attrName>
                                        </p:attrNameLst>
                                      </p:cBhvr>
                                      <p:to>
                                        <p:strVal val="visible"/>
                                      </p:to>
                                    </p:set>
                                    <p:animEffect transition="in" filter="barn(outVertical)">
                                      <p:cBhvr>
                                        <p:cTn id="99" dur="500"/>
                                        <p:tgtEl>
                                          <p:spTgt spid="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10"/>
                                        </p:tgtEl>
                                        <p:attrNameLst>
                                          <p:attrName>style.visibility</p:attrName>
                                        </p:attrNameLst>
                                      </p:cBhvr>
                                      <p:to>
                                        <p:strVal val="visible"/>
                                      </p:to>
                                    </p:set>
                                    <p:animEffect transition="in" filter="wipe(left)">
                                      <p:cBhvr>
                                        <p:cTn id="104" dur="500"/>
                                        <p:tgtEl>
                                          <p:spTgt spid="10"/>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155707"/>
                                        </p:tgtEl>
                                        <p:attrNameLst>
                                          <p:attrName>style.visibility</p:attrName>
                                        </p:attrNameLst>
                                      </p:cBhvr>
                                      <p:to>
                                        <p:strVal val="visible"/>
                                      </p:to>
                                    </p:set>
                                    <p:animEffect transition="in" filter="wipe(left)">
                                      <p:cBhvr>
                                        <p:cTn id="109" dur="500"/>
                                        <p:tgtEl>
                                          <p:spTgt spid="155707"/>
                                        </p:tgtEl>
                                      </p:cBhvr>
                                    </p:animEffect>
                                  </p:childTnLst>
                                </p:cTn>
                              </p:par>
                            </p:childTnLst>
                          </p:cTn>
                        </p:par>
                        <p:par>
                          <p:cTn id="110" fill="hold">
                            <p:stCondLst>
                              <p:cond delay="500"/>
                            </p:stCondLst>
                            <p:childTnLst>
                              <p:par>
                                <p:cTn id="111" presetID="20" presetClass="entr" presetSubtype="0" fill="hold" grpId="0" nodeType="afterEffect">
                                  <p:stCondLst>
                                    <p:cond delay="0"/>
                                  </p:stCondLst>
                                  <p:childTnLst>
                                    <p:set>
                                      <p:cBhvr>
                                        <p:cTn id="112" dur="1" fill="hold">
                                          <p:stCondLst>
                                            <p:cond delay="0"/>
                                          </p:stCondLst>
                                        </p:cTn>
                                        <p:tgtEl>
                                          <p:spTgt spid="155703"/>
                                        </p:tgtEl>
                                        <p:attrNameLst>
                                          <p:attrName>style.visibility</p:attrName>
                                        </p:attrNameLst>
                                      </p:cBhvr>
                                      <p:to>
                                        <p:strVal val="visible"/>
                                      </p:to>
                                    </p:set>
                                    <p:animEffect transition="in" filter="wedge">
                                      <p:cBhvr>
                                        <p:cTn id="113" dur="2000"/>
                                        <p:tgtEl>
                                          <p:spTgt spid="155703"/>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55708"/>
                                        </p:tgtEl>
                                        <p:attrNameLst>
                                          <p:attrName>style.visibility</p:attrName>
                                        </p:attrNameLst>
                                      </p:cBhvr>
                                      <p:to>
                                        <p:strVal val="visible"/>
                                      </p:to>
                                    </p:set>
                                    <p:animEffect transition="in" filter="wipe(left)">
                                      <p:cBhvr>
                                        <p:cTn id="118" dur="1000"/>
                                        <p:tgtEl>
                                          <p:spTgt spid="155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91" grpId="0" bldLvl="0" animBg="1"/>
      <p:bldP spid="189494" grpId="0" bldLvl="0" animBg="1"/>
      <p:bldP spid="155692" grpId="0" bldLvl="0" animBg="1"/>
      <p:bldP spid="155697" grpId="0"/>
      <p:bldP spid="155703" grpId="0" bldLvl="0" animBg="1"/>
      <p:bldP spid="15570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1430020" cy="396875"/>
            <a:chOff x="818" y="139"/>
            <a:chExt cx="4457"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驻波</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驻波</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grpSp>
        <p:nvGrpSpPr>
          <p:cNvPr id="46081" name="组合 121"/>
          <p:cNvGrpSpPr/>
          <p:nvPr/>
        </p:nvGrpSpPr>
        <p:grpSpPr>
          <a:xfrm>
            <a:off x="914400" y="990600"/>
            <a:ext cx="2500630" cy="586105"/>
            <a:chOff x="2860874" y="967048"/>
            <a:chExt cx="3569241" cy="841772"/>
          </a:xfrm>
        </p:grpSpPr>
        <p:sp>
          <p:nvSpPr>
            <p:cNvPr id="46082" name="AutoShape 2"/>
            <p:cNvSpPr/>
            <p:nvPr/>
          </p:nvSpPr>
          <p:spPr>
            <a:xfrm>
              <a:off x="2860874" y="967048"/>
              <a:ext cx="3547330" cy="841772"/>
            </a:xfrm>
            <a:prstGeom prst="roundRect">
              <a:avLst>
                <a:gd name="adj" fmla="val 50000"/>
              </a:avLst>
            </a:prstGeom>
            <a:gradFill rotWithShape="1">
              <a:gsLst>
                <a:gs pos="0">
                  <a:srgbClr val="2C3554"/>
                </a:gs>
                <a:gs pos="100000">
                  <a:srgbClr val="5F73B5"/>
                </a:gs>
              </a:gsLst>
              <a:lin ang="5400000" scaled="1"/>
              <a:tileRect/>
            </a:gradFill>
            <a:ln w="57150" cap="flat" cmpd="thickThin">
              <a:solidFill>
                <a:srgbClr val="DDDDDD"/>
              </a:solidFill>
              <a:prstDash val="solid"/>
              <a:round/>
              <a:headEnd type="none" w="med" len="med"/>
              <a:tailEnd type="none" w="med" len="med"/>
            </a:ln>
          </p:spPr>
          <p:txBody>
            <a:bodyPr wrap="none" anchor="ctr" anchorCtr="0"/>
            <a:p>
              <a:pPr algn="ctr">
                <a:lnSpc>
                  <a:spcPct val="85000"/>
                </a:lnSpc>
              </a:pPr>
              <a:endParaRPr lang="zh-CN" altLang="en-US" sz="2800" dirty="0">
                <a:solidFill>
                  <a:srgbClr val="FFFF66"/>
                </a:solidFill>
                <a:latin typeface="汉仪超粗宋简" pitchFamily="49" charset="-122"/>
                <a:ea typeface="汉仪超粗宋简" pitchFamily="49" charset="-122"/>
              </a:endParaRPr>
            </a:p>
          </p:txBody>
        </p:sp>
        <p:sp>
          <p:nvSpPr>
            <p:cNvPr id="46083" name="Rectangle 13"/>
            <p:cNvSpPr/>
            <p:nvPr/>
          </p:nvSpPr>
          <p:spPr>
            <a:xfrm>
              <a:off x="2952024" y="1051454"/>
              <a:ext cx="3478091" cy="656637"/>
            </a:xfrm>
            <a:prstGeom prst="rect">
              <a:avLst/>
            </a:prstGeom>
            <a:noFill/>
            <a:ln w="9525">
              <a:noFill/>
            </a:ln>
          </p:spPr>
          <p:txBody>
            <a:bodyPr anchor="t" anchorCtr="0">
              <a:spAutoFit/>
            </a:bodyPr>
            <a:p>
              <a:pPr eaLnBrk="0" hangingPunct="0">
                <a:lnSpc>
                  <a:spcPct val="85000"/>
                </a:lnSpc>
              </a:pPr>
              <a:r>
                <a:rPr lang="en-US" altLang="zh-CN" sz="2800" dirty="0">
                  <a:solidFill>
                    <a:srgbClr val="FFFF00"/>
                  </a:solidFill>
                  <a:latin typeface="汉仪超粗宋简" pitchFamily="49" charset="-122"/>
                  <a:ea typeface="汉仪超粗宋简" pitchFamily="49" charset="-122"/>
                </a:rPr>
                <a:t>3</a:t>
              </a:r>
              <a:r>
                <a:rPr lang="zh-CN" altLang="en-US" sz="2800" dirty="0">
                  <a:solidFill>
                    <a:srgbClr val="FFFF00"/>
                  </a:solidFill>
                  <a:latin typeface="汉仪超粗宋简" pitchFamily="49" charset="-122"/>
                  <a:ea typeface="汉仪超粗宋简" pitchFamily="49" charset="-122"/>
                </a:rPr>
                <a:t>、驻波特点</a:t>
              </a:r>
              <a:endParaRPr lang="en-US" altLang="zh-CN" sz="2800" dirty="0">
                <a:solidFill>
                  <a:srgbClr val="FFFF00"/>
                </a:solidFill>
                <a:latin typeface="汉仪超粗宋简" pitchFamily="49" charset="-122"/>
                <a:ea typeface="汉仪超粗宋简" pitchFamily="49" charset="-122"/>
              </a:endParaRPr>
            </a:p>
          </p:txBody>
        </p:sp>
      </p:grpSp>
      <p:grpSp>
        <p:nvGrpSpPr>
          <p:cNvPr id="4" name="Group 6"/>
          <p:cNvGrpSpPr/>
          <p:nvPr/>
        </p:nvGrpSpPr>
        <p:grpSpPr>
          <a:xfrm>
            <a:off x="609600" y="2209800"/>
            <a:ext cx="7696200" cy="2508250"/>
            <a:chOff x="528" y="1972"/>
            <a:chExt cx="4848" cy="1580"/>
          </a:xfrm>
        </p:grpSpPr>
        <p:sp>
          <p:nvSpPr>
            <p:cNvPr id="5" name="Line 7"/>
            <p:cNvSpPr/>
            <p:nvPr/>
          </p:nvSpPr>
          <p:spPr>
            <a:xfrm flipV="1">
              <a:off x="1200" y="2400"/>
              <a:ext cx="0" cy="1152"/>
            </a:xfrm>
            <a:prstGeom prst="line">
              <a:avLst/>
            </a:prstGeom>
            <a:ln w="28575" cap="flat" cmpd="sng">
              <a:solidFill>
                <a:srgbClr val="990000"/>
              </a:solidFill>
              <a:prstDash val="solid"/>
              <a:round/>
              <a:headEnd type="none" w="med" len="med"/>
              <a:tailEnd type="triangle" w="med" len="med"/>
            </a:ln>
          </p:spPr>
        </p:sp>
        <p:sp>
          <p:nvSpPr>
            <p:cNvPr id="7" name="Rectangle 8"/>
            <p:cNvSpPr/>
            <p:nvPr/>
          </p:nvSpPr>
          <p:spPr>
            <a:xfrm>
              <a:off x="5148" y="2937"/>
              <a:ext cx="228" cy="327"/>
            </a:xfrm>
            <a:prstGeom prst="rect">
              <a:avLst/>
            </a:prstGeom>
            <a:noFill/>
            <a:ln w="9525">
              <a:noFill/>
            </a:ln>
          </p:spPr>
          <p:txBody>
            <a:bodyPr wrap="none" anchor="t" anchorCtr="0">
              <a:spAutoFit/>
            </a:bodyPr>
            <a:p>
              <a:pPr eaLnBrk="0" hangingPunct="0"/>
              <a:r>
                <a:rPr lang="en-US" altLang="zh-CN" sz="2800" b="1" i="1" dirty="0">
                  <a:solidFill>
                    <a:srgbClr val="990000"/>
                  </a:solidFill>
                  <a:latin typeface="Times New Roman" panose="02020603050405020304" pitchFamily="18" charset="0"/>
                  <a:ea typeface="宋体" panose="02010600030101010101" pitchFamily="2" charset="-122"/>
                </a:rPr>
                <a:t>x</a:t>
              </a:r>
              <a:endParaRPr lang="zh-CN" altLang="en-US" sz="2800" b="1" i="1" dirty="0">
                <a:solidFill>
                  <a:srgbClr val="990000"/>
                </a:solidFill>
                <a:latin typeface="Times New Roman" panose="02020603050405020304" pitchFamily="18" charset="0"/>
                <a:ea typeface="宋体" panose="02010600030101010101" pitchFamily="2" charset="-122"/>
              </a:endParaRPr>
            </a:p>
          </p:txBody>
        </p:sp>
        <p:sp>
          <p:nvSpPr>
            <p:cNvPr id="9" name="Freeform 9"/>
            <p:cNvSpPr/>
            <p:nvPr/>
          </p:nvSpPr>
          <p:spPr>
            <a:xfrm flipV="1">
              <a:off x="672" y="2592"/>
              <a:ext cx="2208" cy="75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28575">
              <a:noFill/>
            </a:ln>
          </p:spPr>
          <p:txBody>
            <a:bodyPr/>
            <a:p>
              <a:endParaRPr lang="zh-CN" altLang="en-US"/>
            </a:p>
          </p:txBody>
        </p:sp>
        <p:sp>
          <p:nvSpPr>
            <p:cNvPr id="11" name="Freeform 10"/>
            <p:cNvSpPr/>
            <p:nvPr/>
          </p:nvSpPr>
          <p:spPr>
            <a:xfrm>
              <a:off x="2880" y="2592"/>
              <a:ext cx="2208" cy="75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38100">
              <a:noFill/>
            </a:ln>
          </p:spPr>
          <p:txBody>
            <a:bodyPr/>
            <a:p>
              <a:endParaRPr lang="zh-CN" altLang="en-US"/>
            </a:p>
          </p:txBody>
        </p:sp>
        <p:sp>
          <p:nvSpPr>
            <p:cNvPr id="12" name="Freeform 11"/>
            <p:cNvSpPr/>
            <p:nvPr/>
          </p:nvSpPr>
          <p:spPr>
            <a:xfrm>
              <a:off x="672" y="2592"/>
              <a:ext cx="2208" cy="75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38100">
              <a:noFill/>
            </a:ln>
          </p:spPr>
          <p:txBody>
            <a:bodyPr/>
            <a:p>
              <a:endParaRPr lang="zh-CN" altLang="en-US"/>
            </a:p>
          </p:txBody>
        </p:sp>
        <p:sp>
          <p:nvSpPr>
            <p:cNvPr id="13" name="Freeform 12"/>
            <p:cNvSpPr/>
            <p:nvPr/>
          </p:nvSpPr>
          <p:spPr>
            <a:xfrm flipV="1">
              <a:off x="2880" y="2592"/>
              <a:ext cx="2208" cy="759"/>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solidFill>
              <a:srgbClr val="3399FF">
                <a:alpha val="50195"/>
              </a:srgbClr>
            </a:solidFill>
            <a:ln w="28575">
              <a:noFill/>
            </a:ln>
          </p:spPr>
          <p:txBody>
            <a:bodyPr/>
            <a:p>
              <a:endParaRPr lang="zh-CN" altLang="en-US"/>
            </a:p>
          </p:txBody>
        </p:sp>
        <p:sp>
          <p:nvSpPr>
            <p:cNvPr id="14" name="Line 13"/>
            <p:cNvSpPr/>
            <p:nvPr/>
          </p:nvSpPr>
          <p:spPr>
            <a:xfrm>
              <a:off x="528" y="2976"/>
              <a:ext cx="4848" cy="0"/>
            </a:xfrm>
            <a:prstGeom prst="line">
              <a:avLst/>
            </a:prstGeom>
            <a:ln w="28575" cap="flat" cmpd="sng">
              <a:solidFill>
                <a:srgbClr val="996600"/>
              </a:solidFill>
              <a:prstDash val="solid"/>
              <a:round/>
              <a:headEnd type="none" w="med" len="med"/>
              <a:tailEnd type="triangle" w="med" len="med"/>
            </a:ln>
          </p:spPr>
        </p:sp>
        <p:sp>
          <p:nvSpPr>
            <p:cNvPr id="15" name="Text Box 14"/>
            <p:cNvSpPr txBox="1"/>
            <p:nvPr/>
          </p:nvSpPr>
          <p:spPr>
            <a:xfrm>
              <a:off x="960" y="2256"/>
              <a:ext cx="192" cy="327"/>
            </a:xfrm>
            <a:prstGeom prst="rect">
              <a:avLst/>
            </a:prstGeom>
            <a:noFill/>
            <a:ln w="9525">
              <a:noFill/>
            </a:ln>
          </p:spPr>
          <p:txBody>
            <a:bodyPr anchor="t" anchorCtr="0">
              <a:spAutoFit/>
            </a:bodyPr>
            <a:p>
              <a:pPr eaLnBrk="0" hangingPunct="0"/>
              <a:r>
                <a:rPr lang="en-US" altLang="zh-CN" sz="2800" b="1" i="1" dirty="0">
                  <a:solidFill>
                    <a:srgbClr val="990000"/>
                  </a:solidFill>
                  <a:latin typeface="Times New Roman" panose="02020603050405020304" pitchFamily="18" charset="0"/>
                  <a:ea typeface="宋体" panose="02010600030101010101" pitchFamily="2" charset="-122"/>
                </a:rPr>
                <a:t>y</a:t>
              </a:r>
              <a:endParaRPr lang="en-US" altLang="zh-CN" sz="2800" b="1" i="1" dirty="0">
                <a:solidFill>
                  <a:srgbClr val="990000"/>
                </a:solidFill>
                <a:latin typeface="Times New Roman" panose="02020603050405020304" pitchFamily="18" charset="0"/>
                <a:ea typeface="宋体" panose="02010600030101010101" pitchFamily="2" charset="-122"/>
              </a:endParaRPr>
            </a:p>
          </p:txBody>
        </p:sp>
        <p:sp>
          <p:nvSpPr>
            <p:cNvPr id="16" name="Text Box 15"/>
            <p:cNvSpPr txBox="1"/>
            <p:nvPr/>
          </p:nvSpPr>
          <p:spPr>
            <a:xfrm>
              <a:off x="912" y="2928"/>
              <a:ext cx="288" cy="327"/>
            </a:xfrm>
            <a:prstGeom prst="rect">
              <a:avLst/>
            </a:prstGeom>
            <a:noFill/>
            <a:ln w="9525">
              <a:noFill/>
            </a:ln>
          </p:spPr>
          <p:txBody>
            <a:bodyPr anchor="t" anchorCtr="0">
              <a:spAutoFit/>
            </a:bodyPr>
            <a:p>
              <a:pPr eaLnBrk="0" hangingPunct="0"/>
              <a:r>
                <a:rPr lang="en-US" altLang="zh-CN" sz="2800" b="1" i="1" dirty="0">
                  <a:solidFill>
                    <a:srgbClr val="990000"/>
                  </a:solidFill>
                  <a:latin typeface="Times New Roman" panose="02020603050405020304" pitchFamily="18" charset="0"/>
                  <a:ea typeface="宋体" panose="02010600030101010101" pitchFamily="2" charset="-122"/>
                </a:rPr>
                <a:t>O</a:t>
              </a:r>
              <a:endParaRPr lang="en-US" altLang="zh-CN" sz="2800" b="1" i="1" dirty="0">
                <a:solidFill>
                  <a:srgbClr val="990000"/>
                </a:solidFill>
                <a:latin typeface="Times New Roman" panose="02020603050405020304" pitchFamily="18" charset="0"/>
                <a:ea typeface="宋体" panose="02010600030101010101" pitchFamily="2" charset="-122"/>
              </a:endParaRPr>
            </a:p>
          </p:txBody>
        </p:sp>
        <p:sp>
          <p:nvSpPr>
            <p:cNvPr id="17" name="Freeform 16"/>
            <p:cNvSpPr/>
            <p:nvPr/>
          </p:nvSpPr>
          <p:spPr>
            <a:xfrm flipV="1">
              <a:off x="672" y="2736"/>
              <a:ext cx="2208" cy="43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18" name="Freeform 17"/>
            <p:cNvSpPr/>
            <p:nvPr/>
          </p:nvSpPr>
          <p:spPr>
            <a:xfrm flipV="1">
              <a:off x="2880" y="2736"/>
              <a:ext cx="2208" cy="43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436" h="5116">
                  <a:moveTo>
                    <a:pt x="0" y="2565"/>
                  </a:moveTo>
                  <a:lnTo>
                    <a:pt x="75" y="2400"/>
                  </a:lnTo>
                  <a:lnTo>
                    <a:pt x="135" y="2235"/>
                  </a:lnTo>
                  <a:lnTo>
                    <a:pt x="195" y="2070"/>
                  </a:lnTo>
                  <a:lnTo>
                    <a:pt x="270" y="1920"/>
                  </a:lnTo>
                  <a:lnTo>
                    <a:pt x="330" y="1755"/>
                  </a:lnTo>
                  <a:lnTo>
                    <a:pt x="390" y="1605"/>
                  </a:lnTo>
                  <a:lnTo>
                    <a:pt x="465" y="1455"/>
                  </a:lnTo>
                  <a:lnTo>
                    <a:pt x="525" y="1320"/>
                  </a:lnTo>
                  <a:lnTo>
                    <a:pt x="585" y="1170"/>
                  </a:lnTo>
                  <a:lnTo>
                    <a:pt x="660" y="1035"/>
                  </a:lnTo>
                  <a:lnTo>
                    <a:pt x="720" y="915"/>
                  </a:lnTo>
                  <a:lnTo>
                    <a:pt x="780" y="795"/>
                  </a:lnTo>
                  <a:lnTo>
                    <a:pt x="855" y="675"/>
                  </a:lnTo>
                  <a:lnTo>
                    <a:pt x="915" y="570"/>
                  </a:lnTo>
                  <a:lnTo>
                    <a:pt x="975" y="480"/>
                  </a:lnTo>
                  <a:lnTo>
                    <a:pt x="1050" y="390"/>
                  </a:lnTo>
                  <a:lnTo>
                    <a:pt x="1110" y="300"/>
                  </a:lnTo>
                  <a:lnTo>
                    <a:pt x="1170" y="225"/>
                  </a:lnTo>
                  <a:lnTo>
                    <a:pt x="1245" y="165"/>
                  </a:lnTo>
                  <a:lnTo>
                    <a:pt x="1305" y="120"/>
                  </a:lnTo>
                  <a:lnTo>
                    <a:pt x="1365" y="75"/>
                  </a:lnTo>
                  <a:lnTo>
                    <a:pt x="1440" y="45"/>
                  </a:lnTo>
                  <a:lnTo>
                    <a:pt x="1500" y="15"/>
                  </a:lnTo>
                  <a:lnTo>
                    <a:pt x="1560" y="0"/>
                  </a:lnTo>
                  <a:lnTo>
                    <a:pt x="1635" y="0"/>
                  </a:lnTo>
                  <a:lnTo>
                    <a:pt x="1695" y="15"/>
                  </a:lnTo>
                  <a:lnTo>
                    <a:pt x="1755" y="30"/>
                  </a:lnTo>
                  <a:lnTo>
                    <a:pt x="1830" y="60"/>
                  </a:lnTo>
                  <a:lnTo>
                    <a:pt x="1890" y="90"/>
                  </a:lnTo>
                  <a:lnTo>
                    <a:pt x="1950" y="135"/>
                  </a:lnTo>
                  <a:lnTo>
                    <a:pt x="2025" y="195"/>
                  </a:lnTo>
                  <a:lnTo>
                    <a:pt x="2085" y="270"/>
                  </a:lnTo>
                  <a:lnTo>
                    <a:pt x="2145" y="345"/>
                  </a:lnTo>
                  <a:lnTo>
                    <a:pt x="2220" y="435"/>
                  </a:lnTo>
                  <a:lnTo>
                    <a:pt x="2280" y="525"/>
                  </a:lnTo>
                  <a:lnTo>
                    <a:pt x="2340" y="630"/>
                  </a:lnTo>
                  <a:lnTo>
                    <a:pt x="2415" y="735"/>
                  </a:lnTo>
                  <a:lnTo>
                    <a:pt x="2475" y="855"/>
                  </a:lnTo>
                  <a:lnTo>
                    <a:pt x="2535" y="975"/>
                  </a:lnTo>
                  <a:lnTo>
                    <a:pt x="2610" y="1110"/>
                  </a:lnTo>
                  <a:lnTo>
                    <a:pt x="2670" y="1245"/>
                  </a:lnTo>
                  <a:lnTo>
                    <a:pt x="2730" y="1380"/>
                  </a:lnTo>
                  <a:lnTo>
                    <a:pt x="2805" y="1530"/>
                  </a:lnTo>
                  <a:lnTo>
                    <a:pt x="2865" y="1680"/>
                  </a:lnTo>
                  <a:lnTo>
                    <a:pt x="2925" y="1830"/>
                  </a:lnTo>
                  <a:lnTo>
                    <a:pt x="3000" y="1995"/>
                  </a:lnTo>
                  <a:lnTo>
                    <a:pt x="3061" y="2160"/>
                  </a:lnTo>
                  <a:lnTo>
                    <a:pt x="3121" y="2310"/>
                  </a:lnTo>
                  <a:lnTo>
                    <a:pt x="3196" y="2475"/>
                  </a:lnTo>
                  <a:lnTo>
                    <a:pt x="3256" y="2640"/>
                  </a:lnTo>
                  <a:lnTo>
                    <a:pt x="3316" y="2806"/>
                  </a:lnTo>
                  <a:lnTo>
                    <a:pt x="3376" y="2956"/>
                  </a:lnTo>
                  <a:lnTo>
                    <a:pt x="3451" y="3121"/>
                  </a:lnTo>
                  <a:lnTo>
                    <a:pt x="3511" y="3286"/>
                  </a:lnTo>
                  <a:lnTo>
                    <a:pt x="3571" y="3436"/>
                  </a:lnTo>
                  <a:lnTo>
                    <a:pt x="3646" y="3586"/>
                  </a:lnTo>
                  <a:lnTo>
                    <a:pt x="3706" y="3736"/>
                  </a:lnTo>
                  <a:lnTo>
                    <a:pt x="3766" y="3871"/>
                  </a:lnTo>
                  <a:lnTo>
                    <a:pt x="3841" y="4006"/>
                  </a:lnTo>
                  <a:lnTo>
                    <a:pt x="3901" y="4141"/>
                  </a:lnTo>
                  <a:lnTo>
                    <a:pt x="3961" y="4261"/>
                  </a:lnTo>
                  <a:lnTo>
                    <a:pt x="4036" y="4381"/>
                  </a:lnTo>
                  <a:lnTo>
                    <a:pt x="4096" y="4486"/>
                  </a:lnTo>
                  <a:lnTo>
                    <a:pt x="4156" y="4591"/>
                  </a:lnTo>
                  <a:lnTo>
                    <a:pt x="4231" y="4681"/>
                  </a:lnTo>
                  <a:lnTo>
                    <a:pt x="4291" y="4771"/>
                  </a:lnTo>
                  <a:lnTo>
                    <a:pt x="4351" y="4846"/>
                  </a:lnTo>
                  <a:lnTo>
                    <a:pt x="4426" y="4921"/>
                  </a:lnTo>
                  <a:lnTo>
                    <a:pt x="4486" y="4981"/>
                  </a:lnTo>
                  <a:lnTo>
                    <a:pt x="4546" y="5026"/>
                  </a:lnTo>
                  <a:lnTo>
                    <a:pt x="4621" y="5056"/>
                  </a:lnTo>
                  <a:lnTo>
                    <a:pt x="4681" y="5086"/>
                  </a:lnTo>
                  <a:lnTo>
                    <a:pt x="4741" y="5101"/>
                  </a:lnTo>
                  <a:lnTo>
                    <a:pt x="4816" y="5116"/>
                  </a:lnTo>
                  <a:lnTo>
                    <a:pt x="4876" y="5116"/>
                  </a:lnTo>
                  <a:lnTo>
                    <a:pt x="4936" y="5101"/>
                  </a:lnTo>
                  <a:lnTo>
                    <a:pt x="5011" y="5071"/>
                  </a:lnTo>
                  <a:lnTo>
                    <a:pt x="5071" y="5041"/>
                  </a:lnTo>
                  <a:lnTo>
                    <a:pt x="5131" y="4996"/>
                  </a:lnTo>
                  <a:lnTo>
                    <a:pt x="5206" y="4951"/>
                  </a:lnTo>
                  <a:lnTo>
                    <a:pt x="5266" y="4891"/>
                  </a:lnTo>
                  <a:lnTo>
                    <a:pt x="5326" y="4816"/>
                  </a:lnTo>
                  <a:lnTo>
                    <a:pt x="5401" y="4726"/>
                  </a:lnTo>
                  <a:lnTo>
                    <a:pt x="5461" y="4636"/>
                  </a:lnTo>
                  <a:lnTo>
                    <a:pt x="5521" y="4546"/>
                  </a:lnTo>
                  <a:lnTo>
                    <a:pt x="5596" y="4441"/>
                  </a:lnTo>
                  <a:lnTo>
                    <a:pt x="5656" y="4321"/>
                  </a:lnTo>
                  <a:lnTo>
                    <a:pt x="5716" y="4201"/>
                  </a:lnTo>
                  <a:lnTo>
                    <a:pt x="5791" y="4081"/>
                  </a:lnTo>
                  <a:lnTo>
                    <a:pt x="5851" y="3946"/>
                  </a:lnTo>
                  <a:lnTo>
                    <a:pt x="5911" y="3796"/>
                  </a:lnTo>
                  <a:lnTo>
                    <a:pt x="5986" y="3661"/>
                  </a:lnTo>
                  <a:lnTo>
                    <a:pt x="6046" y="3511"/>
                  </a:lnTo>
                  <a:lnTo>
                    <a:pt x="6106" y="3361"/>
                  </a:lnTo>
                  <a:lnTo>
                    <a:pt x="6181" y="3196"/>
                  </a:lnTo>
                  <a:lnTo>
                    <a:pt x="6241" y="3046"/>
                  </a:lnTo>
                  <a:lnTo>
                    <a:pt x="6301" y="2881"/>
                  </a:lnTo>
                  <a:lnTo>
                    <a:pt x="6376" y="2716"/>
                  </a:lnTo>
                  <a:lnTo>
                    <a:pt x="6436" y="2565"/>
                  </a:lnTo>
                </a:path>
              </a:pathLst>
            </a:custGeom>
            <a:noFill/>
            <a:ln w="28575" cap="flat" cmpd="sng">
              <a:solidFill>
                <a:srgbClr val="0000FF"/>
              </a:solidFill>
              <a:prstDash val="solid"/>
              <a:round/>
              <a:headEnd type="none" w="med" len="med"/>
              <a:tailEnd type="none" w="med" len="med"/>
            </a:ln>
          </p:spPr>
          <p:txBody>
            <a:bodyPr/>
            <a:p>
              <a:endParaRPr lang="zh-CN" altLang="en-US"/>
            </a:p>
          </p:txBody>
        </p:sp>
        <p:grpSp>
          <p:nvGrpSpPr>
            <p:cNvPr id="19" name="Group 18"/>
            <p:cNvGrpSpPr/>
            <p:nvPr/>
          </p:nvGrpSpPr>
          <p:grpSpPr>
            <a:xfrm>
              <a:off x="3072" y="3024"/>
              <a:ext cx="768" cy="384"/>
              <a:chOff x="3072" y="3312"/>
              <a:chExt cx="768" cy="384"/>
            </a:xfrm>
          </p:grpSpPr>
          <p:sp>
            <p:nvSpPr>
              <p:cNvPr id="20" name="Line 19"/>
              <p:cNvSpPr/>
              <p:nvPr/>
            </p:nvSpPr>
            <p:spPr>
              <a:xfrm>
                <a:off x="3456" y="3456"/>
                <a:ext cx="0" cy="240"/>
              </a:xfrm>
              <a:prstGeom prst="line">
                <a:avLst/>
              </a:prstGeom>
              <a:ln w="28575" cap="flat" cmpd="sng">
                <a:solidFill>
                  <a:srgbClr val="FF0000"/>
                </a:solidFill>
                <a:prstDash val="solid"/>
                <a:round/>
                <a:headEnd type="none" w="med" len="med"/>
                <a:tailEnd type="triangle" w="med" len="med"/>
              </a:ln>
            </p:spPr>
          </p:sp>
          <p:sp>
            <p:nvSpPr>
              <p:cNvPr id="21" name="Line 20"/>
              <p:cNvSpPr/>
              <p:nvPr/>
            </p:nvSpPr>
            <p:spPr>
              <a:xfrm>
                <a:off x="3648" y="3408"/>
                <a:ext cx="0" cy="240"/>
              </a:xfrm>
              <a:prstGeom prst="line">
                <a:avLst/>
              </a:prstGeom>
              <a:ln w="28575" cap="flat" cmpd="sng">
                <a:solidFill>
                  <a:srgbClr val="FF0000"/>
                </a:solidFill>
                <a:prstDash val="solid"/>
                <a:round/>
                <a:headEnd type="none" w="med" len="med"/>
                <a:tailEnd type="triangle" w="med" len="med"/>
              </a:ln>
            </p:spPr>
          </p:sp>
          <p:sp>
            <p:nvSpPr>
              <p:cNvPr id="22" name="Line 21"/>
              <p:cNvSpPr/>
              <p:nvPr/>
            </p:nvSpPr>
            <p:spPr>
              <a:xfrm>
                <a:off x="3264" y="3408"/>
                <a:ext cx="0" cy="240"/>
              </a:xfrm>
              <a:prstGeom prst="line">
                <a:avLst/>
              </a:prstGeom>
              <a:ln w="28575" cap="flat" cmpd="sng">
                <a:solidFill>
                  <a:srgbClr val="FF0000"/>
                </a:solidFill>
                <a:prstDash val="solid"/>
                <a:round/>
                <a:headEnd type="none" w="med" len="med"/>
                <a:tailEnd type="triangle" w="med" len="med"/>
              </a:ln>
            </p:spPr>
          </p:sp>
          <p:sp>
            <p:nvSpPr>
              <p:cNvPr id="23" name="Line 22"/>
              <p:cNvSpPr/>
              <p:nvPr/>
            </p:nvSpPr>
            <p:spPr>
              <a:xfrm>
                <a:off x="3840" y="3312"/>
                <a:ext cx="0" cy="240"/>
              </a:xfrm>
              <a:prstGeom prst="line">
                <a:avLst/>
              </a:prstGeom>
              <a:ln w="28575" cap="flat" cmpd="sng">
                <a:solidFill>
                  <a:srgbClr val="FF0000"/>
                </a:solidFill>
                <a:prstDash val="solid"/>
                <a:round/>
                <a:headEnd type="none" w="med" len="med"/>
                <a:tailEnd type="triangle" w="med" len="med"/>
              </a:ln>
            </p:spPr>
          </p:sp>
          <p:sp>
            <p:nvSpPr>
              <p:cNvPr id="24" name="Line 23"/>
              <p:cNvSpPr/>
              <p:nvPr/>
            </p:nvSpPr>
            <p:spPr>
              <a:xfrm>
                <a:off x="3072" y="3360"/>
                <a:ext cx="0" cy="240"/>
              </a:xfrm>
              <a:prstGeom prst="line">
                <a:avLst/>
              </a:prstGeom>
              <a:ln w="28575" cap="flat" cmpd="sng">
                <a:solidFill>
                  <a:srgbClr val="FF0000"/>
                </a:solidFill>
                <a:prstDash val="solid"/>
                <a:round/>
                <a:headEnd type="none" w="med" len="med"/>
                <a:tailEnd type="triangle" w="med" len="med"/>
              </a:ln>
            </p:spPr>
          </p:sp>
        </p:grpSp>
        <p:sp>
          <p:nvSpPr>
            <p:cNvPr id="25" name="Line 24"/>
            <p:cNvSpPr/>
            <p:nvPr/>
          </p:nvSpPr>
          <p:spPr>
            <a:xfrm>
              <a:off x="1200" y="3168"/>
              <a:ext cx="0" cy="240"/>
            </a:xfrm>
            <a:prstGeom prst="line">
              <a:avLst/>
            </a:prstGeom>
            <a:ln w="28575" cap="flat" cmpd="sng">
              <a:solidFill>
                <a:srgbClr val="FF0000"/>
              </a:solidFill>
              <a:prstDash val="solid"/>
              <a:round/>
              <a:headEnd type="none" w="med" len="med"/>
              <a:tailEnd type="triangle" w="med" len="med"/>
            </a:ln>
          </p:spPr>
        </p:sp>
        <p:sp>
          <p:nvSpPr>
            <p:cNvPr id="26" name="Line 25"/>
            <p:cNvSpPr/>
            <p:nvPr/>
          </p:nvSpPr>
          <p:spPr>
            <a:xfrm>
              <a:off x="1392" y="3120"/>
              <a:ext cx="0" cy="240"/>
            </a:xfrm>
            <a:prstGeom prst="line">
              <a:avLst/>
            </a:prstGeom>
            <a:ln w="28575" cap="flat" cmpd="sng">
              <a:solidFill>
                <a:srgbClr val="FF0000"/>
              </a:solidFill>
              <a:prstDash val="solid"/>
              <a:round/>
              <a:headEnd type="none" w="med" len="med"/>
              <a:tailEnd type="triangle" w="med" len="med"/>
            </a:ln>
          </p:spPr>
        </p:sp>
        <p:sp>
          <p:nvSpPr>
            <p:cNvPr id="27" name="Line 26"/>
            <p:cNvSpPr/>
            <p:nvPr/>
          </p:nvSpPr>
          <p:spPr>
            <a:xfrm>
              <a:off x="1008" y="3120"/>
              <a:ext cx="0" cy="240"/>
            </a:xfrm>
            <a:prstGeom prst="line">
              <a:avLst/>
            </a:prstGeom>
            <a:ln w="28575" cap="flat" cmpd="sng">
              <a:solidFill>
                <a:srgbClr val="FF0000"/>
              </a:solidFill>
              <a:prstDash val="solid"/>
              <a:round/>
              <a:headEnd type="none" w="med" len="med"/>
              <a:tailEnd type="triangle" w="med" len="med"/>
            </a:ln>
          </p:spPr>
        </p:sp>
        <p:sp>
          <p:nvSpPr>
            <p:cNvPr id="28" name="Line 27"/>
            <p:cNvSpPr/>
            <p:nvPr/>
          </p:nvSpPr>
          <p:spPr>
            <a:xfrm>
              <a:off x="1584" y="3024"/>
              <a:ext cx="0" cy="240"/>
            </a:xfrm>
            <a:prstGeom prst="line">
              <a:avLst/>
            </a:prstGeom>
            <a:ln w="28575" cap="flat" cmpd="sng">
              <a:solidFill>
                <a:srgbClr val="FF0000"/>
              </a:solidFill>
              <a:prstDash val="solid"/>
              <a:round/>
              <a:headEnd type="none" w="med" len="med"/>
              <a:tailEnd type="triangle" w="med" len="med"/>
            </a:ln>
          </p:spPr>
        </p:sp>
        <p:sp>
          <p:nvSpPr>
            <p:cNvPr id="29" name="Line 28"/>
            <p:cNvSpPr/>
            <p:nvPr/>
          </p:nvSpPr>
          <p:spPr>
            <a:xfrm>
              <a:off x="816" y="3024"/>
              <a:ext cx="0" cy="240"/>
            </a:xfrm>
            <a:prstGeom prst="line">
              <a:avLst/>
            </a:prstGeom>
            <a:ln w="28575" cap="flat" cmpd="sng">
              <a:solidFill>
                <a:srgbClr val="FF0000"/>
              </a:solidFill>
              <a:prstDash val="solid"/>
              <a:round/>
              <a:headEnd type="none" w="med" len="med"/>
              <a:tailEnd type="triangle" w="med" len="med"/>
            </a:ln>
          </p:spPr>
        </p:sp>
        <p:grpSp>
          <p:nvGrpSpPr>
            <p:cNvPr id="30" name="Group 29"/>
            <p:cNvGrpSpPr/>
            <p:nvPr/>
          </p:nvGrpSpPr>
          <p:grpSpPr>
            <a:xfrm>
              <a:off x="1920" y="2496"/>
              <a:ext cx="768" cy="384"/>
              <a:chOff x="1920" y="2784"/>
              <a:chExt cx="768" cy="384"/>
            </a:xfrm>
          </p:grpSpPr>
          <p:sp>
            <p:nvSpPr>
              <p:cNvPr id="31" name="Line 30"/>
              <p:cNvSpPr/>
              <p:nvPr/>
            </p:nvSpPr>
            <p:spPr>
              <a:xfrm flipV="1">
                <a:off x="2304" y="2784"/>
                <a:ext cx="0" cy="240"/>
              </a:xfrm>
              <a:prstGeom prst="line">
                <a:avLst/>
              </a:prstGeom>
              <a:ln w="28575" cap="flat" cmpd="sng">
                <a:solidFill>
                  <a:srgbClr val="FF0000"/>
                </a:solidFill>
                <a:prstDash val="solid"/>
                <a:round/>
                <a:headEnd type="none" w="med" len="med"/>
                <a:tailEnd type="triangle" w="med" len="med"/>
              </a:ln>
            </p:spPr>
          </p:sp>
          <p:sp>
            <p:nvSpPr>
              <p:cNvPr id="32" name="Line 31"/>
              <p:cNvSpPr/>
              <p:nvPr/>
            </p:nvSpPr>
            <p:spPr>
              <a:xfrm flipV="1">
                <a:off x="2496" y="2832"/>
                <a:ext cx="0" cy="240"/>
              </a:xfrm>
              <a:prstGeom prst="line">
                <a:avLst/>
              </a:prstGeom>
              <a:ln w="28575" cap="flat" cmpd="sng">
                <a:solidFill>
                  <a:srgbClr val="FF0000"/>
                </a:solidFill>
                <a:prstDash val="solid"/>
                <a:round/>
                <a:headEnd type="none" w="med" len="med"/>
                <a:tailEnd type="triangle" w="med" len="med"/>
              </a:ln>
            </p:spPr>
          </p:sp>
          <p:sp>
            <p:nvSpPr>
              <p:cNvPr id="33" name="Line 32"/>
              <p:cNvSpPr/>
              <p:nvPr/>
            </p:nvSpPr>
            <p:spPr>
              <a:xfrm flipV="1">
                <a:off x="2112" y="2832"/>
                <a:ext cx="0" cy="240"/>
              </a:xfrm>
              <a:prstGeom prst="line">
                <a:avLst/>
              </a:prstGeom>
              <a:ln w="28575" cap="flat" cmpd="sng">
                <a:solidFill>
                  <a:srgbClr val="FF0000"/>
                </a:solidFill>
                <a:prstDash val="solid"/>
                <a:round/>
                <a:headEnd type="none" w="med" len="med"/>
                <a:tailEnd type="triangle" w="med" len="med"/>
              </a:ln>
            </p:spPr>
          </p:sp>
          <p:sp>
            <p:nvSpPr>
              <p:cNvPr id="34" name="Line 33"/>
              <p:cNvSpPr/>
              <p:nvPr/>
            </p:nvSpPr>
            <p:spPr>
              <a:xfrm flipV="1">
                <a:off x="2688" y="2928"/>
                <a:ext cx="0" cy="240"/>
              </a:xfrm>
              <a:prstGeom prst="line">
                <a:avLst/>
              </a:prstGeom>
              <a:ln w="28575" cap="flat" cmpd="sng">
                <a:solidFill>
                  <a:srgbClr val="FF0000"/>
                </a:solidFill>
                <a:prstDash val="solid"/>
                <a:round/>
                <a:headEnd type="none" w="med" len="med"/>
                <a:tailEnd type="triangle" w="med" len="med"/>
              </a:ln>
            </p:spPr>
          </p:sp>
          <p:sp>
            <p:nvSpPr>
              <p:cNvPr id="35" name="Line 34"/>
              <p:cNvSpPr/>
              <p:nvPr/>
            </p:nvSpPr>
            <p:spPr>
              <a:xfrm flipV="1">
                <a:off x="1920" y="2928"/>
                <a:ext cx="0" cy="240"/>
              </a:xfrm>
              <a:prstGeom prst="line">
                <a:avLst/>
              </a:prstGeom>
              <a:ln w="28575" cap="flat" cmpd="sng">
                <a:solidFill>
                  <a:srgbClr val="FF0000"/>
                </a:solidFill>
                <a:prstDash val="solid"/>
                <a:round/>
                <a:headEnd type="none" w="med" len="med"/>
                <a:tailEnd type="triangle" w="med" len="med"/>
              </a:ln>
            </p:spPr>
          </p:sp>
        </p:grpSp>
        <p:sp>
          <p:nvSpPr>
            <p:cNvPr id="36" name="Line 35"/>
            <p:cNvSpPr/>
            <p:nvPr/>
          </p:nvSpPr>
          <p:spPr>
            <a:xfrm flipV="1">
              <a:off x="4512" y="2496"/>
              <a:ext cx="0" cy="240"/>
            </a:xfrm>
            <a:prstGeom prst="line">
              <a:avLst/>
            </a:prstGeom>
            <a:ln w="28575" cap="flat" cmpd="sng">
              <a:solidFill>
                <a:srgbClr val="FF0000"/>
              </a:solidFill>
              <a:prstDash val="solid"/>
              <a:round/>
              <a:headEnd type="none" w="med" len="med"/>
              <a:tailEnd type="triangle" w="med" len="med"/>
            </a:ln>
          </p:spPr>
        </p:sp>
        <p:sp>
          <p:nvSpPr>
            <p:cNvPr id="37" name="Line 36"/>
            <p:cNvSpPr/>
            <p:nvPr/>
          </p:nvSpPr>
          <p:spPr>
            <a:xfrm flipV="1">
              <a:off x="4704" y="2544"/>
              <a:ext cx="0" cy="240"/>
            </a:xfrm>
            <a:prstGeom prst="line">
              <a:avLst/>
            </a:prstGeom>
            <a:ln w="28575" cap="flat" cmpd="sng">
              <a:solidFill>
                <a:srgbClr val="FF0000"/>
              </a:solidFill>
              <a:prstDash val="solid"/>
              <a:round/>
              <a:headEnd type="none" w="med" len="med"/>
              <a:tailEnd type="triangle" w="med" len="med"/>
            </a:ln>
          </p:spPr>
        </p:sp>
        <p:sp>
          <p:nvSpPr>
            <p:cNvPr id="38" name="Line 37"/>
            <p:cNvSpPr/>
            <p:nvPr/>
          </p:nvSpPr>
          <p:spPr>
            <a:xfrm flipV="1">
              <a:off x="4320" y="2544"/>
              <a:ext cx="0" cy="240"/>
            </a:xfrm>
            <a:prstGeom prst="line">
              <a:avLst/>
            </a:prstGeom>
            <a:ln w="28575" cap="flat" cmpd="sng">
              <a:solidFill>
                <a:srgbClr val="FF0000"/>
              </a:solidFill>
              <a:prstDash val="solid"/>
              <a:round/>
              <a:headEnd type="none" w="med" len="med"/>
              <a:tailEnd type="triangle" w="med" len="med"/>
            </a:ln>
          </p:spPr>
        </p:sp>
        <p:sp>
          <p:nvSpPr>
            <p:cNvPr id="39" name="Line 38"/>
            <p:cNvSpPr/>
            <p:nvPr/>
          </p:nvSpPr>
          <p:spPr>
            <a:xfrm flipV="1">
              <a:off x="4896" y="2640"/>
              <a:ext cx="0" cy="240"/>
            </a:xfrm>
            <a:prstGeom prst="line">
              <a:avLst/>
            </a:prstGeom>
            <a:ln w="28575" cap="flat" cmpd="sng">
              <a:solidFill>
                <a:srgbClr val="FF0000"/>
              </a:solidFill>
              <a:prstDash val="solid"/>
              <a:round/>
              <a:headEnd type="none" w="med" len="med"/>
              <a:tailEnd type="triangle" w="med" len="med"/>
            </a:ln>
          </p:spPr>
        </p:sp>
        <p:sp>
          <p:nvSpPr>
            <p:cNvPr id="40" name="Line 39"/>
            <p:cNvSpPr/>
            <p:nvPr/>
          </p:nvSpPr>
          <p:spPr>
            <a:xfrm flipV="1">
              <a:off x="4128" y="2640"/>
              <a:ext cx="0" cy="240"/>
            </a:xfrm>
            <a:prstGeom prst="line">
              <a:avLst/>
            </a:prstGeom>
            <a:ln w="28575" cap="flat" cmpd="sng">
              <a:solidFill>
                <a:srgbClr val="FF0000"/>
              </a:solidFill>
              <a:prstDash val="solid"/>
              <a:round/>
              <a:headEnd type="none" w="med" len="med"/>
              <a:tailEnd type="triangle" w="med" len="med"/>
            </a:ln>
          </p:spPr>
        </p:sp>
        <p:sp>
          <p:nvSpPr>
            <p:cNvPr id="41" name="Line 40"/>
            <p:cNvSpPr/>
            <p:nvPr/>
          </p:nvSpPr>
          <p:spPr>
            <a:xfrm>
              <a:off x="1776" y="2976"/>
              <a:ext cx="0" cy="576"/>
            </a:xfrm>
            <a:prstGeom prst="line">
              <a:avLst/>
            </a:prstGeom>
            <a:ln w="28575" cap="flat" cmpd="sng">
              <a:solidFill>
                <a:schemeClr val="tx1"/>
              </a:solidFill>
              <a:prstDash val="solid"/>
              <a:round/>
              <a:headEnd type="none" w="med" len="med"/>
              <a:tailEnd type="none" w="med" len="med"/>
            </a:ln>
          </p:spPr>
        </p:sp>
        <p:sp>
          <p:nvSpPr>
            <p:cNvPr id="42" name="Line 41"/>
            <p:cNvSpPr/>
            <p:nvPr/>
          </p:nvSpPr>
          <p:spPr>
            <a:xfrm>
              <a:off x="2880" y="2976"/>
              <a:ext cx="0" cy="576"/>
            </a:xfrm>
            <a:prstGeom prst="line">
              <a:avLst/>
            </a:prstGeom>
            <a:ln w="28575" cap="flat" cmpd="sng">
              <a:solidFill>
                <a:schemeClr val="tx1"/>
              </a:solidFill>
              <a:prstDash val="solid"/>
              <a:round/>
              <a:headEnd type="none" w="med" len="med"/>
              <a:tailEnd type="none" w="med" len="med"/>
            </a:ln>
          </p:spPr>
        </p:sp>
        <p:sp>
          <p:nvSpPr>
            <p:cNvPr id="43" name="Line 42"/>
            <p:cNvSpPr/>
            <p:nvPr/>
          </p:nvSpPr>
          <p:spPr>
            <a:xfrm>
              <a:off x="2496" y="3408"/>
              <a:ext cx="384" cy="0"/>
            </a:xfrm>
            <a:prstGeom prst="line">
              <a:avLst/>
            </a:prstGeom>
            <a:ln w="9525" cap="flat" cmpd="sng">
              <a:solidFill>
                <a:schemeClr val="tx1"/>
              </a:solidFill>
              <a:prstDash val="solid"/>
              <a:round/>
              <a:headEnd type="none" w="med" len="med"/>
              <a:tailEnd type="triangle" w="med" len="med"/>
            </a:ln>
          </p:spPr>
        </p:sp>
        <p:sp>
          <p:nvSpPr>
            <p:cNvPr id="46" name="Line 44"/>
            <p:cNvSpPr/>
            <p:nvPr/>
          </p:nvSpPr>
          <p:spPr>
            <a:xfrm flipH="1">
              <a:off x="1776" y="3408"/>
              <a:ext cx="384" cy="0"/>
            </a:xfrm>
            <a:prstGeom prst="line">
              <a:avLst/>
            </a:prstGeom>
            <a:ln w="9525" cap="flat" cmpd="sng">
              <a:solidFill>
                <a:schemeClr val="tx1"/>
              </a:solidFill>
              <a:prstDash val="solid"/>
              <a:round/>
              <a:headEnd type="none" w="med" len="med"/>
              <a:tailEnd type="triangle" w="med" len="med"/>
            </a:ln>
          </p:spPr>
        </p:sp>
        <p:sp>
          <p:nvSpPr>
            <p:cNvPr id="47" name="AutoShape 45"/>
            <p:cNvSpPr/>
            <p:nvPr/>
          </p:nvSpPr>
          <p:spPr>
            <a:xfrm>
              <a:off x="576" y="1972"/>
              <a:ext cx="2208" cy="306"/>
            </a:xfrm>
            <a:prstGeom prst="wedgeRoundRectCallout">
              <a:avLst>
                <a:gd name="adj1" fmla="val 24458"/>
                <a:gd name="adj2" fmla="val 190764"/>
                <a:gd name="adj3" fmla="val 16667"/>
              </a:avLst>
            </a:prstGeom>
            <a:noFill/>
            <a:ln w="9525">
              <a:noFill/>
            </a:ln>
          </p:spPr>
          <p:txBody>
            <a:bodyPr anchor="ctr" anchorCtr="0">
              <a:spAutoFit/>
            </a:bodyPr>
            <a:p>
              <a:pPr eaLnBrk="0" hangingPunct="0"/>
              <a:endParaRPr lang="zh-CN" altLang="en-US" sz="2400" b="1" dirty="0">
                <a:solidFill>
                  <a:srgbClr val="0000FF"/>
                </a:solidFill>
                <a:latin typeface="Times New Roman" panose="02020603050405020304" pitchFamily="18" charset="0"/>
                <a:ea typeface="宋体" panose="02010600030101010101" pitchFamily="2" charset="-122"/>
              </a:endParaRPr>
            </a:p>
          </p:txBody>
        </p:sp>
        <p:sp>
          <p:nvSpPr>
            <p:cNvPr id="48" name="AutoShape 46"/>
            <p:cNvSpPr/>
            <p:nvPr/>
          </p:nvSpPr>
          <p:spPr>
            <a:xfrm>
              <a:off x="3408" y="1972"/>
              <a:ext cx="1824" cy="306"/>
            </a:xfrm>
            <a:prstGeom prst="wedgeRoundRectCallout">
              <a:avLst>
                <a:gd name="adj1" fmla="val -45394"/>
                <a:gd name="adj2" fmla="val 328343"/>
                <a:gd name="adj3" fmla="val 16667"/>
              </a:avLst>
            </a:prstGeom>
            <a:noFill/>
            <a:ln w="9525">
              <a:noFill/>
            </a:ln>
          </p:spPr>
          <p:txBody>
            <a:bodyPr anchor="ctr" anchorCtr="0">
              <a:spAutoFit/>
            </a:bodyPr>
            <a:p>
              <a:pPr eaLnBrk="0" hangingPunct="0"/>
              <a:r>
                <a:rPr lang="zh-CN" altLang="en-US" sz="2400" b="1" dirty="0">
                  <a:solidFill>
                    <a:srgbClr val="0000FF"/>
                  </a:solidFill>
                  <a:latin typeface="Times New Roman" panose="02020603050405020304" pitchFamily="18" charset="0"/>
                  <a:ea typeface="宋体" panose="02010600030101010101" pitchFamily="2" charset="-122"/>
                </a:rPr>
                <a:t> </a:t>
              </a:r>
              <a:endParaRPr lang="zh-CN" altLang="en-US" sz="2400" b="1" dirty="0">
                <a:solidFill>
                  <a:srgbClr val="0000FF"/>
                </a:solidFill>
                <a:latin typeface="Times New Roman" panose="02020603050405020304" pitchFamily="18" charset="0"/>
                <a:ea typeface="宋体" panose="02010600030101010101" pitchFamily="2" charset="-122"/>
              </a:endParaRPr>
            </a:p>
          </p:txBody>
        </p:sp>
        <p:sp>
          <p:nvSpPr>
            <p:cNvPr id="49" name="AutoShape 47"/>
            <p:cNvSpPr/>
            <p:nvPr/>
          </p:nvSpPr>
          <p:spPr>
            <a:xfrm>
              <a:off x="3408" y="1972"/>
              <a:ext cx="1824" cy="306"/>
            </a:xfrm>
            <a:prstGeom prst="wedgeRoundRectCallout">
              <a:avLst>
                <a:gd name="adj1" fmla="val 15792"/>
                <a:gd name="adj2" fmla="val 186944"/>
                <a:gd name="adj3" fmla="val 16667"/>
              </a:avLst>
            </a:prstGeom>
            <a:noFill/>
            <a:ln w="9525">
              <a:noFill/>
            </a:ln>
          </p:spPr>
          <p:txBody>
            <a:bodyPr anchor="ctr" anchorCtr="0">
              <a:spAutoFit/>
            </a:bodyPr>
            <a:p>
              <a:pPr eaLnBrk="0" hangingPunct="0"/>
              <a:endParaRPr lang="zh-CN" altLang="en-US" sz="2400" b="1" dirty="0">
                <a:solidFill>
                  <a:srgbClr val="0000FF"/>
                </a:solidFill>
                <a:latin typeface="Times New Roman" panose="02020603050405020304" pitchFamily="18" charset="0"/>
                <a:ea typeface="宋体" panose="02010600030101010101" pitchFamily="2" charset="-122"/>
              </a:endParaRPr>
            </a:p>
          </p:txBody>
        </p:sp>
      </p:grpSp>
      <p:sp>
        <p:nvSpPr>
          <p:cNvPr id="50" name="AutoShape 48"/>
          <p:cNvSpPr/>
          <p:nvPr/>
        </p:nvSpPr>
        <p:spPr>
          <a:xfrm>
            <a:off x="1333500" y="1981200"/>
            <a:ext cx="4876800" cy="609600"/>
          </a:xfrm>
          <a:prstGeom prst="wedgeRoundRectCallout">
            <a:avLst>
              <a:gd name="adj1" fmla="val -11491"/>
              <a:gd name="adj2" fmla="val 150782"/>
              <a:gd name="adj3" fmla="val 16667"/>
            </a:avLst>
          </a:prstGeom>
          <a:solidFill>
            <a:srgbClr val="FFFF99"/>
          </a:solidFill>
          <a:ln w="9525" cap="flat" cmpd="sng">
            <a:solidFill>
              <a:srgbClr val="0000FF"/>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55" name="Rectangle 55"/>
          <p:cNvSpPr/>
          <p:nvPr/>
        </p:nvSpPr>
        <p:spPr>
          <a:xfrm>
            <a:off x="1403350" y="2026603"/>
            <a:ext cx="4806950" cy="519112"/>
          </a:xfrm>
          <a:prstGeom prst="rect">
            <a:avLst/>
          </a:prstGeom>
          <a:noFill/>
          <a:ln w="9525">
            <a:noFill/>
          </a:ln>
        </p:spPr>
        <p:txBody>
          <a:bodyPr wrap="none" anchor="ctr"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相邻两波节间的质点同相振动</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56" name="AutoShape 56"/>
          <p:cNvSpPr/>
          <p:nvPr/>
        </p:nvSpPr>
        <p:spPr>
          <a:xfrm flipV="1">
            <a:off x="4495800" y="4648200"/>
            <a:ext cx="4419600" cy="685800"/>
          </a:xfrm>
          <a:prstGeom prst="wedgeRoundRectCallout">
            <a:avLst>
              <a:gd name="adj1" fmla="val 4917"/>
              <a:gd name="adj2" fmla="val 222222"/>
              <a:gd name="adj3" fmla="val 16667"/>
            </a:avLst>
          </a:prstGeom>
          <a:solidFill>
            <a:srgbClr val="FFFF99"/>
          </a:solidFill>
          <a:ln w="9525" cap="flat" cmpd="sng">
            <a:solidFill>
              <a:srgbClr val="0000FF"/>
            </a:solidFill>
            <a:prstDash val="solid"/>
            <a:miter/>
            <a:headEnd type="none" w="med" len="med"/>
            <a:tailEnd type="none" w="med" len="med"/>
          </a:ln>
        </p:spPr>
        <p:txBody>
          <a:bodyPr rot="10800000"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57" name="AutoShape 57"/>
          <p:cNvSpPr/>
          <p:nvPr/>
        </p:nvSpPr>
        <p:spPr>
          <a:xfrm flipV="1">
            <a:off x="4479290" y="4631690"/>
            <a:ext cx="4419600" cy="685800"/>
          </a:xfrm>
          <a:prstGeom prst="wedgeRoundRectCallout">
            <a:avLst>
              <a:gd name="adj1" fmla="val -32116"/>
              <a:gd name="adj2" fmla="val 81481"/>
              <a:gd name="adj3" fmla="val 16667"/>
            </a:avLst>
          </a:prstGeom>
          <a:solidFill>
            <a:srgbClr val="FFFF99"/>
          </a:solidFill>
          <a:ln w="9525" cap="flat" cmpd="sng">
            <a:solidFill>
              <a:srgbClr val="0000FF"/>
            </a:solidFill>
            <a:prstDash val="solid"/>
            <a:miter/>
            <a:headEnd type="none" w="med" len="med"/>
            <a:tailEnd type="none" w="med" len="med"/>
          </a:ln>
        </p:spPr>
        <p:txBody>
          <a:bodyPr rot="10800000"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58" name="Rectangle 58"/>
          <p:cNvSpPr/>
          <p:nvPr/>
        </p:nvSpPr>
        <p:spPr>
          <a:xfrm>
            <a:off x="4464050" y="4724400"/>
            <a:ext cx="4451350" cy="519113"/>
          </a:xfrm>
          <a:prstGeom prst="rect">
            <a:avLst/>
          </a:prstGeom>
          <a:noFill/>
          <a:ln w="9525">
            <a:noFill/>
          </a:ln>
        </p:spPr>
        <p:txBody>
          <a:bodyPr wrap="none" anchor="ctr" anchorCtr="0">
            <a:spAutoFit/>
          </a:bodyPr>
          <a:p>
            <a:pPr eaLnBrk="0" hangingPunct="0"/>
            <a:r>
              <a:rPr lang="zh-CN" altLang="en-US" sz="2800" b="1" dirty="0">
                <a:solidFill>
                  <a:srgbClr val="000000"/>
                </a:solidFill>
                <a:latin typeface="华文中宋" panose="02010600040101010101" pitchFamily="2" charset="-122"/>
                <a:ea typeface="华文中宋" panose="02010600040101010101" pitchFamily="2" charset="-122"/>
              </a:rPr>
              <a:t>同波节两侧的质点反相振动</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graphicFrame>
        <p:nvGraphicFramePr>
          <p:cNvPr id="59" name="Object 70"/>
          <p:cNvGraphicFramePr>
            <a:graphicFrameLocks noChangeAspect="1"/>
          </p:cNvGraphicFramePr>
          <p:nvPr/>
        </p:nvGraphicFramePr>
        <p:xfrm>
          <a:off x="2362200" y="3429000"/>
          <a:ext cx="341313" cy="376238"/>
        </p:xfrm>
        <a:graphic>
          <a:graphicData uri="http://schemas.openxmlformats.org/presentationml/2006/ole">
            <mc:AlternateContent xmlns:mc="http://schemas.openxmlformats.org/markup-compatibility/2006">
              <mc:Choice xmlns:v="urn:schemas-microsoft-com:vml" Requires="v">
                <p:oleObj spid="_x0000_s60" name="" r:id="rId1" imgW="127000" imgH="139700" progId="Equation.3">
                  <p:embed/>
                </p:oleObj>
              </mc:Choice>
              <mc:Fallback>
                <p:oleObj name="" r:id="rId1" imgW="127000" imgH="139700" progId="Equation.3">
                  <p:embed/>
                  <p:pic>
                    <p:nvPicPr>
                      <p:cNvPr id="0" name="图片 3189"/>
                      <p:cNvPicPr/>
                      <p:nvPr/>
                    </p:nvPicPr>
                    <p:blipFill>
                      <a:blip r:embed="rId2"/>
                      <a:stretch>
                        <a:fillRect/>
                      </a:stretch>
                    </p:blipFill>
                    <p:spPr>
                      <a:xfrm>
                        <a:off x="2362200" y="3429000"/>
                        <a:ext cx="341313" cy="376238"/>
                      </a:xfrm>
                      <a:prstGeom prst="rect">
                        <a:avLst/>
                      </a:prstGeom>
                      <a:noFill/>
                      <a:ln w="38100">
                        <a:noFill/>
                        <a:miter/>
                      </a:ln>
                    </p:spPr>
                  </p:pic>
                </p:oleObj>
              </mc:Fallback>
            </mc:AlternateContent>
          </a:graphicData>
        </a:graphic>
      </p:graphicFrame>
      <p:graphicFrame>
        <p:nvGraphicFramePr>
          <p:cNvPr id="61" name="Object 71"/>
          <p:cNvGraphicFramePr>
            <a:graphicFrameLocks noChangeAspect="1"/>
          </p:cNvGraphicFramePr>
          <p:nvPr/>
        </p:nvGraphicFramePr>
        <p:xfrm>
          <a:off x="4191000" y="3352800"/>
          <a:ext cx="341313" cy="479425"/>
        </p:xfrm>
        <a:graphic>
          <a:graphicData uri="http://schemas.openxmlformats.org/presentationml/2006/ole">
            <mc:AlternateContent xmlns:mc="http://schemas.openxmlformats.org/markup-compatibility/2006">
              <mc:Choice xmlns:v="urn:schemas-microsoft-com:vml" Requires="v">
                <p:oleObj spid="_x0000_s62" name="" r:id="rId3" imgW="127000" imgH="177165" progId="Equation.3">
                  <p:embed/>
                </p:oleObj>
              </mc:Choice>
              <mc:Fallback>
                <p:oleObj name="" r:id="rId3" imgW="127000" imgH="177165" progId="Equation.3">
                  <p:embed/>
                  <p:pic>
                    <p:nvPicPr>
                      <p:cNvPr id="0" name="图片 3185"/>
                      <p:cNvPicPr/>
                      <p:nvPr/>
                    </p:nvPicPr>
                    <p:blipFill>
                      <a:blip r:embed="rId4"/>
                      <a:stretch>
                        <a:fillRect/>
                      </a:stretch>
                    </p:blipFill>
                    <p:spPr>
                      <a:xfrm>
                        <a:off x="4191000" y="3352800"/>
                        <a:ext cx="341313" cy="479425"/>
                      </a:xfrm>
                      <a:prstGeom prst="rect">
                        <a:avLst/>
                      </a:prstGeom>
                      <a:noFill/>
                      <a:ln w="38100">
                        <a:noFill/>
                        <a:miter/>
                      </a:ln>
                    </p:spPr>
                  </p:pic>
                </p:oleObj>
              </mc:Fallback>
            </mc:AlternateContent>
          </a:graphicData>
        </a:graphic>
      </p:graphicFrame>
      <p:graphicFrame>
        <p:nvGraphicFramePr>
          <p:cNvPr id="63" name="Object 72"/>
          <p:cNvGraphicFramePr>
            <a:graphicFrameLocks noChangeAspect="1"/>
          </p:cNvGraphicFramePr>
          <p:nvPr/>
        </p:nvGraphicFramePr>
        <p:xfrm>
          <a:off x="5867400" y="3429000"/>
          <a:ext cx="307975" cy="377825"/>
        </p:xfrm>
        <a:graphic>
          <a:graphicData uri="http://schemas.openxmlformats.org/presentationml/2006/ole">
            <mc:AlternateContent xmlns:mc="http://schemas.openxmlformats.org/markup-compatibility/2006">
              <mc:Choice xmlns:v="urn:schemas-microsoft-com:vml" Requires="v">
                <p:oleObj spid="_x0000_s64" name="" r:id="rId5" imgW="114300" imgH="139700" progId="Equation.3">
                  <p:embed/>
                </p:oleObj>
              </mc:Choice>
              <mc:Fallback>
                <p:oleObj name="" r:id="rId5" imgW="114300" imgH="139700" progId="Equation.3">
                  <p:embed/>
                  <p:pic>
                    <p:nvPicPr>
                      <p:cNvPr id="0" name="图片 3184"/>
                      <p:cNvPicPr/>
                      <p:nvPr/>
                    </p:nvPicPr>
                    <p:blipFill>
                      <a:blip r:embed="rId6"/>
                      <a:stretch>
                        <a:fillRect/>
                      </a:stretch>
                    </p:blipFill>
                    <p:spPr>
                      <a:xfrm>
                        <a:off x="5867400" y="3429000"/>
                        <a:ext cx="307975" cy="377825"/>
                      </a:xfrm>
                      <a:prstGeom prst="rect">
                        <a:avLst/>
                      </a:prstGeom>
                      <a:noFill/>
                      <a:ln w="38100">
                        <a:noFill/>
                        <a:miter/>
                      </a:ln>
                    </p:spPr>
                  </p:pic>
                </p:oleObj>
              </mc:Fallback>
            </mc:AlternateContent>
          </a:graphicData>
        </a:graphic>
      </p:graphicFrame>
      <p:graphicFrame>
        <p:nvGraphicFramePr>
          <p:cNvPr id="65" name="Object 48"/>
          <p:cNvGraphicFramePr>
            <a:graphicFrameLocks noChangeAspect="1"/>
          </p:cNvGraphicFramePr>
          <p:nvPr/>
        </p:nvGraphicFramePr>
        <p:xfrm>
          <a:off x="3271520" y="3879692"/>
          <a:ext cx="462280" cy="1116330"/>
        </p:xfrm>
        <a:graphic>
          <a:graphicData uri="http://schemas.openxmlformats.org/presentationml/2006/ole">
            <mc:AlternateContent xmlns:mc="http://schemas.openxmlformats.org/markup-compatibility/2006">
              <mc:Choice xmlns:v="urn:schemas-microsoft-com:vml" Requires="v">
                <p:oleObj spid="_x0000_s66" name="" r:id="rId7" imgW="165100" imgH="393700" progId="Equation.3">
                  <p:embed/>
                </p:oleObj>
              </mc:Choice>
              <mc:Fallback>
                <p:oleObj name="" r:id="rId7" imgW="165100" imgH="393700" progId="Equation.3">
                  <p:embed/>
                  <p:pic>
                    <p:nvPicPr>
                      <p:cNvPr id="0" name="图片 3252"/>
                      <p:cNvPicPr/>
                      <p:nvPr/>
                    </p:nvPicPr>
                    <p:blipFill>
                      <a:blip r:embed="rId8"/>
                      <a:stretch>
                        <a:fillRect/>
                      </a:stretch>
                    </p:blipFill>
                    <p:spPr>
                      <a:xfrm>
                        <a:off x="3271520" y="3879692"/>
                        <a:ext cx="462280" cy="1116330"/>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down)">
                                      <p:cBhvr>
                                        <p:cTn id="12" dur="500"/>
                                        <p:tgtEl>
                                          <p:spTgt spid="59"/>
                                        </p:tgtEl>
                                      </p:cBhvr>
                                    </p:animEffect>
                                  </p:childTnLst>
                                </p:cTn>
                              </p:par>
                              <p:par>
                                <p:cTn id="13" presetID="22" presetClass="entr" presetSubtype="4"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wipe(down)">
                                      <p:cBhvr>
                                        <p:cTn id="15" dur="500"/>
                                        <p:tgtEl>
                                          <p:spTgt spid="61"/>
                                        </p:tgtEl>
                                      </p:cBhvr>
                                    </p:animEffect>
                                  </p:childTnLst>
                                </p:cTn>
                              </p:par>
                              <p:par>
                                <p:cTn id="16" presetID="22" presetClass="entr" presetSubtype="4" fill="hold" nodeType="with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wipe(down)">
                                      <p:cBhvr>
                                        <p:cTn id="18" dur="500"/>
                                        <p:tgtEl>
                                          <p:spTgt spid="6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wipe(left)">
                                      <p:cBhvr>
                                        <p:cTn id="23" dur="500"/>
                                        <p:tgtEl>
                                          <p:spTgt spid="6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down)">
                                      <p:cBhvr>
                                        <p:cTn id="28" dur="500"/>
                                        <p:tgtEl>
                                          <p:spTgt spid="50"/>
                                        </p:tgtEl>
                                      </p:cBhvr>
                                    </p:animEffect>
                                  </p:childTnLst>
                                </p:cTn>
                              </p:par>
                            </p:childTnLst>
                          </p:cTn>
                        </p:par>
                        <p:par>
                          <p:cTn id="29" fill="hold">
                            <p:stCondLst>
                              <p:cond delay="500"/>
                            </p:stCondLst>
                            <p:childTnLst>
                              <p:par>
                                <p:cTn id="30" presetID="53" presetClass="entr" presetSubtype="16" fill="hold" grpId="0" nodeType="afterEffect">
                                  <p:stCondLst>
                                    <p:cond delay="0"/>
                                  </p:stCondLst>
                                  <p:childTnLst>
                                    <p:set>
                                      <p:cBhvr>
                                        <p:cTn id="31" dur="1" fill="hold">
                                          <p:stCondLst>
                                            <p:cond delay="0"/>
                                          </p:stCondLst>
                                        </p:cTn>
                                        <p:tgtEl>
                                          <p:spTgt spid="55"/>
                                        </p:tgtEl>
                                        <p:attrNameLst>
                                          <p:attrName>style.visibility</p:attrName>
                                        </p:attrNameLst>
                                      </p:cBhvr>
                                      <p:to>
                                        <p:strVal val="visible"/>
                                      </p:to>
                                    </p:set>
                                    <p:anim calcmode="lin" valueType="num">
                                      <p:cBhvr>
                                        <p:cTn id="32" dur="500" fill="hold"/>
                                        <p:tgtEl>
                                          <p:spTgt spid="55"/>
                                        </p:tgtEl>
                                        <p:attrNameLst>
                                          <p:attrName>ppt_w</p:attrName>
                                        </p:attrNameLst>
                                      </p:cBhvr>
                                      <p:tavLst>
                                        <p:tav tm="0">
                                          <p:val>
                                            <p:fltVal val="0.000000"/>
                                          </p:val>
                                        </p:tav>
                                        <p:tav tm="100000">
                                          <p:val>
                                            <p:strVal val="#ppt_w"/>
                                          </p:val>
                                        </p:tav>
                                      </p:tavLst>
                                    </p:anim>
                                    <p:anim calcmode="lin" valueType="num">
                                      <p:cBhvr>
                                        <p:cTn id="33" dur="500" fill="hold"/>
                                        <p:tgtEl>
                                          <p:spTgt spid="55"/>
                                        </p:tgtEl>
                                        <p:attrNameLst>
                                          <p:attrName>ppt_h</p:attrName>
                                        </p:attrNameLst>
                                      </p:cBhvr>
                                      <p:tavLst>
                                        <p:tav tm="0">
                                          <p:val>
                                            <p:fltVal val="0.000000"/>
                                          </p:val>
                                        </p:tav>
                                        <p:tav tm="100000">
                                          <p:val>
                                            <p:strVal val="#ppt_h"/>
                                          </p:val>
                                        </p:tav>
                                      </p:tavLst>
                                    </p:anim>
                                    <p:animEffect transition="in" filter="fade">
                                      <p:cBhvr>
                                        <p:cTn id="34" dur="500"/>
                                        <p:tgtEl>
                                          <p:spTgt spid="5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wipe(up)">
                                      <p:cBhvr>
                                        <p:cTn id="39" dur="500"/>
                                        <p:tgtEl>
                                          <p:spTgt spid="56"/>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wipe(up)">
                                      <p:cBhvr>
                                        <p:cTn id="42" dur="500"/>
                                        <p:tgtEl>
                                          <p:spTgt spid="57"/>
                                        </p:tgtEl>
                                      </p:cBhvr>
                                    </p:animEffect>
                                  </p:childTnLst>
                                </p:cTn>
                              </p:par>
                            </p:childTnLst>
                          </p:cTn>
                        </p:par>
                        <p:par>
                          <p:cTn id="43" fill="hold">
                            <p:stCondLst>
                              <p:cond delay="500"/>
                            </p:stCondLst>
                            <p:childTnLst>
                              <p:par>
                                <p:cTn id="44" presetID="53" presetClass="entr" presetSubtype="16" fill="hold" grpId="0" nodeType="afterEffect">
                                  <p:stCondLst>
                                    <p:cond delay="0"/>
                                  </p:stCondLst>
                                  <p:childTnLst>
                                    <p:set>
                                      <p:cBhvr>
                                        <p:cTn id="45" dur="1" fill="hold">
                                          <p:stCondLst>
                                            <p:cond delay="0"/>
                                          </p:stCondLst>
                                        </p:cTn>
                                        <p:tgtEl>
                                          <p:spTgt spid="58"/>
                                        </p:tgtEl>
                                        <p:attrNameLst>
                                          <p:attrName>style.visibility</p:attrName>
                                        </p:attrNameLst>
                                      </p:cBhvr>
                                      <p:to>
                                        <p:strVal val="visible"/>
                                      </p:to>
                                    </p:set>
                                    <p:anim calcmode="lin" valueType="num">
                                      <p:cBhvr>
                                        <p:cTn id="46" dur="500" fill="hold"/>
                                        <p:tgtEl>
                                          <p:spTgt spid="58"/>
                                        </p:tgtEl>
                                        <p:attrNameLst>
                                          <p:attrName>ppt_w</p:attrName>
                                        </p:attrNameLst>
                                      </p:cBhvr>
                                      <p:tavLst>
                                        <p:tav tm="0">
                                          <p:val>
                                            <p:fltVal val="0.000000"/>
                                          </p:val>
                                        </p:tav>
                                        <p:tav tm="100000">
                                          <p:val>
                                            <p:strVal val="#ppt_w"/>
                                          </p:val>
                                        </p:tav>
                                      </p:tavLst>
                                    </p:anim>
                                    <p:anim calcmode="lin" valueType="num">
                                      <p:cBhvr>
                                        <p:cTn id="47" dur="500" fill="hold"/>
                                        <p:tgtEl>
                                          <p:spTgt spid="58"/>
                                        </p:tgtEl>
                                        <p:attrNameLst>
                                          <p:attrName>ppt_h</p:attrName>
                                        </p:attrNameLst>
                                      </p:cBhvr>
                                      <p:tavLst>
                                        <p:tav tm="0">
                                          <p:val>
                                            <p:fltVal val="0.000000"/>
                                          </p:val>
                                        </p:tav>
                                        <p:tav tm="100000">
                                          <p:val>
                                            <p:strVal val="#ppt_h"/>
                                          </p:val>
                                        </p:tav>
                                      </p:tavLst>
                                    </p:anim>
                                    <p:animEffect transition="in" filter="fade">
                                      <p:cBhvr>
                                        <p:cTn id="48"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55" grpId="0"/>
      <p:bldP spid="56" grpId="0" bldLvl="0" animBg="1"/>
      <p:bldP spid="57" grpId="0" bldLvl="0" animBg="1"/>
      <p:bldP spid="5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1430020" cy="396875"/>
            <a:chOff x="818" y="139"/>
            <a:chExt cx="4457"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驻波</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驻波</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237600" name="AutoShape 32"/>
          <p:cNvSpPr/>
          <p:nvPr/>
        </p:nvSpPr>
        <p:spPr>
          <a:xfrm>
            <a:off x="1752600" y="1143000"/>
            <a:ext cx="5334000" cy="1066800"/>
          </a:xfrm>
          <a:prstGeom prst="roundRect">
            <a:avLst>
              <a:gd name="adj" fmla="val 16667"/>
            </a:avLst>
          </a:prstGeom>
          <a:solidFill>
            <a:srgbClr val="FFFF99"/>
          </a:solidFill>
          <a:ln w="38100"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37604" name="Text Box 36" descr="羊皮纸"/>
          <p:cNvSpPr txBox="1"/>
          <p:nvPr/>
        </p:nvSpPr>
        <p:spPr>
          <a:xfrm>
            <a:off x="2971800" y="914400"/>
            <a:ext cx="2895600" cy="557213"/>
          </a:xfrm>
          <a:prstGeom prst="rect">
            <a:avLst/>
          </a:prstGeom>
          <a:blipFill rotWithShape="1">
            <a:blip r:embed="rId1"/>
          </a:blipFill>
          <a:ln w="38100" cap="flat" cmpd="sng">
            <a:solidFill>
              <a:srgbClr val="0000FF"/>
            </a:solidFill>
            <a:prstDash val="solid"/>
            <a:miter/>
            <a:headEnd type="none" w="med" len="med"/>
            <a:tailEnd type="none" w="med" len="med"/>
          </a:ln>
          <a:effectLst>
            <a:outerShdw dist="35921" dir="2699999" algn="ctr" rotWithShape="0">
              <a:schemeClr val="bg2"/>
            </a:outerShdw>
          </a:effectLst>
        </p:spPr>
        <p:txBody>
          <a:bodyPr anchor="t" anchorCtr="0">
            <a:spAutoFit/>
          </a:bodyPr>
          <a:p>
            <a:pPr algn="ctr">
              <a:spcBef>
                <a:spcPct val="50000"/>
              </a:spcBef>
            </a:pPr>
            <a:r>
              <a:rPr lang="zh-CN" altLang="en-US" sz="2800" b="1" dirty="0">
                <a:solidFill>
                  <a:srgbClr val="000000"/>
                </a:solidFill>
                <a:latin typeface="华文中宋" panose="02010600040101010101" pitchFamily="2" charset="-122"/>
                <a:ea typeface="华文中宋" panose="02010600040101010101" pitchFamily="2" charset="-122"/>
              </a:rPr>
              <a:t>驻波的振幅特点  </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237605" name="Text Box 37"/>
          <p:cNvSpPr txBox="1"/>
          <p:nvPr/>
        </p:nvSpPr>
        <p:spPr>
          <a:xfrm>
            <a:off x="2057400" y="1546225"/>
            <a:ext cx="5029200" cy="539750"/>
          </a:xfrm>
          <a:prstGeom prst="rect">
            <a:avLst/>
          </a:prstGeom>
          <a:noFill/>
          <a:ln w="9525">
            <a:noFill/>
          </a:ln>
        </p:spPr>
        <p:txBody>
          <a:bodyPr anchor="t" anchorCtr="0">
            <a:spAutoFit/>
          </a:bodyPr>
          <a:p>
            <a:pPr eaLnBrk="0" hangingPunct="0">
              <a:lnSpc>
                <a:spcPct val="105000"/>
              </a:lnSpc>
            </a:pPr>
            <a:r>
              <a:rPr lang="zh-CN" altLang="en-US" sz="2800" b="1" dirty="0">
                <a:solidFill>
                  <a:srgbClr val="000000"/>
                </a:solidFill>
                <a:latin typeface="微软雅黑" panose="020B0503020204020204" pitchFamily="34" charset="-122"/>
                <a:ea typeface="微软雅黑" panose="020B0503020204020204" pitchFamily="34" charset="-122"/>
              </a:rPr>
              <a:t>分段振动，存在波腹与波节。</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239640" name="AutoShape 24"/>
          <p:cNvSpPr/>
          <p:nvPr/>
        </p:nvSpPr>
        <p:spPr>
          <a:xfrm>
            <a:off x="1600200" y="2590800"/>
            <a:ext cx="5562600" cy="1371600"/>
          </a:xfrm>
          <a:prstGeom prst="roundRect">
            <a:avLst>
              <a:gd name="adj" fmla="val 16667"/>
            </a:avLst>
          </a:prstGeom>
          <a:solidFill>
            <a:srgbClr val="FFFF99"/>
          </a:solidFill>
          <a:ln w="38100"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39641" name="Text Box 25" descr="羊皮纸"/>
          <p:cNvSpPr txBox="1"/>
          <p:nvPr/>
        </p:nvSpPr>
        <p:spPr>
          <a:xfrm>
            <a:off x="2895600" y="2338388"/>
            <a:ext cx="2895600" cy="557212"/>
          </a:xfrm>
          <a:prstGeom prst="rect">
            <a:avLst/>
          </a:prstGeom>
          <a:blipFill rotWithShape="1">
            <a:blip r:embed="rId1"/>
          </a:blipFill>
          <a:ln w="38100" cap="flat" cmpd="sng">
            <a:solidFill>
              <a:srgbClr val="0000FF"/>
            </a:solidFill>
            <a:prstDash val="solid"/>
            <a:miter/>
            <a:headEnd type="none" w="med" len="med"/>
            <a:tailEnd type="none" w="med" len="med"/>
          </a:ln>
          <a:effectLst>
            <a:outerShdw dist="35921" dir="2699999" algn="ctr" rotWithShape="0">
              <a:schemeClr val="bg2"/>
            </a:outerShdw>
          </a:effectLst>
        </p:spPr>
        <p:txBody>
          <a:bodyPr anchor="t" anchorCtr="0">
            <a:spAutoFit/>
          </a:bodyPr>
          <a:p>
            <a:pPr algn="ctr">
              <a:spcBef>
                <a:spcPct val="50000"/>
              </a:spcBef>
            </a:pPr>
            <a:r>
              <a:rPr lang="zh-CN" altLang="en-US" sz="2800" b="1" dirty="0">
                <a:solidFill>
                  <a:srgbClr val="000000"/>
                </a:solidFill>
                <a:latin typeface="华文中宋" panose="02010600040101010101" pitchFamily="2" charset="-122"/>
                <a:ea typeface="华文中宋" panose="02010600040101010101" pitchFamily="2" charset="-122"/>
              </a:rPr>
              <a:t>驻波的相位特点  </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239644" name="Text Box 28"/>
          <p:cNvSpPr txBox="1"/>
          <p:nvPr/>
        </p:nvSpPr>
        <p:spPr>
          <a:xfrm>
            <a:off x="1406525" y="2895600"/>
            <a:ext cx="5832475" cy="987425"/>
          </a:xfrm>
          <a:prstGeom prst="rect">
            <a:avLst/>
          </a:prstGeom>
          <a:noFill/>
          <a:ln w="9525">
            <a:noFill/>
          </a:ln>
        </p:spPr>
        <p:txBody>
          <a:bodyPr anchor="t" anchorCtr="0">
            <a:spAutoFit/>
          </a:bodyPr>
          <a:p>
            <a:pPr algn="ctr" eaLnBrk="0" hangingPunct="0">
              <a:lnSpc>
                <a:spcPct val="105000"/>
              </a:lnSpc>
            </a:pPr>
            <a:r>
              <a:rPr lang="en-US" altLang="zh-CN" sz="2800" b="1" dirty="0">
                <a:solidFill>
                  <a:srgbClr val="000000"/>
                </a:solidFill>
                <a:latin typeface="微软雅黑" panose="020B0503020204020204" pitchFamily="34" charset="-122"/>
                <a:ea typeface="微软雅黑" panose="020B0503020204020204" pitchFamily="34" charset="-122"/>
              </a:rPr>
              <a:t>   </a:t>
            </a:r>
            <a:r>
              <a:rPr lang="zh-CN" altLang="en-US" sz="2800" b="1" dirty="0">
                <a:solidFill>
                  <a:srgbClr val="000000"/>
                </a:solidFill>
                <a:latin typeface="微软雅黑" panose="020B0503020204020204" pitchFamily="34" charset="-122"/>
                <a:ea typeface="微软雅黑" panose="020B0503020204020204" pitchFamily="34" charset="-122"/>
              </a:rPr>
              <a:t>相邻两波节间各点振动同相，</a:t>
            </a:r>
            <a:endParaRPr lang="zh-CN" altLang="en-US" sz="2800" b="1" dirty="0">
              <a:solidFill>
                <a:srgbClr val="000000"/>
              </a:solidFill>
              <a:latin typeface="微软雅黑" panose="020B0503020204020204" pitchFamily="34" charset="-122"/>
              <a:ea typeface="微软雅黑" panose="020B0503020204020204" pitchFamily="34" charset="-122"/>
            </a:endParaRPr>
          </a:p>
          <a:p>
            <a:pPr algn="ctr" eaLnBrk="0" hangingPunct="0">
              <a:lnSpc>
                <a:spcPct val="105000"/>
              </a:lnSpc>
            </a:pPr>
            <a:r>
              <a:rPr lang="zh-CN" altLang="en-US" sz="2800" b="1" dirty="0">
                <a:solidFill>
                  <a:srgbClr val="000000"/>
                </a:solidFill>
                <a:latin typeface="微软雅黑" panose="020B0503020204020204" pitchFamily="34" charset="-122"/>
                <a:ea typeface="微软雅黑" panose="020B0503020204020204" pitchFamily="34" charset="-122"/>
              </a:rPr>
              <a:t> 同一波节两侧振动反相。 </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240663" name="AutoShape 23"/>
          <p:cNvSpPr/>
          <p:nvPr/>
        </p:nvSpPr>
        <p:spPr>
          <a:xfrm>
            <a:off x="990600" y="4367213"/>
            <a:ext cx="7315200" cy="1524000"/>
          </a:xfrm>
          <a:prstGeom prst="roundRect">
            <a:avLst>
              <a:gd name="adj" fmla="val 16667"/>
            </a:avLst>
          </a:prstGeom>
          <a:solidFill>
            <a:srgbClr val="FFFF99"/>
          </a:solidFill>
          <a:ln w="38100"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0664" name="Text Box 24" descr="羊皮纸"/>
          <p:cNvSpPr txBox="1"/>
          <p:nvPr/>
        </p:nvSpPr>
        <p:spPr>
          <a:xfrm>
            <a:off x="3124200" y="4114800"/>
            <a:ext cx="2895600" cy="557213"/>
          </a:xfrm>
          <a:prstGeom prst="rect">
            <a:avLst/>
          </a:prstGeom>
          <a:blipFill rotWithShape="1">
            <a:blip r:embed="rId1"/>
          </a:blipFill>
          <a:ln w="38100" cap="flat" cmpd="sng">
            <a:solidFill>
              <a:srgbClr val="0000FF"/>
            </a:solidFill>
            <a:prstDash val="solid"/>
            <a:miter/>
            <a:headEnd type="none" w="med" len="med"/>
            <a:tailEnd type="none" w="med" len="med"/>
          </a:ln>
          <a:effectLst>
            <a:outerShdw dist="35921" dir="2699999" algn="ctr" rotWithShape="0">
              <a:schemeClr val="bg2"/>
            </a:outerShdw>
          </a:effectLst>
        </p:spPr>
        <p:txBody>
          <a:bodyPr anchor="t" anchorCtr="0">
            <a:spAutoFit/>
          </a:bodyPr>
          <a:p>
            <a:pPr algn="ctr">
              <a:spcBef>
                <a:spcPct val="50000"/>
              </a:spcBef>
            </a:pPr>
            <a:r>
              <a:rPr lang="zh-CN" altLang="en-US" sz="2800" b="1" dirty="0">
                <a:solidFill>
                  <a:srgbClr val="000000"/>
                </a:solidFill>
                <a:latin typeface="华文中宋" panose="02010600040101010101" pitchFamily="2" charset="-122"/>
                <a:ea typeface="华文中宋" panose="02010600040101010101" pitchFamily="2" charset="-122"/>
              </a:rPr>
              <a:t>驻波的能量特点  </a:t>
            </a:r>
            <a:endParaRPr lang="zh-CN" altLang="en-US" sz="2800" b="1" dirty="0">
              <a:solidFill>
                <a:srgbClr val="000000"/>
              </a:solidFill>
              <a:latin typeface="华文中宋" panose="02010600040101010101" pitchFamily="2" charset="-122"/>
              <a:ea typeface="华文中宋" panose="02010600040101010101" pitchFamily="2" charset="-122"/>
            </a:endParaRPr>
          </a:p>
        </p:txBody>
      </p:sp>
      <p:sp>
        <p:nvSpPr>
          <p:cNvPr id="240703" name="Text Box 63"/>
          <p:cNvSpPr txBox="1"/>
          <p:nvPr/>
        </p:nvSpPr>
        <p:spPr>
          <a:xfrm>
            <a:off x="1066800" y="4748213"/>
            <a:ext cx="7543800" cy="539750"/>
          </a:xfrm>
          <a:prstGeom prst="rect">
            <a:avLst/>
          </a:prstGeom>
          <a:noFill/>
          <a:ln w="9525">
            <a:noFill/>
          </a:ln>
        </p:spPr>
        <p:txBody>
          <a:bodyPr anchor="t" anchorCtr="0">
            <a:spAutoFit/>
          </a:bodyPr>
          <a:p>
            <a:pPr>
              <a:lnSpc>
                <a:spcPct val="105000"/>
              </a:lnSpc>
            </a:pPr>
            <a:r>
              <a:rPr lang="zh-CN" altLang="en-US" sz="2800" b="1" dirty="0">
                <a:solidFill>
                  <a:srgbClr val="000000"/>
                </a:solidFill>
                <a:latin typeface="微软雅黑" panose="020B0503020204020204" pitchFamily="34" charset="-122"/>
                <a:ea typeface="微软雅黑" panose="020B0503020204020204" pitchFamily="34" charset="-122"/>
              </a:rPr>
              <a:t>动能和势能只能在波腹与波节之间的小范围</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240704" name="Text Box 64"/>
          <p:cNvSpPr txBox="1"/>
          <p:nvPr/>
        </p:nvSpPr>
        <p:spPr>
          <a:xfrm>
            <a:off x="1447800" y="5281613"/>
            <a:ext cx="7010400" cy="539750"/>
          </a:xfrm>
          <a:prstGeom prst="rect">
            <a:avLst/>
          </a:prstGeom>
          <a:noFill/>
          <a:ln w="9525">
            <a:noFill/>
          </a:ln>
        </p:spPr>
        <p:txBody>
          <a:bodyPr anchor="t" anchorCtr="0">
            <a:spAutoFit/>
          </a:bodyPr>
          <a:p>
            <a:pPr>
              <a:lnSpc>
                <a:spcPct val="105000"/>
              </a:lnSpc>
            </a:pPr>
            <a:r>
              <a:rPr lang="zh-CN" altLang="en-US" sz="2800" b="1" dirty="0">
                <a:solidFill>
                  <a:srgbClr val="000000"/>
                </a:solidFill>
                <a:latin typeface="微软雅黑" panose="020B0503020204020204" pitchFamily="34" charset="-122"/>
                <a:ea typeface="微软雅黑" panose="020B0503020204020204" pitchFamily="34" charset="-122"/>
              </a:rPr>
              <a:t>内迁移并转换，而无能量的单向传播。</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162838" name="Rectangle 22"/>
          <p:cNvSpPr/>
          <p:nvPr/>
        </p:nvSpPr>
        <p:spPr>
          <a:xfrm>
            <a:off x="1258888" y="5973763"/>
            <a:ext cx="7046912" cy="519112"/>
          </a:xfrm>
          <a:prstGeom prst="rect">
            <a:avLst/>
          </a:prstGeom>
          <a:noFill/>
          <a:ln w="9525">
            <a:noFill/>
          </a:ln>
        </p:spPr>
        <p:txBody>
          <a:bodyPr wrap="none" anchor="ctr" anchorCtr="0">
            <a:spAutoFit/>
          </a:bodyPr>
          <a:p>
            <a:pPr algn="ctr" eaLnBrk="0" hangingPunct="0"/>
            <a:r>
              <a:rPr lang="zh-CN" altLang="en-US" sz="2800" b="1" dirty="0">
                <a:solidFill>
                  <a:srgbClr val="000000"/>
                </a:solidFill>
                <a:latin typeface="微软雅黑" panose="020B0503020204020204" pitchFamily="34" charset="-122"/>
                <a:ea typeface="微软雅黑" panose="020B0503020204020204" pitchFamily="34" charset="-122"/>
              </a:rPr>
              <a:t>驻波不是波动，而是一种特殊的群体振动！ </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37604"/>
                                        </p:tgtEl>
                                        <p:attrNameLst>
                                          <p:attrName>style.visibility</p:attrName>
                                        </p:attrNameLst>
                                      </p:cBhvr>
                                      <p:to>
                                        <p:strVal val="visible"/>
                                      </p:to>
                                    </p:set>
                                    <p:anim calcmode="lin" valueType="num">
                                      <p:cBhvr>
                                        <p:cTn id="7" dur="500" fill="hold"/>
                                        <p:tgtEl>
                                          <p:spTgt spid="237604"/>
                                        </p:tgtEl>
                                        <p:attrNameLst>
                                          <p:attrName>ppt_w</p:attrName>
                                        </p:attrNameLst>
                                      </p:cBhvr>
                                      <p:tavLst>
                                        <p:tav tm="0">
                                          <p:val>
                                            <p:fltVal val="0.000000"/>
                                          </p:val>
                                        </p:tav>
                                        <p:tav tm="100000">
                                          <p:val>
                                            <p:strVal val="#ppt_w"/>
                                          </p:val>
                                        </p:tav>
                                      </p:tavLst>
                                    </p:anim>
                                    <p:anim calcmode="lin" valueType="num">
                                      <p:cBhvr>
                                        <p:cTn id="8" dur="500" fill="hold"/>
                                        <p:tgtEl>
                                          <p:spTgt spid="237604"/>
                                        </p:tgtEl>
                                        <p:attrNameLst>
                                          <p:attrName>ppt_h</p:attrName>
                                        </p:attrNameLst>
                                      </p:cBhvr>
                                      <p:tavLst>
                                        <p:tav tm="0">
                                          <p:val>
                                            <p:fltVal val="0.000000"/>
                                          </p:val>
                                        </p:tav>
                                        <p:tav tm="100000">
                                          <p:val>
                                            <p:strVal val="#ppt_h"/>
                                          </p:val>
                                        </p:tav>
                                      </p:tavLst>
                                    </p:anim>
                                    <p:animEffect transition="in" filter="fade">
                                      <p:cBhvr>
                                        <p:cTn id="9" dur="500"/>
                                        <p:tgtEl>
                                          <p:spTgt spid="237604"/>
                                        </p:tgtEl>
                                      </p:cBhvr>
                                    </p:animEffect>
                                  </p:childTnLst>
                                </p:cTn>
                              </p:par>
                            </p:childTnLst>
                          </p:cTn>
                        </p:par>
                        <p:par>
                          <p:cTn id="10" fill="hold">
                            <p:stCondLst>
                              <p:cond delay="500"/>
                            </p:stCondLst>
                            <p:childTnLst>
                              <p:par>
                                <p:cTn id="11" presetID="20" presetClass="entr" presetSubtype="0" fill="hold" grpId="0" nodeType="afterEffect">
                                  <p:stCondLst>
                                    <p:cond delay="0"/>
                                  </p:stCondLst>
                                  <p:childTnLst>
                                    <p:set>
                                      <p:cBhvr>
                                        <p:cTn id="12" dur="1" fill="hold">
                                          <p:stCondLst>
                                            <p:cond delay="0"/>
                                          </p:stCondLst>
                                        </p:cTn>
                                        <p:tgtEl>
                                          <p:spTgt spid="237600"/>
                                        </p:tgtEl>
                                        <p:attrNameLst>
                                          <p:attrName>style.visibility</p:attrName>
                                        </p:attrNameLst>
                                      </p:cBhvr>
                                      <p:to>
                                        <p:strVal val="visible"/>
                                      </p:to>
                                    </p:set>
                                    <p:animEffect transition="in" filter="wedge">
                                      <p:cBhvr>
                                        <p:cTn id="13" dur="500"/>
                                        <p:tgtEl>
                                          <p:spTgt spid="23760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37605"/>
                                        </p:tgtEl>
                                        <p:attrNameLst>
                                          <p:attrName>style.visibility</p:attrName>
                                        </p:attrNameLst>
                                      </p:cBhvr>
                                      <p:to>
                                        <p:strVal val="visible"/>
                                      </p:to>
                                    </p:set>
                                    <p:animEffect transition="in" filter="wipe(left)">
                                      <p:cBhvr>
                                        <p:cTn id="18" dur="1000"/>
                                        <p:tgtEl>
                                          <p:spTgt spid="237605"/>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239641"/>
                                        </p:tgtEl>
                                        <p:attrNameLst>
                                          <p:attrName>style.visibility</p:attrName>
                                        </p:attrNameLst>
                                      </p:cBhvr>
                                      <p:to>
                                        <p:strVal val="visible"/>
                                      </p:to>
                                    </p:set>
                                    <p:anim calcmode="lin" valueType="num">
                                      <p:cBhvr>
                                        <p:cTn id="23" dur="500" fill="hold"/>
                                        <p:tgtEl>
                                          <p:spTgt spid="239641"/>
                                        </p:tgtEl>
                                        <p:attrNameLst>
                                          <p:attrName>ppt_w</p:attrName>
                                        </p:attrNameLst>
                                      </p:cBhvr>
                                      <p:tavLst>
                                        <p:tav tm="0">
                                          <p:val>
                                            <p:fltVal val="0.000000"/>
                                          </p:val>
                                        </p:tav>
                                        <p:tav tm="100000">
                                          <p:val>
                                            <p:strVal val="#ppt_w"/>
                                          </p:val>
                                        </p:tav>
                                      </p:tavLst>
                                    </p:anim>
                                    <p:anim calcmode="lin" valueType="num">
                                      <p:cBhvr>
                                        <p:cTn id="24" dur="500" fill="hold"/>
                                        <p:tgtEl>
                                          <p:spTgt spid="239641"/>
                                        </p:tgtEl>
                                        <p:attrNameLst>
                                          <p:attrName>ppt_h</p:attrName>
                                        </p:attrNameLst>
                                      </p:cBhvr>
                                      <p:tavLst>
                                        <p:tav tm="0">
                                          <p:val>
                                            <p:fltVal val="0.000000"/>
                                          </p:val>
                                        </p:tav>
                                        <p:tav tm="100000">
                                          <p:val>
                                            <p:strVal val="#ppt_h"/>
                                          </p:val>
                                        </p:tav>
                                      </p:tavLst>
                                    </p:anim>
                                    <p:animEffect transition="in" filter="fade">
                                      <p:cBhvr>
                                        <p:cTn id="25" dur="500"/>
                                        <p:tgtEl>
                                          <p:spTgt spid="239641"/>
                                        </p:tgtEl>
                                      </p:cBhvr>
                                    </p:animEffect>
                                  </p:childTnLst>
                                </p:cTn>
                              </p:par>
                            </p:childTnLst>
                          </p:cTn>
                        </p:par>
                        <p:par>
                          <p:cTn id="26" fill="hold">
                            <p:stCondLst>
                              <p:cond delay="500"/>
                            </p:stCondLst>
                            <p:childTnLst>
                              <p:par>
                                <p:cTn id="27" presetID="20" presetClass="entr" presetSubtype="0" fill="hold" grpId="0" nodeType="afterEffect">
                                  <p:stCondLst>
                                    <p:cond delay="0"/>
                                  </p:stCondLst>
                                  <p:childTnLst>
                                    <p:set>
                                      <p:cBhvr>
                                        <p:cTn id="28" dur="1" fill="hold">
                                          <p:stCondLst>
                                            <p:cond delay="0"/>
                                          </p:stCondLst>
                                        </p:cTn>
                                        <p:tgtEl>
                                          <p:spTgt spid="239640"/>
                                        </p:tgtEl>
                                        <p:attrNameLst>
                                          <p:attrName>style.visibility</p:attrName>
                                        </p:attrNameLst>
                                      </p:cBhvr>
                                      <p:to>
                                        <p:strVal val="visible"/>
                                      </p:to>
                                    </p:set>
                                    <p:animEffect transition="in" filter="wedge">
                                      <p:cBhvr>
                                        <p:cTn id="29" dur="500"/>
                                        <p:tgtEl>
                                          <p:spTgt spid="23964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39644">
                                            <p:txEl>
                                              <p:charRg st="0" end="17"/>
                                            </p:txEl>
                                          </p:spTgt>
                                        </p:tgtEl>
                                        <p:attrNameLst>
                                          <p:attrName>style.visibility</p:attrName>
                                        </p:attrNameLst>
                                      </p:cBhvr>
                                      <p:to>
                                        <p:strVal val="visible"/>
                                      </p:to>
                                    </p:set>
                                    <p:animEffect transition="in" filter="wipe(left)">
                                      <p:cBhvr>
                                        <p:cTn id="34" dur="1000"/>
                                        <p:tgtEl>
                                          <p:spTgt spid="239644">
                                            <p:txEl>
                                              <p:charRg st="0" end="1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39644">
                                            <p:txEl>
                                              <p:charRg st="17" end="31"/>
                                            </p:txEl>
                                          </p:spTgt>
                                        </p:tgtEl>
                                        <p:attrNameLst>
                                          <p:attrName>style.visibility</p:attrName>
                                        </p:attrNameLst>
                                      </p:cBhvr>
                                      <p:to>
                                        <p:strVal val="visible"/>
                                      </p:to>
                                    </p:set>
                                    <p:animEffect transition="in" filter="wipe(left)">
                                      <p:cBhvr>
                                        <p:cTn id="39" dur="1000"/>
                                        <p:tgtEl>
                                          <p:spTgt spid="239644">
                                            <p:txEl>
                                              <p:charRg st="17" end="3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240664"/>
                                        </p:tgtEl>
                                        <p:attrNameLst>
                                          <p:attrName>style.visibility</p:attrName>
                                        </p:attrNameLst>
                                      </p:cBhvr>
                                      <p:to>
                                        <p:strVal val="visible"/>
                                      </p:to>
                                    </p:set>
                                    <p:anim calcmode="lin" valueType="num">
                                      <p:cBhvr>
                                        <p:cTn id="44" dur="500" fill="hold"/>
                                        <p:tgtEl>
                                          <p:spTgt spid="240664"/>
                                        </p:tgtEl>
                                        <p:attrNameLst>
                                          <p:attrName>ppt_w</p:attrName>
                                        </p:attrNameLst>
                                      </p:cBhvr>
                                      <p:tavLst>
                                        <p:tav tm="0">
                                          <p:val>
                                            <p:fltVal val="0.000000"/>
                                          </p:val>
                                        </p:tav>
                                        <p:tav tm="100000">
                                          <p:val>
                                            <p:strVal val="#ppt_w"/>
                                          </p:val>
                                        </p:tav>
                                      </p:tavLst>
                                    </p:anim>
                                    <p:anim calcmode="lin" valueType="num">
                                      <p:cBhvr>
                                        <p:cTn id="45" dur="500" fill="hold"/>
                                        <p:tgtEl>
                                          <p:spTgt spid="240664"/>
                                        </p:tgtEl>
                                        <p:attrNameLst>
                                          <p:attrName>ppt_h</p:attrName>
                                        </p:attrNameLst>
                                      </p:cBhvr>
                                      <p:tavLst>
                                        <p:tav tm="0">
                                          <p:val>
                                            <p:fltVal val="0.000000"/>
                                          </p:val>
                                        </p:tav>
                                        <p:tav tm="100000">
                                          <p:val>
                                            <p:strVal val="#ppt_h"/>
                                          </p:val>
                                        </p:tav>
                                      </p:tavLst>
                                    </p:anim>
                                    <p:animEffect transition="in" filter="fade">
                                      <p:cBhvr>
                                        <p:cTn id="46" dur="500"/>
                                        <p:tgtEl>
                                          <p:spTgt spid="240664"/>
                                        </p:tgtEl>
                                      </p:cBhvr>
                                    </p:animEffect>
                                  </p:childTnLst>
                                </p:cTn>
                              </p:par>
                            </p:childTnLst>
                          </p:cTn>
                        </p:par>
                        <p:par>
                          <p:cTn id="47" fill="hold">
                            <p:stCondLst>
                              <p:cond delay="500"/>
                            </p:stCondLst>
                            <p:childTnLst>
                              <p:par>
                                <p:cTn id="48" presetID="20" presetClass="entr" presetSubtype="0" fill="hold" grpId="0" nodeType="afterEffect">
                                  <p:stCondLst>
                                    <p:cond delay="0"/>
                                  </p:stCondLst>
                                  <p:childTnLst>
                                    <p:set>
                                      <p:cBhvr>
                                        <p:cTn id="49" dur="1" fill="hold">
                                          <p:stCondLst>
                                            <p:cond delay="0"/>
                                          </p:stCondLst>
                                        </p:cTn>
                                        <p:tgtEl>
                                          <p:spTgt spid="240663"/>
                                        </p:tgtEl>
                                        <p:attrNameLst>
                                          <p:attrName>style.visibility</p:attrName>
                                        </p:attrNameLst>
                                      </p:cBhvr>
                                      <p:to>
                                        <p:strVal val="visible"/>
                                      </p:to>
                                    </p:set>
                                    <p:animEffect transition="in" filter="wedge">
                                      <p:cBhvr>
                                        <p:cTn id="50" dur="500"/>
                                        <p:tgtEl>
                                          <p:spTgt spid="24066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40703"/>
                                        </p:tgtEl>
                                        <p:attrNameLst>
                                          <p:attrName>style.visibility</p:attrName>
                                        </p:attrNameLst>
                                      </p:cBhvr>
                                      <p:to>
                                        <p:strVal val="visible"/>
                                      </p:to>
                                    </p:set>
                                    <p:animEffect transition="in" filter="wipe(left)">
                                      <p:cBhvr>
                                        <p:cTn id="55" dur="2000"/>
                                        <p:tgtEl>
                                          <p:spTgt spid="24070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40704"/>
                                        </p:tgtEl>
                                        <p:attrNameLst>
                                          <p:attrName>style.visibility</p:attrName>
                                        </p:attrNameLst>
                                      </p:cBhvr>
                                      <p:to>
                                        <p:strVal val="visible"/>
                                      </p:to>
                                    </p:set>
                                    <p:animEffect transition="in" filter="wipe(left)">
                                      <p:cBhvr>
                                        <p:cTn id="60" dur="2000"/>
                                        <p:tgtEl>
                                          <p:spTgt spid="24070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62838"/>
                                        </p:tgtEl>
                                        <p:attrNameLst>
                                          <p:attrName>style.visibility</p:attrName>
                                        </p:attrNameLst>
                                      </p:cBhvr>
                                      <p:to>
                                        <p:strVal val="visible"/>
                                      </p:to>
                                    </p:set>
                                    <p:animEffect transition="in" filter="wipe(left)">
                                      <p:cBhvr>
                                        <p:cTn id="65" dur="500"/>
                                        <p:tgtEl>
                                          <p:spTgt spid="162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600" grpId="0" bldLvl="0" animBg="1"/>
      <p:bldP spid="237604" grpId="0" bldLvl="0" animBg="1"/>
      <p:bldP spid="237605" grpId="0"/>
      <p:bldP spid="239640" grpId="0" bldLvl="0" animBg="1"/>
      <p:bldP spid="239641" grpId="0" bldLvl="0" animBg="1"/>
      <p:bldP spid="240663" grpId="0" bldLvl="0" animBg="1"/>
      <p:bldP spid="240664" grpId="0" bldLvl="0" animBg="1"/>
      <p:bldP spid="240703" grpId="0"/>
      <p:bldP spid="240704" grpId="0"/>
      <p:bldP spid="1628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3" name="Group 27"/>
          <p:cNvGrpSpPr/>
          <p:nvPr/>
        </p:nvGrpSpPr>
        <p:grpSpPr>
          <a:xfrm>
            <a:off x="683260" y="260350"/>
            <a:ext cx="1430020" cy="396875"/>
            <a:chOff x="818" y="139"/>
            <a:chExt cx="4457" cy="256"/>
          </a:xfrm>
        </p:grpSpPr>
        <p:sp>
          <p:nvSpPr>
            <p:cNvPr id="5325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驻波</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3255" name="WordArt 29"/>
            <p:cNvSpPr>
              <a:spLocks noTextEdit="1"/>
            </p:cNvSpPr>
            <p:nvPr/>
          </p:nvSpPr>
          <p:spPr>
            <a:xfrm>
              <a:off x="818"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驻波</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168962" name="AutoShape 2"/>
          <p:cNvSpPr/>
          <p:nvPr/>
        </p:nvSpPr>
        <p:spPr>
          <a:xfrm>
            <a:off x="3782695" y="1485583"/>
            <a:ext cx="5176838" cy="3849687"/>
          </a:xfrm>
          <a:prstGeom prst="roundRect">
            <a:avLst>
              <a:gd name="adj" fmla="val 7306"/>
            </a:avLst>
          </a:prstGeom>
          <a:solidFill>
            <a:srgbClr val="FFFF99"/>
          </a:solid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8963" name="Text Box 3"/>
          <p:cNvSpPr txBox="1"/>
          <p:nvPr/>
        </p:nvSpPr>
        <p:spPr>
          <a:xfrm>
            <a:off x="457200" y="990600"/>
            <a:ext cx="3757613" cy="519113"/>
          </a:xfrm>
          <a:prstGeom prst="rect">
            <a:avLst/>
          </a:prstGeom>
          <a:noFill/>
          <a:ln w="9525">
            <a:noFill/>
          </a:ln>
        </p:spPr>
        <p:txBody>
          <a:bodyPr anchor="t" anchorCtr="0">
            <a:spAutoFit/>
          </a:bodyPr>
          <a:p>
            <a:pPr>
              <a:spcBef>
                <a:spcPct val="50000"/>
              </a:spcBef>
            </a:pPr>
            <a:r>
              <a:rPr lang="en-US" altLang="zh-CN" sz="2800" b="1" dirty="0">
                <a:solidFill>
                  <a:srgbClr val="003300"/>
                </a:solidFill>
                <a:latin typeface="微软雅黑" panose="020B0503020204020204" pitchFamily="34" charset="-122"/>
                <a:ea typeface="微软雅黑" panose="020B0503020204020204" pitchFamily="34" charset="-122"/>
              </a:rPr>
              <a:t>(1)</a:t>
            </a:r>
            <a:r>
              <a:rPr lang="zh-CN" altLang="en-US" sz="2800" b="1" dirty="0">
                <a:solidFill>
                  <a:srgbClr val="003300"/>
                </a:solidFill>
                <a:latin typeface="微软雅黑" panose="020B0503020204020204" pitchFamily="34" charset="-122"/>
                <a:ea typeface="微软雅黑" panose="020B0503020204020204" pitchFamily="34" charset="-122"/>
              </a:rPr>
              <a:t>弦线两端固定   </a:t>
            </a:r>
            <a:endParaRPr lang="zh-CN" altLang="en-US" sz="2800" b="1" dirty="0">
              <a:solidFill>
                <a:srgbClr val="003300"/>
              </a:solidFill>
              <a:latin typeface="微软雅黑" panose="020B0503020204020204" pitchFamily="34" charset="-122"/>
              <a:ea typeface="微软雅黑" panose="020B0503020204020204" pitchFamily="34" charset="-122"/>
            </a:endParaRPr>
          </a:p>
        </p:txBody>
      </p:sp>
      <p:sp>
        <p:nvSpPr>
          <p:cNvPr id="168964" name="Line 4"/>
          <p:cNvSpPr/>
          <p:nvPr/>
        </p:nvSpPr>
        <p:spPr>
          <a:xfrm>
            <a:off x="4606925" y="2062163"/>
            <a:ext cx="0" cy="539750"/>
          </a:xfrm>
          <a:prstGeom prst="line">
            <a:avLst/>
          </a:prstGeom>
          <a:ln w="19050" cap="flat" cmpd="sng">
            <a:solidFill>
              <a:schemeClr val="tx1"/>
            </a:solidFill>
            <a:prstDash val="dash"/>
            <a:round/>
            <a:headEnd type="none" w="med" len="med"/>
            <a:tailEnd type="none" w="med" len="med"/>
          </a:ln>
        </p:spPr>
      </p:sp>
      <p:sp>
        <p:nvSpPr>
          <p:cNvPr id="168965" name="Line 5"/>
          <p:cNvSpPr/>
          <p:nvPr/>
        </p:nvSpPr>
        <p:spPr>
          <a:xfrm>
            <a:off x="8710613" y="2062163"/>
            <a:ext cx="0" cy="539750"/>
          </a:xfrm>
          <a:prstGeom prst="line">
            <a:avLst/>
          </a:prstGeom>
          <a:ln w="19050" cap="flat" cmpd="sng">
            <a:solidFill>
              <a:schemeClr val="tx1"/>
            </a:solidFill>
            <a:prstDash val="dash"/>
            <a:round/>
            <a:headEnd type="none" w="med" len="med"/>
            <a:tailEnd type="none" w="med" len="med"/>
          </a:ln>
        </p:spPr>
      </p:sp>
      <p:sp>
        <p:nvSpPr>
          <p:cNvPr id="168966" name="Line 6"/>
          <p:cNvSpPr/>
          <p:nvPr/>
        </p:nvSpPr>
        <p:spPr>
          <a:xfrm flipH="1">
            <a:off x="4606925" y="2290763"/>
            <a:ext cx="1628775" cy="0"/>
          </a:xfrm>
          <a:prstGeom prst="line">
            <a:avLst/>
          </a:prstGeom>
          <a:ln w="19050" cap="flat" cmpd="sng">
            <a:solidFill>
              <a:schemeClr val="tx1"/>
            </a:solidFill>
            <a:prstDash val="solid"/>
            <a:round/>
            <a:headEnd type="none" w="med" len="med"/>
            <a:tailEnd type="triangle" w="med" len="med"/>
          </a:ln>
        </p:spPr>
      </p:sp>
      <p:sp>
        <p:nvSpPr>
          <p:cNvPr id="168967" name="Line 7"/>
          <p:cNvSpPr/>
          <p:nvPr/>
        </p:nvSpPr>
        <p:spPr>
          <a:xfrm>
            <a:off x="6951663" y="2290763"/>
            <a:ext cx="1758950" cy="0"/>
          </a:xfrm>
          <a:prstGeom prst="line">
            <a:avLst/>
          </a:prstGeom>
          <a:ln w="19050" cap="flat" cmpd="sng">
            <a:solidFill>
              <a:schemeClr val="tx1"/>
            </a:solidFill>
            <a:prstDash val="solid"/>
            <a:round/>
            <a:headEnd type="none" w="med" len="med"/>
            <a:tailEnd type="triangle" w="med" len="med"/>
          </a:ln>
        </p:spPr>
      </p:sp>
      <p:sp>
        <p:nvSpPr>
          <p:cNvPr id="168968" name="Text Box 8"/>
          <p:cNvSpPr txBox="1"/>
          <p:nvPr/>
        </p:nvSpPr>
        <p:spPr>
          <a:xfrm>
            <a:off x="6392863" y="1998663"/>
            <a:ext cx="401637" cy="519112"/>
          </a:xfrm>
          <a:prstGeom prst="rect">
            <a:avLst/>
          </a:prstGeom>
          <a:noFill/>
          <a:ln w="9525">
            <a:noFill/>
          </a:ln>
        </p:spPr>
        <p:txBody>
          <a:bodyPr wrap="none" anchor="t" anchorCtr="0">
            <a:spAutoFit/>
          </a:bodyPr>
          <a:p>
            <a:r>
              <a:rPr lang="en-US" altLang="zh-CN" sz="2800" b="1" i="1" dirty="0">
                <a:solidFill>
                  <a:srgbClr val="003300"/>
                </a:solidFill>
                <a:latin typeface="Times New Roman" panose="02020603050405020304" pitchFamily="18" charset="0"/>
                <a:ea typeface="微软雅黑" panose="020B0503020204020204" pitchFamily="34" charset="-122"/>
              </a:rPr>
              <a:t>L</a:t>
            </a:r>
            <a:endParaRPr lang="en-US" altLang="zh-CN" sz="2800" b="1" i="1" dirty="0">
              <a:solidFill>
                <a:srgbClr val="003300"/>
              </a:solidFill>
              <a:latin typeface="Times New Roman" panose="02020603050405020304" pitchFamily="18" charset="0"/>
              <a:ea typeface="微软雅黑" panose="020B0503020204020204" pitchFamily="34" charset="-122"/>
            </a:endParaRPr>
          </a:p>
        </p:txBody>
      </p:sp>
      <p:grpSp>
        <p:nvGrpSpPr>
          <p:cNvPr id="168969" name="Group 9"/>
          <p:cNvGrpSpPr/>
          <p:nvPr/>
        </p:nvGrpSpPr>
        <p:grpSpPr>
          <a:xfrm>
            <a:off x="4567238" y="1468438"/>
            <a:ext cx="4267200" cy="520700"/>
            <a:chOff x="2925" y="972"/>
            <a:chExt cx="2688" cy="328"/>
          </a:xfrm>
        </p:grpSpPr>
        <p:sp>
          <p:nvSpPr>
            <p:cNvPr id="65546" name="Line 10"/>
            <p:cNvSpPr/>
            <p:nvPr/>
          </p:nvSpPr>
          <p:spPr>
            <a:xfrm>
              <a:off x="2950" y="1298"/>
              <a:ext cx="2585" cy="0"/>
            </a:xfrm>
            <a:prstGeom prst="line">
              <a:avLst/>
            </a:prstGeom>
            <a:ln w="38100" cap="flat" cmpd="sng">
              <a:solidFill>
                <a:srgbClr val="0000FF"/>
              </a:solidFill>
              <a:prstDash val="solid"/>
              <a:round/>
              <a:headEnd type="oval" w="med" len="med"/>
              <a:tailEnd type="oval" w="med" len="med"/>
            </a:ln>
          </p:spPr>
        </p:sp>
        <p:grpSp>
          <p:nvGrpSpPr>
            <p:cNvPr id="65547" name="Group 11"/>
            <p:cNvGrpSpPr/>
            <p:nvPr/>
          </p:nvGrpSpPr>
          <p:grpSpPr>
            <a:xfrm>
              <a:off x="2925" y="972"/>
              <a:ext cx="2688" cy="328"/>
              <a:chOff x="2925" y="972"/>
              <a:chExt cx="2688" cy="328"/>
            </a:xfrm>
          </p:grpSpPr>
          <p:sp>
            <p:nvSpPr>
              <p:cNvPr id="65548" name="Text Box 12"/>
              <p:cNvSpPr txBox="1"/>
              <p:nvPr/>
            </p:nvSpPr>
            <p:spPr>
              <a:xfrm>
                <a:off x="2925" y="973"/>
                <a:ext cx="265" cy="327"/>
              </a:xfrm>
              <a:prstGeom prst="rect">
                <a:avLst/>
              </a:prstGeom>
              <a:noFill/>
              <a:ln w="9525">
                <a:noFill/>
              </a:ln>
            </p:spPr>
            <p:txBody>
              <a:bodyPr wrap="none" anchor="t" anchorCtr="0">
                <a:spAutoFit/>
              </a:bodyPr>
              <a:p>
                <a:r>
                  <a:rPr lang="en-US" altLang="zh-CN" sz="2800" b="1" i="1" dirty="0">
                    <a:solidFill>
                      <a:srgbClr val="003300"/>
                    </a:solidFill>
                    <a:latin typeface="Times New Roman" panose="02020603050405020304" pitchFamily="18" charset="0"/>
                    <a:ea typeface="微软雅黑" panose="020B0503020204020204" pitchFamily="34" charset="-122"/>
                  </a:rPr>
                  <a:t>A</a:t>
                </a:r>
                <a:endParaRPr lang="en-US" altLang="zh-CN" sz="2800" b="1" i="1" dirty="0">
                  <a:solidFill>
                    <a:srgbClr val="003300"/>
                  </a:solidFill>
                  <a:latin typeface="Times New Roman" panose="02020603050405020304" pitchFamily="18" charset="0"/>
                  <a:ea typeface="微软雅黑" panose="020B0503020204020204" pitchFamily="34" charset="-122"/>
                </a:endParaRPr>
              </a:p>
            </p:txBody>
          </p:sp>
          <p:sp>
            <p:nvSpPr>
              <p:cNvPr id="65549" name="Text Box 13"/>
              <p:cNvSpPr txBox="1"/>
              <p:nvPr/>
            </p:nvSpPr>
            <p:spPr>
              <a:xfrm>
                <a:off x="5348" y="973"/>
                <a:ext cx="265" cy="327"/>
              </a:xfrm>
              <a:prstGeom prst="rect">
                <a:avLst/>
              </a:prstGeom>
              <a:noFill/>
              <a:ln w="9525">
                <a:noFill/>
              </a:ln>
            </p:spPr>
            <p:txBody>
              <a:bodyPr wrap="none" anchor="t" anchorCtr="0">
                <a:spAutoFit/>
              </a:bodyPr>
              <a:p>
                <a:r>
                  <a:rPr lang="en-US" altLang="zh-CN" sz="2800" b="1" i="1" dirty="0">
                    <a:solidFill>
                      <a:srgbClr val="003300"/>
                    </a:solidFill>
                    <a:latin typeface="Times New Roman" panose="02020603050405020304" pitchFamily="18" charset="0"/>
                    <a:ea typeface="微软雅黑" panose="020B0503020204020204" pitchFamily="34" charset="-122"/>
                  </a:rPr>
                  <a:t>B</a:t>
                </a:r>
                <a:endParaRPr lang="en-US" altLang="zh-CN" sz="2800" b="1" i="1" dirty="0">
                  <a:solidFill>
                    <a:srgbClr val="003300"/>
                  </a:solidFill>
                  <a:latin typeface="Times New Roman" panose="02020603050405020304" pitchFamily="18" charset="0"/>
                  <a:ea typeface="微软雅黑" panose="020B0503020204020204" pitchFamily="34" charset="-122"/>
                </a:endParaRPr>
              </a:p>
            </p:txBody>
          </p:sp>
          <p:sp>
            <p:nvSpPr>
              <p:cNvPr id="65550" name="Text Box 14"/>
              <p:cNvSpPr txBox="1"/>
              <p:nvPr/>
            </p:nvSpPr>
            <p:spPr>
              <a:xfrm>
                <a:off x="4049" y="972"/>
                <a:ext cx="422" cy="288"/>
              </a:xfrm>
              <a:prstGeom prst="rect">
                <a:avLst/>
              </a:prstGeom>
              <a:noFill/>
              <a:ln w="9525">
                <a:noFill/>
              </a:ln>
            </p:spPr>
            <p:txBody>
              <a:bodyPr wrap="none" anchor="t" anchorCtr="0">
                <a:spAutoFit/>
              </a:bodyPr>
              <a:p>
                <a:r>
                  <a:rPr lang="zh-CN" altLang="en-US" sz="2400" b="1" dirty="0">
                    <a:solidFill>
                      <a:srgbClr val="003300"/>
                    </a:solidFill>
                    <a:latin typeface="微软雅黑" panose="020B0503020204020204" pitchFamily="34" charset="-122"/>
                    <a:ea typeface="微软雅黑" panose="020B0503020204020204" pitchFamily="34" charset="-122"/>
                  </a:rPr>
                  <a:t>弦  </a:t>
                </a:r>
                <a:endParaRPr lang="zh-CN" altLang="en-US" sz="2400" b="1" dirty="0">
                  <a:solidFill>
                    <a:srgbClr val="003300"/>
                  </a:solidFill>
                  <a:latin typeface="微软雅黑" panose="020B0503020204020204" pitchFamily="34" charset="-122"/>
                  <a:ea typeface="微软雅黑" panose="020B0503020204020204" pitchFamily="34" charset="-122"/>
                </a:endParaRPr>
              </a:p>
            </p:txBody>
          </p:sp>
        </p:grpSp>
      </p:grpSp>
      <p:sp>
        <p:nvSpPr>
          <p:cNvPr id="168975" name="Text Box 15"/>
          <p:cNvSpPr txBox="1"/>
          <p:nvPr/>
        </p:nvSpPr>
        <p:spPr>
          <a:xfrm>
            <a:off x="3803650" y="2695575"/>
            <a:ext cx="763588" cy="519113"/>
          </a:xfrm>
          <a:prstGeom prst="rect">
            <a:avLst/>
          </a:prstGeom>
          <a:noFill/>
          <a:ln w="9525">
            <a:noFill/>
          </a:ln>
        </p:spPr>
        <p:txBody>
          <a:bodyPr wrap="none" anchor="t" anchorCtr="0">
            <a:spAutoFit/>
          </a:bodyPr>
          <a:p>
            <a:r>
              <a:rPr lang="en-US" altLang="zh-CN" sz="2800" b="1" i="1" dirty="0">
                <a:solidFill>
                  <a:srgbClr val="003300"/>
                </a:solidFill>
                <a:latin typeface="Times New Roman" panose="02020603050405020304" pitchFamily="18" charset="0"/>
                <a:ea typeface="微软雅黑" panose="020B0503020204020204" pitchFamily="34" charset="-122"/>
              </a:rPr>
              <a:t>n=</a:t>
            </a:r>
            <a:r>
              <a:rPr lang="en-US" altLang="zh-CN" sz="2800" b="1" dirty="0">
                <a:solidFill>
                  <a:srgbClr val="003300"/>
                </a:solidFill>
                <a:latin typeface="Times New Roman" panose="02020603050405020304" pitchFamily="18" charset="0"/>
                <a:ea typeface="微软雅黑" panose="020B0503020204020204" pitchFamily="34" charset="-122"/>
              </a:rPr>
              <a:t>1</a:t>
            </a:r>
            <a:endParaRPr lang="en-US" altLang="zh-CN" sz="2800" b="1" dirty="0">
              <a:solidFill>
                <a:srgbClr val="003300"/>
              </a:solidFill>
              <a:latin typeface="Times New Roman" panose="02020603050405020304" pitchFamily="18" charset="0"/>
              <a:ea typeface="微软雅黑" panose="020B0503020204020204" pitchFamily="34" charset="-122"/>
            </a:endParaRPr>
          </a:p>
        </p:txBody>
      </p:sp>
      <p:sp>
        <p:nvSpPr>
          <p:cNvPr id="168976" name="Text Box 16"/>
          <p:cNvSpPr txBox="1"/>
          <p:nvPr/>
        </p:nvSpPr>
        <p:spPr>
          <a:xfrm>
            <a:off x="3803650" y="3270250"/>
            <a:ext cx="763588" cy="519113"/>
          </a:xfrm>
          <a:prstGeom prst="rect">
            <a:avLst/>
          </a:prstGeom>
          <a:noFill/>
          <a:ln w="9525">
            <a:noFill/>
          </a:ln>
        </p:spPr>
        <p:txBody>
          <a:bodyPr wrap="none" anchor="t" anchorCtr="0">
            <a:spAutoFit/>
          </a:bodyPr>
          <a:p>
            <a:r>
              <a:rPr lang="en-US" altLang="zh-CN" sz="2800" b="1" i="1" dirty="0">
                <a:solidFill>
                  <a:srgbClr val="003300"/>
                </a:solidFill>
                <a:latin typeface="Times New Roman" panose="02020603050405020304" pitchFamily="18" charset="0"/>
                <a:ea typeface="微软雅黑" panose="020B0503020204020204" pitchFamily="34" charset="-122"/>
              </a:rPr>
              <a:t>n=</a:t>
            </a:r>
            <a:r>
              <a:rPr lang="en-US" altLang="zh-CN" sz="2800" b="1" dirty="0">
                <a:solidFill>
                  <a:srgbClr val="003300"/>
                </a:solidFill>
                <a:latin typeface="Times New Roman" panose="02020603050405020304" pitchFamily="18" charset="0"/>
                <a:ea typeface="微软雅黑" panose="020B0503020204020204" pitchFamily="34" charset="-122"/>
              </a:rPr>
              <a:t>2</a:t>
            </a:r>
            <a:endParaRPr lang="en-US" altLang="zh-CN" sz="2800" b="1" dirty="0">
              <a:solidFill>
                <a:srgbClr val="003300"/>
              </a:solidFill>
              <a:latin typeface="Times New Roman" panose="02020603050405020304" pitchFamily="18" charset="0"/>
              <a:ea typeface="微软雅黑" panose="020B0503020204020204" pitchFamily="34" charset="-122"/>
            </a:endParaRPr>
          </a:p>
        </p:txBody>
      </p:sp>
      <p:sp>
        <p:nvSpPr>
          <p:cNvPr id="168977" name="Text Box 17"/>
          <p:cNvSpPr txBox="1"/>
          <p:nvPr/>
        </p:nvSpPr>
        <p:spPr>
          <a:xfrm>
            <a:off x="3803650" y="3846513"/>
            <a:ext cx="763588" cy="519112"/>
          </a:xfrm>
          <a:prstGeom prst="rect">
            <a:avLst/>
          </a:prstGeom>
          <a:noFill/>
          <a:ln w="9525">
            <a:noFill/>
          </a:ln>
        </p:spPr>
        <p:txBody>
          <a:bodyPr wrap="none" anchor="t" anchorCtr="0">
            <a:spAutoFit/>
          </a:bodyPr>
          <a:p>
            <a:r>
              <a:rPr lang="en-US" altLang="zh-CN" sz="2800" b="1" i="1" dirty="0">
                <a:solidFill>
                  <a:srgbClr val="003300"/>
                </a:solidFill>
                <a:latin typeface="Times New Roman" panose="02020603050405020304" pitchFamily="18" charset="0"/>
                <a:ea typeface="微软雅黑" panose="020B0503020204020204" pitchFamily="34" charset="-122"/>
              </a:rPr>
              <a:t>n=</a:t>
            </a:r>
            <a:r>
              <a:rPr lang="en-US" altLang="zh-CN" sz="2800" b="1" dirty="0">
                <a:solidFill>
                  <a:srgbClr val="003300"/>
                </a:solidFill>
                <a:latin typeface="Times New Roman" panose="02020603050405020304" pitchFamily="18" charset="0"/>
                <a:ea typeface="微软雅黑" panose="020B0503020204020204" pitchFamily="34" charset="-122"/>
              </a:rPr>
              <a:t>3</a:t>
            </a:r>
            <a:endParaRPr lang="en-US" altLang="zh-CN" sz="2800" b="1" dirty="0">
              <a:solidFill>
                <a:srgbClr val="003300"/>
              </a:solidFill>
              <a:latin typeface="Times New Roman" panose="02020603050405020304" pitchFamily="18" charset="0"/>
              <a:ea typeface="微软雅黑" panose="020B0503020204020204" pitchFamily="34" charset="-122"/>
            </a:endParaRPr>
          </a:p>
        </p:txBody>
      </p:sp>
      <p:sp>
        <p:nvSpPr>
          <p:cNvPr id="168978" name="Text Box 18"/>
          <p:cNvSpPr txBox="1"/>
          <p:nvPr/>
        </p:nvSpPr>
        <p:spPr>
          <a:xfrm>
            <a:off x="3803650" y="4422775"/>
            <a:ext cx="763588" cy="519113"/>
          </a:xfrm>
          <a:prstGeom prst="rect">
            <a:avLst/>
          </a:prstGeom>
          <a:noFill/>
          <a:ln w="9525">
            <a:noFill/>
          </a:ln>
        </p:spPr>
        <p:txBody>
          <a:bodyPr wrap="none" anchor="t" anchorCtr="0">
            <a:spAutoFit/>
          </a:bodyPr>
          <a:p>
            <a:r>
              <a:rPr lang="en-US" altLang="zh-CN" sz="2800" b="1" i="1" dirty="0">
                <a:solidFill>
                  <a:srgbClr val="003300"/>
                </a:solidFill>
                <a:latin typeface="Times New Roman" panose="02020603050405020304" pitchFamily="18" charset="0"/>
                <a:ea typeface="微软雅黑" panose="020B0503020204020204" pitchFamily="34" charset="-122"/>
              </a:rPr>
              <a:t>n=</a:t>
            </a:r>
            <a:r>
              <a:rPr lang="en-US" altLang="zh-CN" sz="2800" b="1" dirty="0">
                <a:solidFill>
                  <a:srgbClr val="003300"/>
                </a:solidFill>
                <a:latin typeface="Times New Roman" panose="02020603050405020304" pitchFamily="18" charset="0"/>
                <a:ea typeface="微软雅黑" panose="020B0503020204020204" pitchFamily="34" charset="-122"/>
              </a:rPr>
              <a:t>4</a:t>
            </a:r>
            <a:endParaRPr lang="en-US" altLang="zh-CN" sz="2800" b="1" dirty="0">
              <a:solidFill>
                <a:srgbClr val="003300"/>
              </a:solidFill>
              <a:latin typeface="Times New Roman" panose="02020603050405020304" pitchFamily="18" charset="0"/>
              <a:ea typeface="微软雅黑" panose="020B0503020204020204" pitchFamily="34" charset="-122"/>
            </a:endParaRPr>
          </a:p>
        </p:txBody>
      </p:sp>
      <p:grpSp>
        <p:nvGrpSpPr>
          <p:cNvPr id="168979" name="Group 19"/>
          <p:cNvGrpSpPr/>
          <p:nvPr/>
        </p:nvGrpSpPr>
        <p:grpSpPr>
          <a:xfrm>
            <a:off x="4567238" y="2798763"/>
            <a:ext cx="4175125" cy="282575"/>
            <a:chOff x="720" y="1392"/>
            <a:chExt cx="2976" cy="192"/>
          </a:xfrm>
        </p:grpSpPr>
        <p:sp>
          <p:nvSpPr>
            <p:cNvPr id="65556" name="Oval 20"/>
            <p:cNvSpPr/>
            <p:nvPr/>
          </p:nvSpPr>
          <p:spPr>
            <a:xfrm>
              <a:off x="720" y="1392"/>
              <a:ext cx="2976" cy="192"/>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57" name="Line 21"/>
            <p:cNvSpPr/>
            <p:nvPr/>
          </p:nvSpPr>
          <p:spPr>
            <a:xfrm>
              <a:off x="768" y="1488"/>
              <a:ext cx="2928" cy="0"/>
            </a:xfrm>
            <a:prstGeom prst="line">
              <a:avLst/>
            </a:prstGeom>
            <a:ln w="19050" cap="flat" cmpd="sng">
              <a:solidFill>
                <a:srgbClr val="0000FF"/>
              </a:solidFill>
              <a:prstDash val="solid"/>
              <a:round/>
              <a:headEnd type="none" w="med" len="med"/>
              <a:tailEnd type="none" w="med" len="med"/>
            </a:ln>
          </p:spPr>
        </p:sp>
        <p:sp>
          <p:nvSpPr>
            <p:cNvPr id="65558" name="Oval 22"/>
            <p:cNvSpPr/>
            <p:nvPr/>
          </p:nvSpPr>
          <p:spPr>
            <a:xfrm>
              <a:off x="720" y="1440"/>
              <a:ext cx="2976"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68983" name="Group 23"/>
          <p:cNvGrpSpPr/>
          <p:nvPr/>
        </p:nvGrpSpPr>
        <p:grpSpPr>
          <a:xfrm>
            <a:off x="4567238" y="3435350"/>
            <a:ext cx="4175125" cy="212725"/>
            <a:chOff x="672" y="2304"/>
            <a:chExt cx="3024" cy="144"/>
          </a:xfrm>
        </p:grpSpPr>
        <p:grpSp>
          <p:nvGrpSpPr>
            <p:cNvPr id="65560" name="Group 24"/>
            <p:cNvGrpSpPr/>
            <p:nvPr/>
          </p:nvGrpSpPr>
          <p:grpSpPr>
            <a:xfrm>
              <a:off x="672" y="2304"/>
              <a:ext cx="1536" cy="144"/>
              <a:chOff x="720" y="1392"/>
              <a:chExt cx="2976" cy="192"/>
            </a:xfrm>
          </p:grpSpPr>
          <p:sp>
            <p:nvSpPr>
              <p:cNvPr id="65561" name="Oval 25"/>
              <p:cNvSpPr/>
              <p:nvPr/>
            </p:nvSpPr>
            <p:spPr>
              <a:xfrm>
                <a:off x="720" y="1392"/>
                <a:ext cx="2976" cy="192"/>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62" name="Line 26"/>
              <p:cNvSpPr/>
              <p:nvPr/>
            </p:nvSpPr>
            <p:spPr>
              <a:xfrm>
                <a:off x="768" y="1488"/>
                <a:ext cx="2928" cy="0"/>
              </a:xfrm>
              <a:prstGeom prst="line">
                <a:avLst/>
              </a:prstGeom>
              <a:ln w="19050" cap="flat" cmpd="sng">
                <a:solidFill>
                  <a:srgbClr val="0000FF"/>
                </a:solidFill>
                <a:prstDash val="solid"/>
                <a:round/>
                <a:headEnd type="none" w="med" len="med"/>
                <a:tailEnd type="none" w="med" len="med"/>
              </a:ln>
            </p:spPr>
          </p:sp>
          <p:sp>
            <p:nvSpPr>
              <p:cNvPr id="65563" name="Oval 27"/>
              <p:cNvSpPr/>
              <p:nvPr/>
            </p:nvSpPr>
            <p:spPr>
              <a:xfrm>
                <a:off x="720" y="1440"/>
                <a:ext cx="2976"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65564" name="Group 28"/>
            <p:cNvGrpSpPr/>
            <p:nvPr/>
          </p:nvGrpSpPr>
          <p:grpSpPr>
            <a:xfrm>
              <a:off x="2208" y="2304"/>
              <a:ext cx="1488" cy="144"/>
              <a:chOff x="720" y="1392"/>
              <a:chExt cx="2976" cy="192"/>
            </a:xfrm>
          </p:grpSpPr>
          <p:sp>
            <p:nvSpPr>
              <p:cNvPr id="65565" name="Oval 29"/>
              <p:cNvSpPr/>
              <p:nvPr/>
            </p:nvSpPr>
            <p:spPr>
              <a:xfrm>
                <a:off x="720" y="1392"/>
                <a:ext cx="2976" cy="192"/>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66" name="Line 30"/>
              <p:cNvSpPr/>
              <p:nvPr/>
            </p:nvSpPr>
            <p:spPr>
              <a:xfrm>
                <a:off x="768" y="1488"/>
                <a:ext cx="2928" cy="0"/>
              </a:xfrm>
              <a:prstGeom prst="line">
                <a:avLst/>
              </a:prstGeom>
              <a:ln w="19050" cap="flat" cmpd="sng">
                <a:solidFill>
                  <a:srgbClr val="0000FF"/>
                </a:solidFill>
                <a:prstDash val="solid"/>
                <a:round/>
                <a:headEnd type="none" w="med" len="med"/>
                <a:tailEnd type="none" w="med" len="med"/>
              </a:ln>
            </p:spPr>
          </p:sp>
          <p:sp>
            <p:nvSpPr>
              <p:cNvPr id="65567" name="Oval 31"/>
              <p:cNvSpPr/>
              <p:nvPr/>
            </p:nvSpPr>
            <p:spPr>
              <a:xfrm>
                <a:off x="720" y="1440"/>
                <a:ext cx="2976"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grpSp>
        <p:nvGrpSpPr>
          <p:cNvPr id="168992" name="Group 32"/>
          <p:cNvGrpSpPr/>
          <p:nvPr/>
        </p:nvGrpSpPr>
        <p:grpSpPr>
          <a:xfrm>
            <a:off x="4567238" y="4567238"/>
            <a:ext cx="4175125" cy="212725"/>
            <a:chOff x="672" y="2544"/>
            <a:chExt cx="3024" cy="96"/>
          </a:xfrm>
        </p:grpSpPr>
        <p:sp>
          <p:nvSpPr>
            <p:cNvPr id="65569" name="Oval 33"/>
            <p:cNvSpPr/>
            <p:nvPr/>
          </p:nvSpPr>
          <p:spPr>
            <a:xfrm>
              <a:off x="2976" y="2544"/>
              <a:ext cx="720"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70" name="Line 34"/>
            <p:cNvSpPr/>
            <p:nvPr/>
          </p:nvSpPr>
          <p:spPr>
            <a:xfrm>
              <a:off x="2988" y="2592"/>
              <a:ext cx="708" cy="0"/>
            </a:xfrm>
            <a:prstGeom prst="line">
              <a:avLst/>
            </a:prstGeom>
            <a:ln w="19050" cap="flat" cmpd="sng">
              <a:solidFill>
                <a:srgbClr val="0000FF"/>
              </a:solidFill>
              <a:prstDash val="solid"/>
              <a:round/>
              <a:headEnd type="none" w="med" len="med"/>
              <a:tailEnd type="none" w="med" len="med"/>
            </a:ln>
          </p:spPr>
        </p:sp>
        <p:sp>
          <p:nvSpPr>
            <p:cNvPr id="65571" name="Oval 35"/>
            <p:cNvSpPr/>
            <p:nvPr/>
          </p:nvSpPr>
          <p:spPr>
            <a:xfrm>
              <a:off x="2976" y="2568"/>
              <a:ext cx="720" cy="48"/>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72" name="Oval 36"/>
            <p:cNvSpPr/>
            <p:nvPr/>
          </p:nvSpPr>
          <p:spPr>
            <a:xfrm>
              <a:off x="2208" y="2544"/>
              <a:ext cx="768"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73" name="Line 37"/>
            <p:cNvSpPr/>
            <p:nvPr/>
          </p:nvSpPr>
          <p:spPr>
            <a:xfrm>
              <a:off x="2220" y="2592"/>
              <a:ext cx="756" cy="0"/>
            </a:xfrm>
            <a:prstGeom prst="line">
              <a:avLst/>
            </a:prstGeom>
            <a:ln w="19050" cap="flat" cmpd="sng">
              <a:solidFill>
                <a:srgbClr val="0000FF"/>
              </a:solidFill>
              <a:prstDash val="solid"/>
              <a:round/>
              <a:headEnd type="none" w="med" len="med"/>
              <a:tailEnd type="none" w="med" len="med"/>
            </a:ln>
          </p:spPr>
        </p:sp>
        <p:sp>
          <p:nvSpPr>
            <p:cNvPr id="65574" name="Oval 38"/>
            <p:cNvSpPr/>
            <p:nvPr/>
          </p:nvSpPr>
          <p:spPr>
            <a:xfrm>
              <a:off x="2208" y="2568"/>
              <a:ext cx="768" cy="48"/>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75" name="Oval 39"/>
            <p:cNvSpPr/>
            <p:nvPr/>
          </p:nvSpPr>
          <p:spPr>
            <a:xfrm>
              <a:off x="1440" y="2544"/>
              <a:ext cx="768"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76" name="Line 40"/>
            <p:cNvSpPr/>
            <p:nvPr/>
          </p:nvSpPr>
          <p:spPr>
            <a:xfrm>
              <a:off x="1452" y="2592"/>
              <a:ext cx="756" cy="0"/>
            </a:xfrm>
            <a:prstGeom prst="line">
              <a:avLst/>
            </a:prstGeom>
            <a:ln w="19050" cap="flat" cmpd="sng">
              <a:solidFill>
                <a:srgbClr val="0000FF"/>
              </a:solidFill>
              <a:prstDash val="solid"/>
              <a:round/>
              <a:headEnd type="none" w="med" len="med"/>
              <a:tailEnd type="none" w="med" len="med"/>
            </a:ln>
          </p:spPr>
        </p:sp>
        <p:sp>
          <p:nvSpPr>
            <p:cNvPr id="65577" name="Oval 41"/>
            <p:cNvSpPr/>
            <p:nvPr/>
          </p:nvSpPr>
          <p:spPr>
            <a:xfrm>
              <a:off x="1440" y="2568"/>
              <a:ext cx="768" cy="48"/>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78" name="Oval 42"/>
            <p:cNvSpPr/>
            <p:nvPr/>
          </p:nvSpPr>
          <p:spPr>
            <a:xfrm>
              <a:off x="672" y="2544"/>
              <a:ext cx="768"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79" name="Line 43"/>
            <p:cNvSpPr/>
            <p:nvPr/>
          </p:nvSpPr>
          <p:spPr>
            <a:xfrm>
              <a:off x="684" y="2592"/>
              <a:ext cx="756" cy="0"/>
            </a:xfrm>
            <a:prstGeom prst="line">
              <a:avLst/>
            </a:prstGeom>
            <a:ln w="19050" cap="flat" cmpd="sng">
              <a:solidFill>
                <a:srgbClr val="0000FF"/>
              </a:solidFill>
              <a:prstDash val="solid"/>
              <a:round/>
              <a:headEnd type="none" w="med" len="med"/>
              <a:tailEnd type="none" w="med" len="med"/>
            </a:ln>
          </p:spPr>
        </p:sp>
        <p:sp>
          <p:nvSpPr>
            <p:cNvPr id="65580" name="Oval 44"/>
            <p:cNvSpPr/>
            <p:nvPr/>
          </p:nvSpPr>
          <p:spPr>
            <a:xfrm>
              <a:off x="672" y="2568"/>
              <a:ext cx="768" cy="48"/>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69005" name="Group 45"/>
          <p:cNvGrpSpPr/>
          <p:nvPr/>
        </p:nvGrpSpPr>
        <p:grpSpPr>
          <a:xfrm>
            <a:off x="4567238" y="4071938"/>
            <a:ext cx="4175125" cy="212725"/>
            <a:chOff x="672" y="2208"/>
            <a:chExt cx="3024" cy="96"/>
          </a:xfrm>
        </p:grpSpPr>
        <p:grpSp>
          <p:nvGrpSpPr>
            <p:cNvPr id="65582" name="Group 46"/>
            <p:cNvGrpSpPr/>
            <p:nvPr/>
          </p:nvGrpSpPr>
          <p:grpSpPr>
            <a:xfrm>
              <a:off x="672" y="2208"/>
              <a:ext cx="1008" cy="96"/>
              <a:chOff x="720" y="1392"/>
              <a:chExt cx="2976" cy="192"/>
            </a:xfrm>
          </p:grpSpPr>
          <p:sp>
            <p:nvSpPr>
              <p:cNvPr id="65583" name="Oval 47"/>
              <p:cNvSpPr/>
              <p:nvPr/>
            </p:nvSpPr>
            <p:spPr>
              <a:xfrm>
                <a:off x="720" y="1392"/>
                <a:ext cx="2976" cy="192"/>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84" name="Line 48"/>
              <p:cNvSpPr/>
              <p:nvPr/>
            </p:nvSpPr>
            <p:spPr>
              <a:xfrm>
                <a:off x="768" y="1488"/>
                <a:ext cx="2928" cy="0"/>
              </a:xfrm>
              <a:prstGeom prst="line">
                <a:avLst/>
              </a:prstGeom>
              <a:ln w="19050" cap="flat" cmpd="sng">
                <a:solidFill>
                  <a:srgbClr val="0000FF"/>
                </a:solidFill>
                <a:prstDash val="solid"/>
                <a:round/>
                <a:headEnd type="none" w="med" len="med"/>
                <a:tailEnd type="none" w="med" len="med"/>
              </a:ln>
            </p:spPr>
          </p:sp>
          <p:sp>
            <p:nvSpPr>
              <p:cNvPr id="65585" name="Oval 49"/>
              <p:cNvSpPr/>
              <p:nvPr/>
            </p:nvSpPr>
            <p:spPr>
              <a:xfrm>
                <a:off x="720" y="1440"/>
                <a:ext cx="2976"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65586" name="Group 50"/>
            <p:cNvGrpSpPr/>
            <p:nvPr/>
          </p:nvGrpSpPr>
          <p:grpSpPr>
            <a:xfrm>
              <a:off x="1680" y="2208"/>
              <a:ext cx="1008" cy="96"/>
              <a:chOff x="720" y="1392"/>
              <a:chExt cx="2976" cy="192"/>
            </a:xfrm>
          </p:grpSpPr>
          <p:sp>
            <p:nvSpPr>
              <p:cNvPr id="65587" name="Oval 51"/>
              <p:cNvSpPr/>
              <p:nvPr/>
            </p:nvSpPr>
            <p:spPr>
              <a:xfrm>
                <a:off x="720" y="1392"/>
                <a:ext cx="2976" cy="192"/>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88" name="Line 52"/>
              <p:cNvSpPr/>
              <p:nvPr/>
            </p:nvSpPr>
            <p:spPr>
              <a:xfrm>
                <a:off x="768" y="1488"/>
                <a:ext cx="2928" cy="0"/>
              </a:xfrm>
              <a:prstGeom prst="line">
                <a:avLst/>
              </a:prstGeom>
              <a:ln w="19050" cap="flat" cmpd="sng">
                <a:solidFill>
                  <a:srgbClr val="0000FF"/>
                </a:solidFill>
                <a:prstDash val="solid"/>
                <a:round/>
                <a:headEnd type="none" w="med" len="med"/>
                <a:tailEnd type="none" w="med" len="med"/>
              </a:ln>
            </p:spPr>
          </p:sp>
          <p:sp>
            <p:nvSpPr>
              <p:cNvPr id="65589" name="Oval 53"/>
              <p:cNvSpPr/>
              <p:nvPr/>
            </p:nvSpPr>
            <p:spPr>
              <a:xfrm>
                <a:off x="720" y="1440"/>
                <a:ext cx="2976"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65590" name="Group 54"/>
            <p:cNvGrpSpPr/>
            <p:nvPr/>
          </p:nvGrpSpPr>
          <p:grpSpPr>
            <a:xfrm>
              <a:off x="2688" y="2208"/>
              <a:ext cx="1008" cy="96"/>
              <a:chOff x="720" y="1392"/>
              <a:chExt cx="2976" cy="192"/>
            </a:xfrm>
          </p:grpSpPr>
          <p:sp>
            <p:nvSpPr>
              <p:cNvPr id="65591" name="Oval 55"/>
              <p:cNvSpPr/>
              <p:nvPr/>
            </p:nvSpPr>
            <p:spPr>
              <a:xfrm>
                <a:off x="720" y="1392"/>
                <a:ext cx="2976" cy="192"/>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592" name="Line 56"/>
              <p:cNvSpPr/>
              <p:nvPr/>
            </p:nvSpPr>
            <p:spPr>
              <a:xfrm>
                <a:off x="768" y="1488"/>
                <a:ext cx="2928" cy="0"/>
              </a:xfrm>
              <a:prstGeom prst="line">
                <a:avLst/>
              </a:prstGeom>
              <a:ln w="19050" cap="flat" cmpd="sng">
                <a:solidFill>
                  <a:srgbClr val="0000FF"/>
                </a:solidFill>
                <a:prstDash val="solid"/>
                <a:round/>
                <a:headEnd type="none" w="med" len="med"/>
                <a:tailEnd type="none" w="med" len="med"/>
              </a:ln>
            </p:spPr>
          </p:sp>
          <p:sp>
            <p:nvSpPr>
              <p:cNvPr id="65593" name="Oval 57"/>
              <p:cNvSpPr/>
              <p:nvPr/>
            </p:nvSpPr>
            <p:spPr>
              <a:xfrm>
                <a:off x="720" y="1440"/>
                <a:ext cx="2976" cy="96"/>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sp>
        <p:nvSpPr>
          <p:cNvPr id="169018" name="AutoShape 58"/>
          <p:cNvSpPr/>
          <p:nvPr/>
        </p:nvSpPr>
        <p:spPr>
          <a:xfrm>
            <a:off x="338138" y="4056063"/>
            <a:ext cx="576262" cy="287337"/>
          </a:xfrm>
          <a:prstGeom prst="rightArrow">
            <a:avLst>
              <a:gd name="adj1" fmla="val 50000"/>
              <a:gd name="adj2" fmla="val 50026"/>
            </a:avLst>
          </a:prstGeom>
          <a:solidFill>
            <a:srgbClr val="0033CC"/>
          </a:solidFill>
          <a:ln w="254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9019" name="AutoShape 59" descr="羊皮纸"/>
          <p:cNvSpPr/>
          <p:nvPr/>
        </p:nvSpPr>
        <p:spPr>
          <a:xfrm>
            <a:off x="1066800" y="3733800"/>
            <a:ext cx="2087563" cy="1008063"/>
          </a:xfrm>
          <a:prstGeom prst="roundRect">
            <a:avLst>
              <a:gd name="adj" fmla="val 16667"/>
            </a:avLst>
          </a:prstGeom>
          <a:blipFill rotWithShape="1">
            <a:blip r:embed="rId1"/>
          </a:blipFill>
          <a:ln w="28575" cap="rnd" cmpd="sng">
            <a:solidFill>
              <a:srgbClr val="DF0029"/>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9020" name="Rectangle 60"/>
          <p:cNvSpPr/>
          <p:nvPr/>
        </p:nvSpPr>
        <p:spPr>
          <a:xfrm>
            <a:off x="914400" y="4953000"/>
            <a:ext cx="2693988" cy="519113"/>
          </a:xfrm>
          <a:prstGeom prst="rect">
            <a:avLst/>
          </a:prstGeom>
          <a:noFill/>
          <a:ln w="9525">
            <a:noFill/>
          </a:ln>
        </p:spPr>
        <p:txBody>
          <a:bodyPr wrap="none" anchor="t" anchorCtr="0">
            <a:spAutoFit/>
          </a:bodyPr>
          <a:p>
            <a:r>
              <a:rPr lang="en-US" altLang="zh-CN" sz="2800" b="1" dirty="0">
                <a:solidFill>
                  <a:srgbClr val="0000FF"/>
                </a:solidFill>
                <a:latin typeface="微软雅黑" panose="020B0503020204020204" pitchFamily="34" charset="-122"/>
                <a:ea typeface="微软雅黑" panose="020B0503020204020204" pitchFamily="34" charset="-122"/>
              </a:rPr>
              <a:t>——</a:t>
            </a:r>
            <a:r>
              <a:rPr lang="zh-CN" altLang="en-US" sz="2800" b="1" dirty="0">
                <a:solidFill>
                  <a:srgbClr val="0000FF"/>
                </a:solidFill>
                <a:latin typeface="微软雅黑" panose="020B0503020204020204" pitchFamily="34" charset="-122"/>
                <a:ea typeface="微软雅黑" panose="020B0503020204020204" pitchFamily="34" charset="-122"/>
              </a:rPr>
              <a:t>本征频率   </a:t>
            </a:r>
            <a:endParaRPr lang="zh-CN" altLang="en-US" sz="2800" b="1" dirty="0">
              <a:solidFill>
                <a:srgbClr val="0000FF"/>
              </a:solidFill>
              <a:latin typeface="微软雅黑" panose="020B0503020204020204" pitchFamily="34" charset="-122"/>
              <a:ea typeface="微软雅黑" panose="020B0503020204020204" pitchFamily="34" charset="-122"/>
            </a:endParaRPr>
          </a:p>
        </p:txBody>
      </p:sp>
      <p:graphicFrame>
        <p:nvGraphicFramePr>
          <p:cNvPr id="169021" name="Object 61"/>
          <p:cNvGraphicFramePr>
            <a:graphicFrameLocks noChangeAspect="1"/>
          </p:cNvGraphicFramePr>
          <p:nvPr/>
        </p:nvGraphicFramePr>
        <p:xfrm>
          <a:off x="533400" y="5426075"/>
          <a:ext cx="1598613" cy="1050925"/>
        </p:xfrm>
        <a:graphic>
          <a:graphicData uri="http://schemas.openxmlformats.org/presentationml/2006/ole">
            <mc:AlternateContent xmlns:mc="http://schemas.openxmlformats.org/markup-compatibility/2006">
              <mc:Choice xmlns:v="urn:schemas-microsoft-com:vml" Requires="v">
                <p:oleObj spid="_x0000_s3175" name="" r:id="rId2" imgW="571500" imgH="368300" progId="Equation.3">
                  <p:embed/>
                </p:oleObj>
              </mc:Choice>
              <mc:Fallback>
                <p:oleObj name="" r:id="rId2" imgW="571500" imgH="368300" progId="Equation.3">
                  <p:embed/>
                  <p:pic>
                    <p:nvPicPr>
                      <p:cNvPr id="0" name="图片 3174"/>
                      <p:cNvPicPr/>
                      <p:nvPr/>
                    </p:nvPicPr>
                    <p:blipFill>
                      <a:blip r:embed="rId3"/>
                      <a:stretch>
                        <a:fillRect/>
                      </a:stretch>
                    </p:blipFill>
                    <p:spPr>
                      <a:xfrm>
                        <a:off x="533400" y="5426075"/>
                        <a:ext cx="1598613" cy="1050925"/>
                      </a:xfrm>
                      <a:prstGeom prst="rect">
                        <a:avLst/>
                      </a:prstGeom>
                      <a:noFill/>
                      <a:ln w="38100">
                        <a:noFill/>
                        <a:miter/>
                      </a:ln>
                    </p:spPr>
                  </p:pic>
                </p:oleObj>
              </mc:Fallback>
            </mc:AlternateContent>
          </a:graphicData>
        </a:graphic>
      </p:graphicFrame>
      <p:sp>
        <p:nvSpPr>
          <p:cNvPr id="169022" name="Rectangle 62"/>
          <p:cNvSpPr/>
          <p:nvPr/>
        </p:nvSpPr>
        <p:spPr>
          <a:xfrm>
            <a:off x="2173288" y="5729288"/>
            <a:ext cx="1876425" cy="519112"/>
          </a:xfrm>
          <a:prstGeom prst="rect">
            <a:avLst/>
          </a:prstGeom>
          <a:noFill/>
          <a:ln w="9525">
            <a:noFill/>
          </a:ln>
        </p:spPr>
        <p:txBody>
          <a:bodyPr wrap="none" anchor="t" anchorCtr="0">
            <a:spAutoFit/>
          </a:bodyPr>
          <a:p>
            <a:r>
              <a:rPr lang="en-US" altLang="zh-CN" sz="2800" b="1" dirty="0">
                <a:solidFill>
                  <a:srgbClr val="003300"/>
                </a:solidFill>
                <a:latin typeface="微软雅黑" panose="020B0503020204020204" pitchFamily="34" charset="-122"/>
                <a:ea typeface="微软雅黑" panose="020B0503020204020204" pitchFamily="34" charset="-122"/>
              </a:rPr>
              <a:t>——</a:t>
            </a:r>
            <a:r>
              <a:rPr lang="zh-CN" altLang="en-US" sz="2800" b="1" dirty="0">
                <a:solidFill>
                  <a:srgbClr val="003300"/>
                </a:solidFill>
                <a:latin typeface="微软雅黑" panose="020B0503020204020204" pitchFamily="34" charset="-122"/>
                <a:ea typeface="微软雅黑" panose="020B0503020204020204" pitchFamily="34" charset="-122"/>
              </a:rPr>
              <a:t>基频  </a:t>
            </a:r>
            <a:endParaRPr lang="zh-CN" altLang="en-US" sz="2800" b="1" dirty="0">
              <a:solidFill>
                <a:srgbClr val="003300"/>
              </a:solidFill>
              <a:latin typeface="微软雅黑" panose="020B0503020204020204" pitchFamily="34" charset="-122"/>
              <a:ea typeface="微软雅黑" panose="020B0503020204020204" pitchFamily="34" charset="-122"/>
            </a:endParaRPr>
          </a:p>
        </p:txBody>
      </p:sp>
      <p:graphicFrame>
        <p:nvGraphicFramePr>
          <p:cNvPr id="169023" name="Object 63"/>
          <p:cNvGraphicFramePr>
            <a:graphicFrameLocks noChangeAspect="1"/>
          </p:cNvGraphicFramePr>
          <p:nvPr/>
        </p:nvGraphicFramePr>
        <p:xfrm>
          <a:off x="990600" y="1862138"/>
          <a:ext cx="400050" cy="431800"/>
        </p:xfrm>
        <a:graphic>
          <a:graphicData uri="http://schemas.openxmlformats.org/presentationml/2006/ole">
            <mc:AlternateContent xmlns:mc="http://schemas.openxmlformats.org/markup-compatibility/2006">
              <mc:Choice xmlns:v="urn:schemas-microsoft-com:vml" Requires="v">
                <p:oleObj spid="_x0000_s3179" name="" r:id="rId4" imgW="152400" imgH="165100" progId="Equation.DSMT4">
                  <p:embed/>
                </p:oleObj>
              </mc:Choice>
              <mc:Fallback>
                <p:oleObj name="" r:id="rId4" imgW="152400" imgH="165100" progId="Equation.DSMT4">
                  <p:embed/>
                  <p:pic>
                    <p:nvPicPr>
                      <p:cNvPr id="0" name="图片 3178"/>
                      <p:cNvPicPr/>
                      <p:nvPr/>
                    </p:nvPicPr>
                    <p:blipFill>
                      <a:blip r:embed="rId5"/>
                      <a:stretch>
                        <a:fillRect/>
                      </a:stretch>
                    </p:blipFill>
                    <p:spPr>
                      <a:xfrm>
                        <a:off x="990600" y="1862138"/>
                        <a:ext cx="400050" cy="431800"/>
                      </a:xfrm>
                      <a:prstGeom prst="rect">
                        <a:avLst/>
                      </a:prstGeom>
                      <a:noFill/>
                      <a:ln w="38100">
                        <a:noFill/>
                        <a:miter/>
                      </a:ln>
                    </p:spPr>
                  </p:pic>
                </p:oleObj>
              </mc:Fallback>
            </mc:AlternateContent>
          </a:graphicData>
        </a:graphic>
      </p:graphicFrame>
      <p:graphicFrame>
        <p:nvGraphicFramePr>
          <p:cNvPr id="169024" name="Object 64"/>
          <p:cNvGraphicFramePr>
            <a:graphicFrameLocks noChangeAspect="1"/>
          </p:cNvGraphicFramePr>
          <p:nvPr/>
        </p:nvGraphicFramePr>
        <p:xfrm>
          <a:off x="1314450" y="1982788"/>
          <a:ext cx="366713" cy="300037"/>
        </p:xfrm>
        <a:graphic>
          <a:graphicData uri="http://schemas.openxmlformats.org/presentationml/2006/ole">
            <mc:AlternateContent xmlns:mc="http://schemas.openxmlformats.org/markup-compatibility/2006">
              <mc:Choice xmlns:v="urn:schemas-microsoft-com:vml" Requires="v">
                <p:oleObj spid="_x0000_s3180" name="" r:id="rId6" imgW="139700" imgH="114300" progId="Equation.DSMT4">
                  <p:embed/>
                </p:oleObj>
              </mc:Choice>
              <mc:Fallback>
                <p:oleObj name="" r:id="rId6" imgW="139700" imgH="114300" progId="Equation.DSMT4">
                  <p:embed/>
                  <p:pic>
                    <p:nvPicPr>
                      <p:cNvPr id="0" name="图片 3179"/>
                      <p:cNvPicPr/>
                      <p:nvPr/>
                    </p:nvPicPr>
                    <p:blipFill>
                      <a:blip r:embed="rId7"/>
                      <a:stretch>
                        <a:fillRect/>
                      </a:stretch>
                    </p:blipFill>
                    <p:spPr>
                      <a:xfrm>
                        <a:off x="1314450" y="1982788"/>
                        <a:ext cx="366713" cy="300037"/>
                      </a:xfrm>
                      <a:prstGeom prst="rect">
                        <a:avLst/>
                      </a:prstGeom>
                      <a:noFill/>
                      <a:ln w="38100">
                        <a:noFill/>
                        <a:miter/>
                      </a:ln>
                    </p:spPr>
                  </p:pic>
                </p:oleObj>
              </mc:Fallback>
            </mc:AlternateContent>
          </a:graphicData>
        </a:graphic>
      </p:graphicFrame>
      <p:graphicFrame>
        <p:nvGraphicFramePr>
          <p:cNvPr id="169025" name="Object 65"/>
          <p:cNvGraphicFramePr>
            <a:graphicFrameLocks noChangeAspect="1"/>
          </p:cNvGraphicFramePr>
          <p:nvPr/>
        </p:nvGraphicFramePr>
        <p:xfrm>
          <a:off x="1662113" y="1949450"/>
          <a:ext cx="333375" cy="366713"/>
        </p:xfrm>
        <a:graphic>
          <a:graphicData uri="http://schemas.openxmlformats.org/presentationml/2006/ole">
            <mc:AlternateContent xmlns:mc="http://schemas.openxmlformats.org/markup-compatibility/2006">
              <mc:Choice xmlns:v="urn:schemas-microsoft-com:vml" Requires="v">
                <p:oleObj spid="_x0000_s3176" name="" r:id="rId8" imgW="127000" imgH="139700" progId="Equation.DSMT4">
                  <p:embed/>
                </p:oleObj>
              </mc:Choice>
              <mc:Fallback>
                <p:oleObj name="" r:id="rId8" imgW="127000" imgH="139700" progId="Equation.DSMT4">
                  <p:embed/>
                  <p:pic>
                    <p:nvPicPr>
                      <p:cNvPr id="0" name="图片 3175"/>
                      <p:cNvPicPr/>
                      <p:nvPr/>
                    </p:nvPicPr>
                    <p:blipFill>
                      <a:blip r:embed="rId9"/>
                      <a:stretch>
                        <a:fillRect/>
                      </a:stretch>
                    </p:blipFill>
                    <p:spPr>
                      <a:xfrm>
                        <a:off x="1662113" y="1949450"/>
                        <a:ext cx="333375" cy="366713"/>
                      </a:xfrm>
                      <a:prstGeom prst="rect">
                        <a:avLst/>
                      </a:prstGeom>
                      <a:noFill/>
                      <a:ln w="38100">
                        <a:noFill/>
                        <a:miter/>
                      </a:ln>
                    </p:spPr>
                  </p:pic>
                </p:oleObj>
              </mc:Fallback>
            </mc:AlternateContent>
          </a:graphicData>
        </a:graphic>
      </p:graphicFrame>
      <p:grpSp>
        <p:nvGrpSpPr>
          <p:cNvPr id="169026" name="Group 66"/>
          <p:cNvGrpSpPr/>
          <p:nvPr/>
        </p:nvGrpSpPr>
        <p:grpSpPr>
          <a:xfrm>
            <a:off x="6646863" y="4938713"/>
            <a:ext cx="73025" cy="503237"/>
            <a:chOff x="4263" y="3294"/>
            <a:chExt cx="46" cy="317"/>
          </a:xfrm>
        </p:grpSpPr>
        <p:sp>
          <p:nvSpPr>
            <p:cNvPr id="65603" name="Oval 67"/>
            <p:cNvSpPr/>
            <p:nvPr/>
          </p:nvSpPr>
          <p:spPr>
            <a:xfrm>
              <a:off x="4263" y="3294"/>
              <a:ext cx="45" cy="45"/>
            </a:xfrm>
            <a:prstGeom prst="ellipse">
              <a:avLst/>
            </a:prstGeom>
            <a:solidFill>
              <a:srgbClr val="0033CC"/>
            </a:solidFill>
            <a:ln w="9525" cap="flat" cmpd="sng">
              <a:solidFill>
                <a:srgbClr val="0033CC"/>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604" name="Oval 68"/>
            <p:cNvSpPr/>
            <p:nvPr/>
          </p:nvSpPr>
          <p:spPr>
            <a:xfrm>
              <a:off x="4263" y="3430"/>
              <a:ext cx="45" cy="45"/>
            </a:xfrm>
            <a:prstGeom prst="ellipse">
              <a:avLst/>
            </a:prstGeom>
            <a:solidFill>
              <a:srgbClr val="0033CC"/>
            </a:solidFill>
            <a:ln w="9525" cap="flat" cmpd="sng">
              <a:solidFill>
                <a:srgbClr val="0033CC"/>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5605" name="Oval 69"/>
            <p:cNvSpPr/>
            <p:nvPr/>
          </p:nvSpPr>
          <p:spPr>
            <a:xfrm>
              <a:off x="4264" y="3566"/>
              <a:ext cx="45" cy="45"/>
            </a:xfrm>
            <a:prstGeom prst="ellipse">
              <a:avLst/>
            </a:prstGeom>
            <a:solidFill>
              <a:srgbClr val="0033CC"/>
            </a:solidFill>
            <a:ln w="9525" cap="flat" cmpd="sng">
              <a:solidFill>
                <a:srgbClr val="0033CC"/>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aphicFrame>
        <p:nvGraphicFramePr>
          <p:cNvPr id="169030" name="Object 70"/>
          <p:cNvGraphicFramePr>
            <a:graphicFrameLocks noChangeAspect="1"/>
          </p:cNvGraphicFramePr>
          <p:nvPr/>
        </p:nvGraphicFramePr>
        <p:xfrm>
          <a:off x="1963738" y="1600200"/>
          <a:ext cx="566737" cy="1065213"/>
        </p:xfrm>
        <a:graphic>
          <a:graphicData uri="http://schemas.openxmlformats.org/presentationml/2006/ole">
            <mc:AlternateContent xmlns:mc="http://schemas.openxmlformats.org/markup-compatibility/2006">
              <mc:Choice xmlns:v="urn:schemas-microsoft-com:vml" Requires="v">
                <p:oleObj spid="_x0000_s3182" name="" r:id="rId10" imgW="215900" imgH="405765" progId="Equation.DSMT4">
                  <p:embed/>
                </p:oleObj>
              </mc:Choice>
              <mc:Fallback>
                <p:oleObj name="" r:id="rId10" imgW="215900" imgH="405765" progId="Equation.DSMT4">
                  <p:embed/>
                  <p:pic>
                    <p:nvPicPr>
                      <p:cNvPr id="0" name="图片 3181"/>
                      <p:cNvPicPr/>
                      <p:nvPr/>
                    </p:nvPicPr>
                    <p:blipFill>
                      <a:blip r:embed="rId11"/>
                      <a:stretch>
                        <a:fillRect/>
                      </a:stretch>
                    </p:blipFill>
                    <p:spPr>
                      <a:xfrm>
                        <a:off x="1963738" y="1600200"/>
                        <a:ext cx="566737" cy="1065213"/>
                      </a:xfrm>
                      <a:prstGeom prst="rect">
                        <a:avLst/>
                      </a:prstGeom>
                      <a:noFill/>
                      <a:ln w="38100">
                        <a:noFill/>
                        <a:miter/>
                      </a:ln>
                    </p:spPr>
                  </p:pic>
                </p:oleObj>
              </mc:Fallback>
            </mc:AlternateContent>
          </a:graphicData>
        </a:graphic>
      </p:graphicFrame>
      <p:graphicFrame>
        <p:nvGraphicFramePr>
          <p:cNvPr id="169031" name="Object 71"/>
          <p:cNvGraphicFramePr>
            <a:graphicFrameLocks noChangeAspect="1"/>
          </p:cNvGraphicFramePr>
          <p:nvPr/>
        </p:nvGraphicFramePr>
        <p:xfrm>
          <a:off x="1525588" y="3605213"/>
          <a:ext cx="1525587" cy="1101725"/>
        </p:xfrm>
        <a:graphic>
          <a:graphicData uri="http://schemas.openxmlformats.org/presentationml/2006/ole">
            <mc:AlternateContent xmlns:mc="http://schemas.openxmlformats.org/markup-compatibility/2006">
              <mc:Choice xmlns:v="urn:schemas-microsoft-com:vml" Requires="v">
                <p:oleObj spid="_x0000_s3181" name="" r:id="rId12" imgW="469900" imgH="368300" progId="Equation.DSMT4">
                  <p:embed/>
                </p:oleObj>
              </mc:Choice>
              <mc:Fallback>
                <p:oleObj name="" r:id="rId12" imgW="469900" imgH="368300" progId="Equation.DSMT4">
                  <p:embed/>
                  <p:pic>
                    <p:nvPicPr>
                      <p:cNvPr id="0" name="图片 3180"/>
                      <p:cNvPicPr/>
                      <p:nvPr/>
                    </p:nvPicPr>
                    <p:blipFill>
                      <a:blip r:embed="rId13">
                        <a:clrChange>
                          <a:clrFrom>
                            <a:srgbClr val="000000"/>
                          </a:clrFrom>
                          <a:clrTo>
                            <a:srgbClr val="0000FF"/>
                          </a:clrTo>
                        </a:clrChange>
                      </a:blip>
                      <a:stretch>
                        <a:fillRect/>
                      </a:stretch>
                    </p:blipFill>
                    <p:spPr>
                      <a:xfrm>
                        <a:off x="1525588" y="3605213"/>
                        <a:ext cx="1525587" cy="1101725"/>
                      </a:xfrm>
                      <a:prstGeom prst="rect">
                        <a:avLst/>
                      </a:prstGeom>
                      <a:noFill/>
                      <a:ln w="38100">
                        <a:noFill/>
                        <a:miter/>
                      </a:ln>
                    </p:spPr>
                  </p:pic>
                </p:oleObj>
              </mc:Fallback>
            </mc:AlternateContent>
          </a:graphicData>
        </a:graphic>
      </p:graphicFrame>
      <p:sp>
        <p:nvSpPr>
          <p:cNvPr id="65608" name="Rectangle 72"/>
          <p:cNvSpPr/>
          <p:nvPr/>
        </p:nvSpPr>
        <p:spPr>
          <a:xfrm>
            <a:off x="6443663" y="5370513"/>
            <a:ext cx="649287" cy="576262"/>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9033" name="Rectangle 73"/>
          <p:cNvSpPr/>
          <p:nvPr/>
        </p:nvSpPr>
        <p:spPr>
          <a:xfrm>
            <a:off x="4787900" y="5394325"/>
            <a:ext cx="4105275" cy="1073150"/>
          </a:xfrm>
          <a:prstGeom prst="rect">
            <a:avLst/>
          </a:prstGeom>
          <a:solidFill>
            <a:srgbClr val="FFFFFF"/>
          </a:solidFill>
          <a:ln w="38100">
            <a:noFill/>
          </a:ln>
        </p:spPr>
        <p:txBody>
          <a:bodyPr anchor="t" anchorCtr="0">
            <a:spAutoFit/>
          </a:bodyPr>
          <a:p>
            <a:pPr>
              <a:lnSpc>
                <a:spcPct val="115000"/>
              </a:lnSpc>
            </a:pPr>
            <a:r>
              <a:rPr lang="zh-CN" altLang="en-US" sz="2800" b="1" dirty="0">
                <a:solidFill>
                  <a:srgbClr val="0000FF"/>
                </a:solidFill>
                <a:latin typeface="微软雅黑" panose="020B0503020204020204" pitchFamily="34" charset="-122"/>
                <a:ea typeface="微软雅黑" panose="020B0503020204020204" pitchFamily="34" charset="-122"/>
              </a:rPr>
              <a:t>以本征频率决定的振动，称弦线振动的</a:t>
            </a:r>
            <a:r>
              <a:rPr lang="zh-CN" altLang="en-US" sz="2800" b="1" dirty="0">
                <a:solidFill>
                  <a:srgbClr val="FF0000"/>
                </a:solidFill>
                <a:latin typeface="微软雅黑" panose="020B0503020204020204" pitchFamily="34" charset="-122"/>
                <a:ea typeface="微软雅黑" panose="020B0503020204020204" pitchFamily="34" charset="-122"/>
              </a:rPr>
              <a:t>简正模式。</a:t>
            </a:r>
            <a:r>
              <a:rPr lang="zh-CN" altLang="en-US" sz="2800" b="1" dirty="0">
                <a:solidFill>
                  <a:srgbClr val="0000FF"/>
                </a:solidFill>
                <a:latin typeface="微软雅黑" panose="020B0503020204020204" pitchFamily="34" charset="-122"/>
                <a:ea typeface="微软雅黑" panose="020B0503020204020204" pitchFamily="34" charset="-122"/>
              </a:rPr>
              <a:t> </a:t>
            </a:r>
            <a:endParaRPr lang="zh-CN" altLang="en-US" sz="2800" b="1" dirty="0">
              <a:solidFill>
                <a:srgbClr val="0000FF"/>
              </a:solidFill>
              <a:latin typeface="微软雅黑" panose="020B0503020204020204" pitchFamily="34" charset="-122"/>
              <a:ea typeface="微软雅黑" panose="020B0503020204020204" pitchFamily="34" charset="-122"/>
            </a:endParaRPr>
          </a:p>
        </p:txBody>
      </p:sp>
      <p:graphicFrame>
        <p:nvGraphicFramePr>
          <p:cNvPr id="169034" name="Object 74"/>
          <p:cNvGraphicFramePr>
            <a:graphicFrameLocks noChangeAspect="1"/>
          </p:cNvGraphicFramePr>
          <p:nvPr/>
        </p:nvGraphicFramePr>
        <p:xfrm>
          <a:off x="990600" y="2846388"/>
          <a:ext cx="2333625" cy="582612"/>
        </p:xfrm>
        <a:graphic>
          <a:graphicData uri="http://schemas.openxmlformats.org/presentationml/2006/ole">
            <mc:AlternateContent xmlns:mc="http://schemas.openxmlformats.org/markup-compatibility/2006">
              <mc:Choice xmlns:v="urn:schemas-microsoft-com:vml" Requires="v">
                <p:oleObj spid="_x0000_s3178" name="" r:id="rId14" imgW="965200" imgH="241300" progId="Equation.3">
                  <p:embed/>
                </p:oleObj>
              </mc:Choice>
              <mc:Fallback>
                <p:oleObj name="" r:id="rId14" imgW="965200" imgH="241300" progId="Equation.3">
                  <p:embed/>
                  <p:pic>
                    <p:nvPicPr>
                      <p:cNvPr id="0" name="图片 3177"/>
                      <p:cNvPicPr/>
                      <p:nvPr/>
                    </p:nvPicPr>
                    <p:blipFill>
                      <a:blip r:embed="rId15"/>
                      <a:stretch>
                        <a:fillRect/>
                      </a:stretch>
                    </p:blipFill>
                    <p:spPr>
                      <a:xfrm>
                        <a:off x="990600" y="2846388"/>
                        <a:ext cx="2333625" cy="582612"/>
                      </a:xfrm>
                      <a:prstGeom prst="rect">
                        <a:avLst/>
                      </a:prstGeom>
                      <a:noFill/>
                      <a:ln w="38100">
                        <a:noFill/>
                        <a:miter/>
                      </a:ln>
                    </p:spPr>
                  </p:pic>
                </p:oleObj>
              </mc:Fallback>
            </mc:AlternateContent>
          </a:graphicData>
        </a:graphic>
      </p:graphicFrame>
      <p:graphicFrame>
        <p:nvGraphicFramePr>
          <p:cNvPr id="169038" name="Object 78"/>
          <p:cNvGraphicFramePr>
            <a:graphicFrameLocks noChangeAspect="1"/>
          </p:cNvGraphicFramePr>
          <p:nvPr/>
        </p:nvGraphicFramePr>
        <p:xfrm>
          <a:off x="1093788" y="3857625"/>
          <a:ext cx="560387" cy="620713"/>
        </p:xfrm>
        <a:graphic>
          <a:graphicData uri="http://schemas.openxmlformats.org/presentationml/2006/ole">
            <mc:AlternateContent xmlns:mc="http://schemas.openxmlformats.org/markup-compatibility/2006">
              <mc:Choice xmlns:v="urn:schemas-microsoft-com:vml" Requires="v">
                <p:oleObj spid="_x0000_s3177" name="" r:id="rId16" imgW="63500" imgH="139700" progId="Equation.DSMT4">
                  <p:embed/>
                </p:oleObj>
              </mc:Choice>
              <mc:Fallback>
                <p:oleObj name="" r:id="rId16" imgW="63500" imgH="139700" progId="Equation.DSMT4">
                  <p:embed/>
                  <p:pic>
                    <p:nvPicPr>
                      <p:cNvPr id="0" name="图片 3176"/>
                      <p:cNvPicPr/>
                      <p:nvPr/>
                    </p:nvPicPr>
                    <p:blipFill>
                      <a:blip r:embed="rId17">
                        <a:clrChange>
                          <a:clrFrom>
                            <a:srgbClr val="000000"/>
                          </a:clrFrom>
                          <a:clrTo>
                            <a:srgbClr val="0000FF"/>
                          </a:clrTo>
                        </a:clrChange>
                      </a:blip>
                      <a:stretch>
                        <a:fillRect/>
                      </a:stretch>
                    </p:blipFill>
                    <p:spPr>
                      <a:xfrm>
                        <a:off x="1093788" y="3857625"/>
                        <a:ext cx="560387" cy="620713"/>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8963"/>
                                        </p:tgtEl>
                                        <p:attrNameLst>
                                          <p:attrName>style.visibility</p:attrName>
                                        </p:attrNameLst>
                                      </p:cBhvr>
                                      <p:to>
                                        <p:strVal val="visible"/>
                                      </p:to>
                                    </p:set>
                                    <p:animEffect transition="in" filter="wipe(left)">
                                      <p:cBhvr>
                                        <p:cTn id="7" dur="500"/>
                                        <p:tgtEl>
                                          <p:spTgt spid="16896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8969"/>
                                        </p:tgtEl>
                                        <p:attrNameLst>
                                          <p:attrName>style.visibility</p:attrName>
                                        </p:attrNameLst>
                                      </p:cBhvr>
                                      <p:to>
                                        <p:strVal val="visible"/>
                                      </p:to>
                                    </p:set>
                                    <p:animEffect transition="in" filter="fade">
                                      <p:cBhvr>
                                        <p:cTn id="11" dur="500"/>
                                        <p:tgtEl>
                                          <p:spTgt spid="16896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8962"/>
                                        </p:tgtEl>
                                        <p:attrNameLst>
                                          <p:attrName>style.visibility</p:attrName>
                                        </p:attrNameLst>
                                      </p:cBhvr>
                                      <p:to>
                                        <p:strVal val="visible"/>
                                      </p:to>
                                    </p:set>
                                    <p:animEffect transition="in" filter="fade">
                                      <p:cBhvr>
                                        <p:cTn id="15" dur="500"/>
                                        <p:tgtEl>
                                          <p:spTgt spid="16896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68964"/>
                                        </p:tgtEl>
                                        <p:attrNameLst>
                                          <p:attrName>style.visibility</p:attrName>
                                        </p:attrNameLst>
                                      </p:cBhvr>
                                      <p:to>
                                        <p:strVal val="visible"/>
                                      </p:to>
                                    </p:set>
                                    <p:animEffect transition="in" filter="wipe(up)">
                                      <p:cBhvr>
                                        <p:cTn id="20" dur="500"/>
                                        <p:tgtEl>
                                          <p:spTgt spid="168964"/>
                                        </p:tgtEl>
                                      </p:cBhvr>
                                    </p:animEffect>
                                  </p:childTnLst>
                                </p:cTn>
                              </p:par>
                              <p:par>
                                <p:cTn id="21" presetID="22" presetClass="entr" presetSubtype="1" fill="hold" nodeType="withEffect">
                                  <p:stCondLst>
                                    <p:cond delay="0"/>
                                  </p:stCondLst>
                                  <p:childTnLst>
                                    <p:set>
                                      <p:cBhvr>
                                        <p:cTn id="22" dur="1" fill="hold">
                                          <p:stCondLst>
                                            <p:cond delay="0"/>
                                          </p:stCondLst>
                                        </p:cTn>
                                        <p:tgtEl>
                                          <p:spTgt spid="168965"/>
                                        </p:tgtEl>
                                        <p:attrNameLst>
                                          <p:attrName>style.visibility</p:attrName>
                                        </p:attrNameLst>
                                      </p:cBhvr>
                                      <p:to>
                                        <p:strVal val="visible"/>
                                      </p:to>
                                    </p:set>
                                    <p:animEffect transition="in" filter="wipe(up)">
                                      <p:cBhvr>
                                        <p:cTn id="23" dur="500"/>
                                        <p:tgtEl>
                                          <p:spTgt spid="168965"/>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168967"/>
                                        </p:tgtEl>
                                        <p:attrNameLst>
                                          <p:attrName>style.visibility</p:attrName>
                                        </p:attrNameLst>
                                      </p:cBhvr>
                                      <p:to>
                                        <p:strVal val="visible"/>
                                      </p:to>
                                    </p:set>
                                    <p:animEffect transition="in" filter="wipe(left)">
                                      <p:cBhvr>
                                        <p:cTn id="27" dur="500"/>
                                        <p:tgtEl>
                                          <p:spTgt spid="168967"/>
                                        </p:tgtEl>
                                      </p:cBhvr>
                                    </p:animEffect>
                                  </p:childTnLst>
                                </p:cTn>
                              </p:par>
                              <p:par>
                                <p:cTn id="28" presetID="22" presetClass="entr" presetSubtype="2" fill="hold" nodeType="withEffect">
                                  <p:stCondLst>
                                    <p:cond delay="0"/>
                                  </p:stCondLst>
                                  <p:childTnLst>
                                    <p:set>
                                      <p:cBhvr>
                                        <p:cTn id="29" dur="1" fill="hold">
                                          <p:stCondLst>
                                            <p:cond delay="0"/>
                                          </p:stCondLst>
                                        </p:cTn>
                                        <p:tgtEl>
                                          <p:spTgt spid="168966"/>
                                        </p:tgtEl>
                                        <p:attrNameLst>
                                          <p:attrName>style.visibility</p:attrName>
                                        </p:attrNameLst>
                                      </p:cBhvr>
                                      <p:to>
                                        <p:strVal val="visible"/>
                                      </p:to>
                                    </p:set>
                                    <p:animEffect transition="in" filter="wipe(right)">
                                      <p:cBhvr>
                                        <p:cTn id="30" dur="500"/>
                                        <p:tgtEl>
                                          <p:spTgt spid="168966"/>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168968"/>
                                        </p:tgtEl>
                                        <p:attrNameLst>
                                          <p:attrName>style.visibility</p:attrName>
                                        </p:attrNameLst>
                                      </p:cBhvr>
                                      <p:to>
                                        <p:strVal val="visible"/>
                                      </p:to>
                                    </p:set>
                                    <p:animEffect transition="in" filter="fade">
                                      <p:cBhvr>
                                        <p:cTn id="34" dur="500"/>
                                        <p:tgtEl>
                                          <p:spTgt spid="168968"/>
                                        </p:tgtEl>
                                      </p:cBhvr>
                                    </p:animEffect>
                                  </p:childTnLst>
                                </p:cTn>
                              </p:par>
                            </p:childTnLst>
                          </p:cTn>
                        </p:par>
                      </p:childTnLst>
                    </p:cTn>
                  </p:par>
                  <p:par>
                    <p:cTn id="35" fill="hold">
                      <p:stCondLst>
                        <p:cond delay="indefinite"/>
                      </p:stCondLst>
                      <p:childTnLst>
                        <p:par>
                          <p:cTn id="36" fill="hold">
                            <p:stCondLst>
                              <p:cond delay="0"/>
                            </p:stCondLst>
                            <p:childTnLst>
                              <p:par>
                                <p:cTn id="37" presetID="19" presetClass="entr" presetSubtype="5" fill="hold" nodeType="clickEffect">
                                  <p:stCondLst>
                                    <p:cond delay="0"/>
                                  </p:stCondLst>
                                  <p:childTnLst>
                                    <p:set>
                                      <p:cBhvr>
                                        <p:cTn id="38" dur="1" fill="hold">
                                          <p:stCondLst>
                                            <p:cond delay="0"/>
                                          </p:stCondLst>
                                        </p:cTn>
                                        <p:tgtEl>
                                          <p:spTgt spid="168979"/>
                                        </p:tgtEl>
                                        <p:attrNameLst>
                                          <p:attrName>style.visibility</p:attrName>
                                        </p:attrNameLst>
                                      </p:cBhvr>
                                      <p:to>
                                        <p:strVal val="visible"/>
                                      </p:to>
                                    </p:set>
                                    <p:anim calcmode="lin" valueType="num">
                                      <p:cBhvr>
                                        <p:cTn id="39" dur="500" fill="hold"/>
                                        <p:tgtEl>
                                          <p:spTgt spid="168979"/>
                                        </p:tgtEl>
                                        <p:attrNameLst>
                                          <p:attrName>ppt_w</p:attrName>
                                        </p:attrNameLst>
                                      </p:cBhvr>
                                      <p:tavLst>
                                        <p:tav tm="0">
                                          <p:val>
                                            <p:strVal val="#ppt_w"/>
                                          </p:val>
                                        </p:tav>
                                        <p:tav tm="100000">
                                          <p:val>
                                            <p:strVal val="#ppt_w"/>
                                          </p:val>
                                        </p:tav>
                                      </p:tavLst>
                                    </p:anim>
                                    <p:anim calcmode="lin" valueType="num">
                                      <p:cBhvr>
                                        <p:cTn id="40" dur="500" fill="hold"/>
                                        <p:tgtEl>
                                          <p:spTgt spid="168979"/>
                                        </p:tgtEl>
                                        <p:attrNameLst>
                                          <p:attrName>ppt_h</p:attrName>
                                        </p:attrNameLst>
                                      </p:cBhvr>
                                      <p:tavLst>
                                        <p:tav tm="0" fmla="#ppt_h*sin(2.5*pi*$)">
                                          <p:val>
                                            <p:fltVal val="0.000000"/>
                                          </p:val>
                                        </p:tav>
                                        <p:tav tm="100000">
                                          <p:val>
                                            <p:fltVal val="1.000000"/>
                                          </p:val>
                                        </p:tav>
                                      </p:tavLst>
                                    </p:anim>
                                  </p:childTnLst>
                                </p:cTn>
                              </p:par>
                            </p:childTnLst>
                          </p:cTn>
                        </p:par>
                      </p:childTnLst>
                    </p:cTn>
                  </p:par>
                  <p:par>
                    <p:cTn id="41" fill="hold">
                      <p:stCondLst>
                        <p:cond delay="indefinite"/>
                      </p:stCondLst>
                      <p:childTnLst>
                        <p:par>
                          <p:cTn id="42" fill="hold">
                            <p:stCondLst>
                              <p:cond delay="0"/>
                            </p:stCondLst>
                            <p:childTnLst>
                              <p:par>
                                <p:cTn id="43" presetID="19" presetClass="entr" presetSubtype="5" fill="hold" nodeType="clickEffect">
                                  <p:stCondLst>
                                    <p:cond delay="0"/>
                                  </p:stCondLst>
                                  <p:childTnLst>
                                    <p:set>
                                      <p:cBhvr>
                                        <p:cTn id="44" dur="1" fill="hold">
                                          <p:stCondLst>
                                            <p:cond delay="0"/>
                                          </p:stCondLst>
                                        </p:cTn>
                                        <p:tgtEl>
                                          <p:spTgt spid="168983"/>
                                        </p:tgtEl>
                                        <p:attrNameLst>
                                          <p:attrName>style.visibility</p:attrName>
                                        </p:attrNameLst>
                                      </p:cBhvr>
                                      <p:to>
                                        <p:strVal val="visible"/>
                                      </p:to>
                                    </p:set>
                                    <p:anim calcmode="lin" valueType="num">
                                      <p:cBhvr>
                                        <p:cTn id="45" dur="500" fill="hold"/>
                                        <p:tgtEl>
                                          <p:spTgt spid="168983"/>
                                        </p:tgtEl>
                                        <p:attrNameLst>
                                          <p:attrName>ppt_w</p:attrName>
                                        </p:attrNameLst>
                                      </p:cBhvr>
                                      <p:tavLst>
                                        <p:tav tm="0">
                                          <p:val>
                                            <p:strVal val="#ppt_w"/>
                                          </p:val>
                                        </p:tav>
                                        <p:tav tm="100000">
                                          <p:val>
                                            <p:strVal val="#ppt_w"/>
                                          </p:val>
                                        </p:tav>
                                      </p:tavLst>
                                    </p:anim>
                                    <p:anim calcmode="lin" valueType="num">
                                      <p:cBhvr>
                                        <p:cTn id="46" dur="500" fill="hold"/>
                                        <p:tgtEl>
                                          <p:spTgt spid="168983"/>
                                        </p:tgtEl>
                                        <p:attrNameLst>
                                          <p:attrName>ppt_h</p:attrName>
                                        </p:attrNameLst>
                                      </p:cBhvr>
                                      <p:tavLst>
                                        <p:tav tm="0" fmla="#ppt_h*sin(2.5*pi*$)">
                                          <p:val>
                                            <p:fltVal val="0.000000"/>
                                          </p:val>
                                        </p:tav>
                                        <p:tav tm="100000">
                                          <p:val>
                                            <p:fltVal val="1.000000"/>
                                          </p:val>
                                        </p:tav>
                                      </p:tavLst>
                                    </p:anim>
                                  </p:childTnLst>
                                </p:cTn>
                              </p:par>
                            </p:childTnLst>
                          </p:cTn>
                        </p:par>
                      </p:childTnLst>
                    </p:cTn>
                  </p:par>
                  <p:par>
                    <p:cTn id="47" fill="hold">
                      <p:stCondLst>
                        <p:cond delay="indefinite"/>
                      </p:stCondLst>
                      <p:childTnLst>
                        <p:par>
                          <p:cTn id="48" fill="hold">
                            <p:stCondLst>
                              <p:cond delay="0"/>
                            </p:stCondLst>
                            <p:childTnLst>
                              <p:par>
                                <p:cTn id="49" presetID="19" presetClass="entr" presetSubtype="5" fill="hold" nodeType="clickEffect">
                                  <p:stCondLst>
                                    <p:cond delay="0"/>
                                  </p:stCondLst>
                                  <p:childTnLst>
                                    <p:set>
                                      <p:cBhvr>
                                        <p:cTn id="50" dur="1" fill="hold">
                                          <p:stCondLst>
                                            <p:cond delay="0"/>
                                          </p:stCondLst>
                                        </p:cTn>
                                        <p:tgtEl>
                                          <p:spTgt spid="169005"/>
                                        </p:tgtEl>
                                        <p:attrNameLst>
                                          <p:attrName>style.visibility</p:attrName>
                                        </p:attrNameLst>
                                      </p:cBhvr>
                                      <p:to>
                                        <p:strVal val="visible"/>
                                      </p:to>
                                    </p:set>
                                    <p:anim calcmode="lin" valueType="num">
                                      <p:cBhvr>
                                        <p:cTn id="51" dur="500" fill="hold"/>
                                        <p:tgtEl>
                                          <p:spTgt spid="169005"/>
                                        </p:tgtEl>
                                        <p:attrNameLst>
                                          <p:attrName>ppt_w</p:attrName>
                                        </p:attrNameLst>
                                      </p:cBhvr>
                                      <p:tavLst>
                                        <p:tav tm="0">
                                          <p:val>
                                            <p:strVal val="#ppt_w"/>
                                          </p:val>
                                        </p:tav>
                                        <p:tav tm="100000">
                                          <p:val>
                                            <p:strVal val="#ppt_w"/>
                                          </p:val>
                                        </p:tav>
                                      </p:tavLst>
                                    </p:anim>
                                    <p:anim calcmode="lin" valueType="num">
                                      <p:cBhvr>
                                        <p:cTn id="52" dur="500" fill="hold"/>
                                        <p:tgtEl>
                                          <p:spTgt spid="169005"/>
                                        </p:tgtEl>
                                        <p:attrNameLst>
                                          <p:attrName>ppt_h</p:attrName>
                                        </p:attrNameLst>
                                      </p:cBhvr>
                                      <p:tavLst>
                                        <p:tav tm="0" fmla="#ppt_h*sin(2.5*pi*$)">
                                          <p:val>
                                            <p:fltVal val="0.000000"/>
                                          </p:val>
                                        </p:tav>
                                        <p:tav tm="100000">
                                          <p:val>
                                            <p:fltVal val="1.000000"/>
                                          </p:val>
                                        </p:tav>
                                      </p:tavLst>
                                    </p:anim>
                                  </p:childTnLst>
                                </p:cTn>
                              </p:par>
                            </p:childTnLst>
                          </p:cTn>
                        </p:par>
                        <p:par>
                          <p:cTn id="53" fill="hold">
                            <p:stCondLst>
                              <p:cond delay="500"/>
                            </p:stCondLst>
                            <p:childTnLst>
                              <p:par>
                                <p:cTn id="54" presetID="19" presetClass="entr" presetSubtype="5" fill="hold" nodeType="afterEffect">
                                  <p:stCondLst>
                                    <p:cond delay="0"/>
                                  </p:stCondLst>
                                  <p:childTnLst>
                                    <p:set>
                                      <p:cBhvr>
                                        <p:cTn id="55" dur="1" fill="hold">
                                          <p:stCondLst>
                                            <p:cond delay="0"/>
                                          </p:stCondLst>
                                        </p:cTn>
                                        <p:tgtEl>
                                          <p:spTgt spid="168992"/>
                                        </p:tgtEl>
                                        <p:attrNameLst>
                                          <p:attrName>style.visibility</p:attrName>
                                        </p:attrNameLst>
                                      </p:cBhvr>
                                      <p:to>
                                        <p:strVal val="visible"/>
                                      </p:to>
                                    </p:set>
                                    <p:anim calcmode="lin" valueType="num">
                                      <p:cBhvr>
                                        <p:cTn id="56" dur="500" fill="hold"/>
                                        <p:tgtEl>
                                          <p:spTgt spid="168992"/>
                                        </p:tgtEl>
                                        <p:attrNameLst>
                                          <p:attrName>ppt_w</p:attrName>
                                        </p:attrNameLst>
                                      </p:cBhvr>
                                      <p:tavLst>
                                        <p:tav tm="0">
                                          <p:val>
                                            <p:strVal val="#ppt_w"/>
                                          </p:val>
                                        </p:tav>
                                        <p:tav tm="100000">
                                          <p:val>
                                            <p:strVal val="#ppt_w"/>
                                          </p:val>
                                        </p:tav>
                                      </p:tavLst>
                                    </p:anim>
                                    <p:anim calcmode="lin" valueType="num">
                                      <p:cBhvr>
                                        <p:cTn id="57" dur="500" fill="hold"/>
                                        <p:tgtEl>
                                          <p:spTgt spid="168992"/>
                                        </p:tgtEl>
                                        <p:attrNameLst>
                                          <p:attrName>ppt_h</p:attrName>
                                        </p:attrNameLst>
                                      </p:cBhvr>
                                      <p:tavLst>
                                        <p:tav tm="0" fmla="#ppt_h*sin(2.5*pi*$)">
                                          <p:val>
                                            <p:fltVal val="0.000000"/>
                                          </p:val>
                                        </p:tav>
                                        <p:tav tm="100000">
                                          <p:val>
                                            <p:fltVal val="1.000000"/>
                                          </p:val>
                                        </p:tav>
                                      </p:tavLst>
                                    </p:anim>
                                  </p:childTnLst>
                                </p:cTn>
                              </p:par>
                            </p:childTnLst>
                          </p:cTn>
                        </p:par>
                        <p:par>
                          <p:cTn id="58" fill="hold">
                            <p:stCondLst>
                              <p:cond delay="1000"/>
                            </p:stCondLst>
                            <p:childTnLst>
                              <p:par>
                                <p:cTn id="59" presetID="22" presetClass="entr" presetSubtype="1" fill="hold" nodeType="afterEffect">
                                  <p:stCondLst>
                                    <p:cond delay="0"/>
                                  </p:stCondLst>
                                  <p:childTnLst>
                                    <p:set>
                                      <p:cBhvr>
                                        <p:cTn id="60" dur="1" fill="hold">
                                          <p:stCondLst>
                                            <p:cond delay="0"/>
                                          </p:stCondLst>
                                        </p:cTn>
                                        <p:tgtEl>
                                          <p:spTgt spid="169026"/>
                                        </p:tgtEl>
                                        <p:attrNameLst>
                                          <p:attrName>style.visibility</p:attrName>
                                        </p:attrNameLst>
                                      </p:cBhvr>
                                      <p:to>
                                        <p:strVal val="visible"/>
                                      </p:to>
                                    </p:set>
                                    <p:animEffect transition="in" filter="wipe(up)">
                                      <p:cBhvr>
                                        <p:cTn id="61" dur="500"/>
                                        <p:tgtEl>
                                          <p:spTgt spid="16902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69023"/>
                                        </p:tgtEl>
                                        <p:attrNameLst>
                                          <p:attrName>style.visibility</p:attrName>
                                        </p:attrNameLst>
                                      </p:cBhvr>
                                      <p:to>
                                        <p:strVal val="visible"/>
                                      </p:to>
                                    </p:set>
                                    <p:animEffect transition="in" filter="wipe(left)">
                                      <p:cBhvr>
                                        <p:cTn id="66" dur="500"/>
                                        <p:tgtEl>
                                          <p:spTgt spid="16902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69024"/>
                                        </p:tgtEl>
                                        <p:attrNameLst>
                                          <p:attrName>style.visibility</p:attrName>
                                        </p:attrNameLst>
                                      </p:cBhvr>
                                      <p:to>
                                        <p:strVal val="visible"/>
                                      </p:to>
                                    </p:set>
                                    <p:animEffect transition="in" filter="wipe(left)">
                                      <p:cBhvr>
                                        <p:cTn id="71" dur="500"/>
                                        <p:tgtEl>
                                          <p:spTgt spid="16902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69030"/>
                                        </p:tgtEl>
                                        <p:attrNameLst>
                                          <p:attrName>style.visibility</p:attrName>
                                        </p:attrNameLst>
                                      </p:cBhvr>
                                      <p:to>
                                        <p:strVal val="visible"/>
                                      </p:to>
                                    </p:set>
                                    <p:animEffect transition="in" filter="wipe(left)">
                                      <p:cBhvr>
                                        <p:cTn id="76" dur="500"/>
                                        <p:tgtEl>
                                          <p:spTgt spid="16903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69025"/>
                                        </p:tgtEl>
                                        <p:attrNameLst>
                                          <p:attrName>style.visibility</p:attrName>
                                        </p:attrNameLst>
                                      </p:cBhvr>
                                      <p:to>
                                        <p:strVal val="visible"/>
                                      </p:to>
                                    </p:set>
                                    <p:animEffect transition="in" filter="wipe(left)">
                                      <p:cBhvr>
                                        <p:cTn id="81" dur="500"/>
                                        <p:tgtEl>
                                          <p:spTgt spid="16902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69034"/>
                                        </p:tgtEl>
                                        <p:attrNameLst>
                                          <p:attrName>style.visibility</p:attrName>
                                        </p:attrNameLst>
                                      </p:cBhvr>
                                      <p:to>
                                        <p:strVal val="visible"/>
                                      </p:to>
                                    </p:set>
                                    <p:animEffect transition="in" filter="wipe(left)">
                                      <p:cBhvr>
                                        <p:cTn id="86" dur="1000"/>
                                        <p:tgtEl>
                                          <p:spTgt spid="169034"/>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168975"/>
                                        </p:tgtEl>
                                        <p:attrNameLst>
                                          <p:attrName>style.visibility</p:attrName>
                                        </p:attrNameLst>
                                      </p:cBhvr>
                                      <p:to>
                                        <p:strVal val="visible"/>
                                      </p:to>
                                    </p:set>
                                    <p:animEffect transition="in" filter="blinds(horizontal)">
                                      <p:cBhvr>
                                        <p:cTn id="91" dur="500"/>
                                        <p:tgtEl>
                                          <p:spTgt spid="168975"/>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68976"/>
                                        </p:tgtEl>
                                        <p:attrNameLst>
                                          <p:attrName>style.visibility</p:attrName>
                                        </p:attrNameLst>
                                      </p:cBhvr>
                                      <p:to>
                                        <p:strVal val="visible"/>
                                      </p:to>
                                    </p:set>
                                    <p:animEffect transition="in" filter="blinds(horizontal)">
                                      <p:cBhvr>
                                        <p:cTn id="96" dur="500"/>
                                        <p:tgtEl>
                                          <p:spTgt spid="168976"/>
                                        </p:tgtEl>
                                      </p:cBhvr>
                                    </p:animEffect>
                                  </p:childTnLst>
                                </p:cTn>
                              </p:par>
                            </p:childTnLst>
                          </p:cTn>
                        </p:par>
                        <p:par>
                          <p:cTn id="97" fill="hold">
                            <p:stCondLst>
                              <p:cond delay="500"/>
                            </p:stCondLst>
                            <p:childTnLst>
                              <p:par>
                                <p:cTn id="98" presetID="3" presetClass="entr" presetSubtype="10" fill="hold" grpId="0" nodeType="afterEffect">
                                  <p:stCondLst>
                                    <p:cond delay="0"/>
                                  </p:stCondLst>
                                  <p:childTnLst>
                                    <p:set>
                                      <p:cBhvr>
                                        <p:cTn id="99" dur="1" fill="hold">
                                          <p:stCondLst>
                                            <p:cond delay="0"/>
                                          </p:stCondLst>
                                        </p:cTn>
                                        <p:tgtEl>
                                          <p:spTgt spid="168977"/>
                                        </p:tgtEl>
                                        <p:attrNameLst>
                                          <p:attrName>style.visibility</p:attrName>
                                        </p:attrNameLst>
                                      </p:cBhvr>
                                      <p:to>
                                        <p:strVal val="visible"/>
                                      </p:to>
                                    </p:set>
                                    <p:animEffect transition="in" filter="blinds(horizontal)">
                                      <p:cBhvr>
                                        <p:cTn id="100" dur="500"/>
                                        <p:tgtEl>
                                          <p:spTgt spid="168977"/>
                                        </p:tgtEl>
                                      </p:cBhvr>
                                    </p:animEffect>
                                  </p:childTnLst>
                                </p:cTn>
                              </p:par>
                            </p:childTnLst>
                          </p:cTn>
                        </p:par>
                        <p:par>
                          <p:cTn id="101" fill="hold">
                            <p:stCondLst>
                              <p:cond delay="1000"/>
                            </p:stCondLst>
                            <p:childTnLst>
                              <p:par>
                                <p:cTn id="102" presetID="3" presetClass="entr" presetSubtype="10" fill="hold" grpId="0" nodeType="afterEffect">
                                  <p:stCondLst>
                                    <p:cond delay="0"/>
                                  </p:stCondLst>
                                  <p:childTnLst>
                                    <p:set>
                                      <p:cBhvr>
                                        <p:cTn id="103" dur="1" fill="hold">
                                          <p:stCondLst>
                                            <p:cond delay="0"/>
                                          </p:stCondLst>
                                        </p:cTn>
                                        <p:tgtEl>
                                          <p:spTgt spid="168978"/>
                                        </p:tgtEl>
                                        <p:attrNameLst>
                                          <p:attrName>style.visibility</p:attrName>
                                        </p:attrNameLst>
                                      </p:cBhvr>
                                      <p:to>
                                        <p:strVal val="visible"/>
                                      </p:to>
                                    </p:set>
                                    <p:animEffect transition="in" filter="blinds(horizontal)">
                                      <p:cBhvr>
                                        <p:cTn id="104" dur="500"/>
                                        <p:tgtEl>
                                          <p:spTgt spid="168978"/>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69018"/>
                                        </p:tgtEl>
                                        <p:attrNameLst>
                                          <p:attrName>style.visibility</p:attrName>
                                        </p:attrNameLst>
                                      </p:cBhvr>
                                      <p:to>
                                        <p:strVal val="visible"/>
                                      </p:to>
                                    </p:set>
                                    <p:animEffect transition="in" filter="wipe(left)">
                                      <p:cBhvr>
                                        <p:cTn id="109" dur="500"/>
                                        <p:tgtEl>
                                          <p:spTgt spid="169018"/>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69038"/>
                                        </p:tgtEl>
                                        <p:attrNameLst>
                                          <p:attrName>style.visibility</p:attrName>
                                        </p:attrNameLst>
                                      </p:cBhvr>
                                      <p:to>
                                        <p:strVal val="visible"/>
                                      </p:to>
                                    </p:set>
                                    <p:animEffect transition="in" filter="wipe(left)">
                                      <p:cBhvr>
                                        <p:cTn id="114" dur="500"/>
                                        <p:tgtEl>
                                          <p:spTgt spid="169038"/>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169031"/>
                                        </p:tgtEl>
                                        <p:attrNameLst>
                                          <p:attrName>style.visibility</p:attrName>
                                        </p:attrNameLst>
                                      </p:cBhvr>
                                      <p:to>
                                        <p:strVal val="visible"/>
                                      </p:to>
                                    </p:set>
                                    <p:animEffect transition="in" filter="wipe(left)">
                                      <p:cBhvr>
                                        <p:cTn id="119" dur="500"/>
                                        <p:tgtEl>
                                          <p:spTgt spid="169031"/>
                                        </p:tgtEl>
                                      </p:cBhvr>
                                    </p:animEffect>
                                  </p:childTnLst>
                                </p:cTn>
                              </p:par>
                            </p:childTnLst>
                          </p:cTn>
                        </p:par>
                      </p:childTnLst>
                    </p:cTn>
                  </p:par>
                  <p:par>
                    <p:cTn id="120" fill="hold">
                      <p:stCondLst>
                        <p:cond delay="indefinite"/>
                      </p:stCondLst>
                      <p:childTnLst>
                        <p:par>
                          <p:cTn id="121" fill="hold">
                            <p:stCondLst>
                              <p:cond delay="0"/>
                            </p:stCondLst>
                            <p:childTnLst>
                              <p:par>
                                <p:cTn id="122" presetID="20" presetClass="entr" presetSubtype="0" fill="hold" grpId="0" nodeType="clickEffect">
                                  <p:stCondLst>
                                    <p:cond delay="0"/>
                                  </p:stCondLst>
                                  <p:childTnLst>
                                    <p:set>
                                      <p:cBhvr>
                                        <p:cTn id="123" dur="1" fill="hold">
                                          <p:stCondLst>
                                            <p:cond delay="0"/>
                                          </p:stCondLst>
                                        </p:cTn>
                                        <p:tgtEl>
                                          <p:spTgt spid="169019"/>
                                        </p:tgtEl>
                                        <p:attrNameLst>
                                          <p:attrName>style.visibility</p:attrName>
                                        </p:attrNameLst>
                                      </p:cBhvr>
                                      <p:to>
                                        <p:strVal val="visible"/>
                                      </p:to>
                                    </p:set>
                                    <p:animEffect transition="in" filter="wedge">
                                      <p:cBhvr>
                                        <p:cTn id="124" dur="500"/>
                                        <p:tgtEl>
                                          <p:spTgt spid="169019"/>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169020"/>
                                        </p:tgtEl>
                                        <p:attrNameLst>
                                          <p:attrName>style.visibility</p:attrName>
                                        </p:attrNameLst>
                                      </p:cBhvr>
                                      <p:to>
                                        <p:strVal val="visible"/>
                                      </p:to>
                                    </p:set>
                                    <p:animEffect transition="in" filter="wipe(left)">
                                      <p:cBhvr>
                                        <p:cTn id="129" dur="500"/>
                                        <p:tgtEl>
                                          <p:spTgt spid="169020"/>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169021"/>
                                        </p:tgtEl>
                                        <p:attrNameLst>
                                          <p:attrName>style.visibility</p:attrName>
                                        </p:attrNameLst>
                                      </p:cBhvr>
                                      <p:to>
                                        <p:strVal val="visible"/>
                                      </p:to>
                                    </p:set>
                                    <p:animEffect transition="in" filter="wipe(left)">
                                      <p:cBhvr>
                                        <p:cTn id="134" dur="500"/>
                                        <p:tgtEl>
                                          <p:spTgt spid="169021"/>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169022"/>
                                        </p:tgtEl>
                                        <p:attrNameLst>
                                          <p:attrName>style.visibility</p:attrName>
                                        </p:attrNameLst>
                                      </p:cBhvr>
                                      <p:to>
                                        <p:strVal val="visible"/>
                                      </p:to>
                                    </p:set>
                                    <p:animEffect transition="in" filter="wipe(left)">
                                      <p:cBhvr>
                                        <p:cTn id="139" dur="500"/>
                                        <p:tgtEl>
                                          <p:spTgt spid="169022"/>
                                        </p:tgtEl>
                                      </p:cBhvr>
                                    </p:animEffect>
                                  </p:childTnLst>
                                </p:cTn>
                              </p:par>
                            </p:childTnLst>
                          </p:cTn>
                        </p:par>
                      </p:childTnLst>
                    </p:cTn>
                  </p:par>
                  <p:par>
                    <p:cTn id="140" fill="hold">
                      <p:stCondLst>
                        <p:cond delay="indefinite"/>
                      </p:stCondLst>
                      <p:childTnLst>
                        <p:par>
                          <p:cTn id="141" fill="hold">
                            <p:stCondLst>
                              <p:cond delay="0"/>
                            </p:stCondLst>
                            <p:childTnLst>
                              <p:par>
                                <p:cTn id="142" presetID="3" presetClass="entr" presetSubtype="10" fill="hold" grpId="0" nodeType="clickEffect">
                                  <p:stCondLst>
                                    <p:cond delay="0"/>
                                  </p:stCondLst>
                                  <p:childTnLst>
                                    <p:set>
                                      <p:cBhvr>
                                        <p:cTn id="143" dur="1" fill="hold">
                                          <p:stCondLst>
                                            <p:cond delay="0"/>
                                          </p:stCondLst>
                                        </p:cTn>
                                        <p:tgtEl>
                                          <p:spTgt spid="169033"/>
                                        </p:tgtEl>
                                        <p:attrNameLst>
                                          <p:attrName>style.visibility</p:attrName>
                                        </p:attrNameLst>
                                      </p:cBhvr>
                                      <p:to>
                                        <p:strVal val="visible"/>
                                      </p:to>
                                    </p:set>
                                    <p:animEffect transition="in" filter="blinds(horizontal)">
                                      <p:cBhvr>
                                        <p:cTn id="144" dur="500"/>
                                        <p:tgtEl>
                                          <p:spTgt spid="169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bldLvl="0" animBg="1"/>
      <p:bldP spid="168963" grpId="0"/>
      <p:bldP spid="168968" grpId="0"/>
      <p:bldP spid="168975" grpId="0"/>
      <p:bldP spid="168976" grpId="0"/>
      <p:bldP spid="168977" grpId="0"/>
      <p:bldP spid="168978" grpId="0"/>
      <p:bldP spid="169018" grpId="0" bldLvl="0" animBg="1"/>
      <p:bldP spid="169019" grpId="0" bldLvl="0" animBg="1"/>
      <p:bldP spid="169020" grpId="0"/>
      <p:bldP spid="169022" grpId="0"/>
      <p:bldP spid="16903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Group 27"/>
          <p:cNvGrpSpPr/>
          <p:nvPr/>
        </p:nvGrpSpPr>
        <p:grpSpPr>
          <a:xfrm>
            <a:off x="683260" y="260350"/>
            <a:ext cx="1430020" cy="396875"/>
            <a:chOff x="818" y="139"/>
            <a:chExt cx="4457" cy="256"/>
          </a:xfrm>
        </p:grpSpPr>
        <p:sp>
          <p:nvSpPr>
            <p:cNvPr id="4" name="WordArt 28"/>
            <p:cNvSpPr>
              <a:spLocks noTextEdit="1"/>
            </p:cNvSpPr>
            <p:nvPr/>
          </p:nvSpPr>
          <p:spPr>
            <a:xfrm>
              <a:off x="818" y="139"/>
              <a:ext cx="4457" cy="255"/>
            </a:xfrm>
            <a:prstGeom prst="rect">
              <a:avLst/>
            </a:prstGeom>
          </p:spPr>
          <p:txBody>
            <a:bodyPr wrap="none" fromWordArt="1">
              <a:prstTxWarp prst="textPlain">
                <a:avLst>
                  <a:gd name="adj" fmla="val 50000"/>
                </a:avLst>
              </a:prstTxWarp>
              <a:normAutofit fontScale="50000"/>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驻波</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5" name="WordArt 29"/>
            <p:cNvSpPr>
              <a:spLocks noTextEdit="1"/>
            </p:cNvSpPr>
            <p:nvPr/>
          </p:nvSpPr>
          <p:spPr>
            <a:xfrm>
              <a:off x="818" y="140"/>
              <a:ext cx="4457" cy="255"/>
            </a:xfrm>
            <a:prstGeom prst="rect">
              <a:avLst/>
            </a:prstGeom>
          </p:spPr>
          <p:txBody>
            <a:bodyPr wrap="none" fromWordArt="1">
              <a:prstTxWarp prst="textPlain">
                <a:avLst>
                  <a:gd name="adj" fmla="val 50000"/>
                </a:avLst>
              </a:prstTxWarp>
              <a:normAutofit fontScale="50000"/>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驻波</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169986" name="Text Box 2"/>
          <p:cNvSpPr txBox="1"/>
          <p:nvPr/>
        </p:nvSpPr>
        <p:spPr>
          <a:xfrm>
            <a:off x="433388" y="990600"/>
            <a:ext cx="4748212" cy="519113"/>
          </a:xfrm>
          <a:prstGeom prst="rect">
            <a:avLst/>
          </a:prstGeom>
          <a:noFill/>
          <a:ln w="9525">
            <a:noFill/>
          </a:ln>
        </p:spPr>
        <p:txBody>
          <a:bodyPr anchor="t" anchorCtr="0">
            <a:spAutoFit/>
          </a:bodyPr>
          <a:p>
            <a:pPr>
              <a:spcBef>
                <a:spcPct val="50000"/>
              </a:spcBef>
            </a:pPr>
            <a:r>
              <a:rPr lang="en-US" altLang="zh-CN" sz="2800" b="1" dirty="0">
                <a:solidFill>
                  <a:srgbClr val="003300"/>
                </a:solidFill>
                <a:latin typeface="微软雅黑" panose="020B0503020204020204" pitchFamily="34" charset="-122"/>
                <a:ea typeface="微软雅黑" panose="020B0503020204020204" pitchFamily="34" charset="-122"/>
              </a:rPr>
              <a:t>(2)  </a:t>
            </a:r>
            <a:r>
              <a:rPr lang="zh-CN" altLang="en-US" sz="2800" b="1" dirty="0">
                <a:solidFill>
                  <a:srgbClr val="003300"/>
                </a:solidFill>
                <a:latin typeface="微软雅黑" panose="020B0503020204020204" pitchFamily="34" charset="-122"/>
                <a:ea typeface="微软雅黑" panose="020B0503020204020204" pitchFamily="34" charset="-122"/>
              </a:rPr>
              <a:t>弦线一端固定一端自由   </a:t>
            </a:r>
            <a:endParaRPr lang="zh-CN" altLang="en-US" sz="2800" b="1" dirty="0">
              <a:solidFill>
                <a:srgbClr val="003300"/>
              </a:solidFill>
              <a:latin typeface="微软雅黑" panose="020B0503020204020204" pitchFamily="34" charset="-122"/>
              <a:ea typeface="微软雅黑" panose="020B0503020204020204" pitchFamily="34" charset="-122"/>
            </a:endParaRPr>
          </a:p>
        </p:txBody>
      </p:sp>
      <p:sp>
        <p:nvSpPr>
          <p:cNvPr id="169987" name="AutoShape 3"/>
          <p:cNvSpPr/>
          <p:nvPr/>
        </p:nvSpPr>
        <p:spPr>
          <a:xfrm>
            <a:off x="4194175" y="1782763"/>
            <a:ext cx="4743450" cy="4465637"/>
          </a:xfrm>
          <a:prstGeom prst="roundRect">
            <a:avLst>
              <a:gd name="adj" fmla="val 7306"/>
            </a:avLst>
          </a:prstGeom>
          <a:solidFill>
            <a:srgbClr val="FFFF99"/>
          </a:solid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69988" name="Group 4"/>
          <p:cNvGrpSpPr/>
          <p:nvPr/>
        </p:nvGrpSpPr>
        <p:grpSpPr>
          <a:xfrm>
            <a:off x="4462463" y="3095625"/>
            <a:ext cx="4175125" cy="2647950"/>
            <a:chOff x="1872" y="1008"/>
            <a:chExt cx="3888" cy="1776"/>
          </a:xfrm>
        </p:grpSpPr>
        <p:grpSp>
          <p:nvGrpSpPr>
            <p:cNvPr id="66564" name="Group 5"/>
            <p:cNvGrpSpPr/>
            <p:nvPr/>
          </p:nvGrpSpPr>
          <p:grpSpPr>
            <a:xfrm>
              <a:off x="1872" y="1008"/>
              <a:ext cx="3840" cy="192"/>
              <a:chOff x="1536" y="1008"/>
              <a:chExt cx="3840" cy="192"/>
            </a:xfrm>
          </p:grpSpPr>
          <p:grpSp>
            <p:nvGrpSpPr>
              <p:cNvPr id="66565" name="Group 6"/>
              <p:cNvGrpSpPr/>
              <p:nvPr/>
            </p:nvGrpSpPr>
            <p:grpSpPr>
              <a:xfrm>
                <a:off x="1536" y="1008"/>
                <a:ext cx="3840" cy="192"/>
                <a:chOff x="1536" y="960"/>
                <a:chExt cx="3840" cy="240"/>
              </a:xfrm>
            </p:grpSpPr>
            <p:grpSp>
              <p:nvGrpSpPr>
                <p:cNvPr id="66566" name="Group 7"/>
                <p:cNvGrpSpPr/>
                <p:nvPr/>
              </p:nvGrpSpPr>
              <p:grpSpPr>
                <a:xfrm>
                  <a:off x="1536" y="960"/>
                  <a:ext cx="3840" cy="240"/>
                  <a:chOff x="1536" y="912"/>
                  <a:chExt cx="3840" cy="288"/>
                </a:xfrm>
              </p:grpSpPr>
              <p:sp>
                <p:nvSpPr>
                  <p:cNvPr id="66567" name="Freeform 8"/>
                  <p:cNvSpPr/>
                  <p:nvPr/>
                </p:nvSpPr>
                <p:spPr>
                  <a:xfrm>
                    <a:off x="1536" y="912"/>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sp>
                <p:nvSpPr>
                  <p:cNvPr id="66568" name="Freeform 9"/>
                  <p:cNvSpPr/>
                  <p:nvPr/>
                </p:nvSpPr>
                <p:spPr>
                  <a:xfrm flipV="1">
                    <a:off x="1536" y="1056"/>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grpSp>
            <p:grpSp>
              <p:nvGrpSpPr>
                <p:cNvPr id="66569" name="Group 10"/>
                <p:cNvGrpSpPr/>
                <p:nvPr/>
              </p:nvGrpSpPr>
              <p:grpSpPr>
                <a:xfrm>
                  <a:off x="1536" y="1008"/>
                  <a:ext cx="3840" cy="144"/>
                  <a:chOff x="1536" y="912"/>
                  <a:chExt cx="3840" cy="288"/>
                </a:xfrm>
              </p:grpSpPr>
              <p:sp>
                <p:nvSpPr>
                  <p:cNvPr id="66570" name="Freeform 11"/>
                  <p:cNvSpPr/>
                  <p:nvPr/>
                </p:nvSpPr>
                <p:spPr>
                  <a:xfrm>
                    <a:off x="1536" y="912"/>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sp>
                <p:nvSpPr>
                  <p:cNvPr id="66571" name="Freeform 12"/>
                  <p:cNvSpPr/>
                  <p:nvPr/>
                </p:nvSpPr>
                <p:spPr>
                  <a:xfrm flipV="1">
                    <a:off x="1536" y="1056"/>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grpSp>
          </p:grpSp>
          <p:sp>
            <p:nvSpPr>
              <p:cNvPr id="66572" name="Line 13"/>
              <p:cNvSpPr/>
              <p:nvPr/>
            </p:nvSpPr>
            <p:spPr>
              <a:xfrm>
                <a:off x="1536" y="1104"/>
                <a:ext cx="3840" cy="0"/>
              </a:xfrm>
              <a:prstGeom prst="line">
                <a:avLst/>
              </a:prstGeom>
              <a:ln w="19050" cap="flat" cmpd="sng">
                <a:solidFill>
                  <a:srgbClr val="0000FF"/>
                </a:solidFill>
                <a:prstDash val="solid"/>
                <a:round/>
                <a:headEnd type="none" w="med" len="med"/>
                <a:tailEnd type="none" w="med" len="med"/>
              </a:ln>
            </p:spPr>
          </p:sp>
        </p:grpSp>
        <p:grpSp>
          <p:nvGrpSpPr>
            <p:cNvPr id="66573" name="Group 14"/>
            <p:cNvGrpSpPr/>
            <p:nvPr/>
          </p:nvGrpSpPr>
          <p:grpSpPr>
            <a:xfrm>
              <a:off x="1872" y="1584"/>
              <a:ext cx="3840" cy="240"/>
              <a:chOff x="1584" y="1536"/>
              <a:chExt cx="3840" cy="288"/>
            </a:xfrm>
          </p:grpSpPr>
          <p:grpSp>
            <p:nvGrpSpPr>
              <p:cNvPr id="66574" name="Group 15"/>
              <p:cNvGrpSpPr/>
              <p:nvPr/>
            </p:nvGrpSpPr>
            <p:grpSpPr>
              <a:xfrm>
                <a:off x="1584" y="1584"/>
                <a:ext cx="2544" cy="192"/>
                <a:chOff x="1584" y="1584"/>
                <a:chExt cx="2544" cy="192"/>
              </a:xfrm>
            </p:grpSpPr>
            <p:grpSp>
              <p:nvGrpSpPr>
                <p:cNvPr id="66575" name="Group 16"/>
                <p:cNvGrpSpPr/>
                <p:nvPr/>
              </p:nvGrpSpPr>
              <p:grpSpPr>
                <a:xfrm>
                  <a:off x="1584" y="1584"/>
                  <a:ext cx="2544" cy="192"/>
                  <a:chOff x="1968" y="1776"/>
                  <a:chExt cx="2112" cy="240"/>
                </a:xfrm>
              </p:grpSpPr>
              <p:sp>
                <p:nvSpPr>
                  <p:cNvPr id="66576" name="Oval 17"/>
                  <p:cNvSpPr/>
                  <p:nvPr/>
                </p:nvSpPr>
                <p:spPr>
                  <a:xfrm>
                    <a:off x="1968" y="1776"/>
                    <a:ext cx="2112" cy="240"/>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6577" name="Oval 18"/>
                  <p:cNvSpPr/>
                  <p:nvPr/>
                </p:nvSpPr>
                <p:spPr>
                  <a:xfrm>
                    <a:off x="1968" y="1824"/>
                    <a:ext cx="2112" cy="144"/>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66578" name="Line 19"/>
                <p:cNvSpPr/>
                <p:nvPr/>
              </p:nvSpPr>
              <p:spPr>
                <a:xfrm>
                  <a:off x="1584" y="1656"/>
                  <a:ext cx="2544" cy="24"/>
                </a:xfrm>
                <a:prstGeom prst="line">
                  <a:avLst/>
                </a:prstGeom>
                <a:ln w="19050" cap="flat" cmpd="sng">
                  <a:solidFill>
                    <a:srgbClr val="0000FF"/>
                  </a:solidFill>
                  <a:prstDash val="solid"/>
                  <a:round/>
                  <a:headEnd type="none" w="med" len="med"/>
                  <a:tailEnd type="none" w="med" len="med"/>
                </a:ln>
              </p:spPr>
            </p:sp>
          </p:grpSp>
          <p:grpSp>
            <p:nvGrpSpPr>
              <p:cNvPr id="66579" name="Group 20"/>
              <p:cNvGrpSpPr/>
              <p:nvPr/>
            </p:nvGrpSpPr>
            <p:grpSpPr>
              <a:xfrm>
                <a:off x="4128" y="1536"/>
                <a:ext cx="1296" cy="288"/>
                <a:chOff x="1536" y="1008"/>
                <a:chExt cx="3840" cy="192"/>
              </a:xfrm>
            </p:grpSpPr>
            <p:grpSp>
              <p:nvGrpSpPr>
                <p:cNvPr id="66580" name="Group 21"/>
                <p:cNvGrpSpPr/>
                <p:nvPr/>
              </p:nvGrpSpPr>
              <p:grpSpPr>
                <a:xfrm>
                  <a:off x="1536" y="1008"/>
                  <a:ext cx="3840" cy="192"/>
                  <a:chOff x="1536" y="960"/>
                  <a:chExt cx="3840" cy="240"/>
                </a:xfrm>
              </p:grpSpPr>
              <p:grpSp>
                <p:nvGrpSpPr>
                  <p:cNvPr id="66581" name="Group 22"/>
                  <p:cNvGrpSpPr/>
                  <p:nvPr/>
                </p:nvGrpSpPr>
                <p:grpSpPr>
                  <a:xfrm>
                    <a:off x="1536" y="960"/>
                    <a:ext cx="3840" cy="240"/>
                    <a:chOff x="1536" y="912"/>
                    <a:chExt cx="3840" cy="288"/>
                  </a:xfrm>
                </p:grpSpPr>
                <p:sp>
                  <p:nvSpPr>
                    <p:cNvPr id="66582" name="Freeform 23"/>
                    <p:cNvSpPr/>
                    <p:nvPr/>
                  </p:nvSpPr>
                  <p:spPr>
                    <a:xfrm>
                      <a:off x="1536" y="912"/>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sp>
                  <p:nvSpPr>
                    <p:cNvPr id="66583" name="Freeform 24"/>
                    <p:cNvSpPr/>
                    <p:nvPr/>
                  </p:nvSpPr>
                  <p:spPr>
                    <a:xfrm flipV="1">
                      <a:off x="1536" y="1056"/>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grpSp>
              <p:grpSp>
                <p:nvGrpSpPr>
                  <p:cNvPr id="66584" name="Group 25"/>
                  <p:cNvGrpSpPr/>
                  <p:nvPr/>
                </p:nvGrpSpPr>
                <p:grpSpPr>
                  <a:xfrm>
                    <a:off x="1536" y="1008"/>
                    <a:ext cx="3840" cy="144"/>
                    <a:chOff x="1536" y="912"/>
                    <a:chExt cx="3840" cy="288"/>
                  </a:xfrm>
                </p:grpSpPr>
                <p:sp>
                  <p:nvSpPr>
                    <p:cNvPr id="66585" name="Freeform 26"/>
                    <p:cNvSpPr/>
                    <p:nvPr/>
                  </p:nvSpPr>
                  <p:spPr>
                    <a:xfrm>
                      <a:off x="1536" y="912"/>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sp>
                  <p:nvSpPr>
                    <p:cNvPr id="66586" name="Freeform 27"/>
                    <p:cNvSpPr/>
                    <p:nvPr/>
                  </p:nvSpPr>
                  <p:spPr>
                    <a:xfrm flipV="1">
                      <a:off x="1536" y="1056"/>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grpSp>
            </p:grpSp>
            <p:sp>
              <p:nvSpPr>
                <p:cNvPr id="66587" name="Line 28"/>
                <p:cNvSpPr/>
                <p:nvPr/>
              </p:nvSpPr>
              <p:spPr>
                <a:xfrm>
                  <a:off x="1536" y="1104"/>
                  <a:ext cx="3840" cy="0"/>
                </a:xfrm>
                <a:prstGeom prst="line">
                  <a:avLst/>
                </a:prstGeom>
                <a:ln w="19050" cap="flat" cmpd="sng">
                  <a:solidFill>
                    <a:srgbClr val="0000FF"/>
                  </a:solidFill>
                  <a:prstDash val="solid"/>
                  <a:round/>
                  <a:headEnd type="none" w="med" len="med"/>
                  <a:tailEnd type="none" w="med" len="med"/>
                </a:ln>
              </p:spPr>
            </p:sp>
          </p:grpSp>
        </p:grpSp>
        <p:grpSp>
          <p:nvGrpSpPr>
            <p:cNvPr id="66588" name="Group 29"/>
            <p:cNvGrpSpPr/>
            <p:nvPr/>
          </p:nvGrpSpPr>
          <p:grpSpPr>
            <a:xfrm>
              <a:off x="1872" y="2160"/>
              <a:ext cx="3840" cy="240"/>
              <a:chOff x="1584" y="2304"/>
              <a:chExt cx="3792" cy="288"/>
            </a:xfrm>
          </p:grpSpPr>
          <p:grpSp>
            <p:nvGrpSpPr>
              <p:cNvPr id="66589" name="Group 30"/>
              <p:cNvGrpSpPr/>
              <p:nvPr/>
            </p:nvGrpSpPr>
            <p:grpSpPr>
              <a:xfrm>
                <a:off x="4608" y="2304"/>
                <a:ext cx="768" cy="288"/>
                <a:chOff x="1536" y="1008"/>
                <a:chExt cx="3840" cy="192"/>
              </a:xfrm>
            </p:grpSpPr>
            <p:grpSp>
              <p:nvGrpSpPr>
                <p:cNvPr id="66590" name="Group 31"/>
                <p:cNvGrpSpPr/>
                <p:nvPr/>
              </p:nvGrpSpPr>
              <p:grpSpPr>
                <a:xfrm>
                  <a:off x="1536" y="1008"/>
                  <a:ext cx="3840" cy="192"/>
                  <a:chOff x="1536" y="960"/>
                  <a:chExt cx="3840" cy="240"/>
                </a:xfrm>
              </p:grpSpPr>
              <p:grpSp>
                <p:nvGrpSpPr>
                  <p:cNvPr id="66591" name="Group 32"/>
                  <p:cNvGrpSpPr/>
                  <p:nvPr/>
                </p:nvGrpSpPr>
                <p:grpSpPr>
                  <a:xfrm>
                    <a:off x="1536" y="960"/>
                    <a:ext cx="3840" cy="240"/>
                    <a:chOff x="1536" y="912"/>
                    <a:chExt cx="3840" cy="288"/>
                  </a:xfrm>
                </p:grpSpPr>
                <p:sp>
                  <p:nvSpPr>
                    <p:cNvPr id="66592" name="Freeform 33"/>
                    <p:cNvSpPr/>
                    <p:nvPr/>
                  </p:nvSpPr>
                  <p:spPr>
                    <a:xfrm>
                      <a:off x="1536" y="912"/>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sp>
                  <p:nvSpPr>
                    <p:cNvPr id="66593" name="Freeform 34"/>
                    <p:cNvSpPr/>
                    <p:nvPr/>
                  </p:nvSpPr>
                  <p:spPr>
                    <a:xfrm flipV="1">
                      <a:off x="1536" y="1056"/>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grpSp>
              <p:grpSp>
                <p:nvGrpSpPr>
                  <p:cNvPr id="66594" name="Group 35"/>
                  <p:cNvGrpSpPr/>
                  <p:nvPr/>
                </p:nvGrpSpPr>
                <p:grpSpPr>
                  <a:xfrm>
                    <a:off x="1536" y="1008"/>
                    <a:ext cx="3840" cy="144"/>
                    <a:chOff x="1536" y="912"/>
                    <a:chExt cx="3840" cy="288"/>
                  </a:xfrm>
                </p:grpSpPr>
                <p:sp>
                  <p:nvSpPr>
                    <p:cNvPr id="66595" name="Freeform 36"/>
                    <p:cNvSpPr/>
                    <p:nvPr/>
                  </p:nvSpPr>
                  <p:spPr>
                    <a:xfrm>
                      <a:off x="1536" y="912"/>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sp>
                  <p:nvSpPr>
                    <p:cNvPr id="66596" name="Freeform 37"/>
                    <p:cNvSpPr/>
                    <p:nvPr/>
                  </p:nvSpPr>
                  <p:spPr>
                    <a:xfrm flipV="1">
                      <a:off x="1536" y="1056"/>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grpSp>
            </p:grpSp>
            <p:sp>
              <p:nvSpPr>
                <p:cNvPr id="66597" name="Line 38"/>
                <p:cNvSpPr/>
                <p:nvPr/>
              </p:nvSpPr>
              <p:spPr>
                <a:xfrm>
                  <a:off x="1536" y="1104"/>
                  <a:ext cx="3840" cy="0"/>
                </a:xfrm>
                <a:prstGeom prst="line">
                  <a:avLst/>
                </a:prstGeom>
                <a:ln w="19050" cap="flat" cmpd="sng">
                  <a:solidFill>
                    <a:srgbClr val="0000FF"/>
                  </a:solidFill>
                  <a:prstDash val="solid"/>
                  <a:round/>
                  <a:headEnd type="none" w="med" len="med"/>
                  <a:tailEnd type="none" w="med" len="med"/>
                </a:ln>
              </p:spPr>
            </p:sp>
          </p:grpSp>
          <p:grpSp>
            <p:nvGrpSpPr>
              <p:cNvPr id="66598" name="Group 39"/>
              <p:cNvGrpSpPr/>
              <p:nvPr/>
            </p:nvGrpSpPr>
            <p:grpSpPr>
              <a:xfrm>
                <a:off x="1584" y="2352"/>
                <a:ext cx="3024" cy="192"/>
                <a:chOff x="1584" y="2352"/>
                <a:chExt cx="2928" cy="192"/>
              </a:xfrm>
            </p:grpSpPr>
            <p:grpSp>
              <p:nvGrpSpPr>
                <p:cNvPr id="66599" name="Group 40"/>
                <p:cNvGrpSpPr/>
                <p:nvPr/>
              </p:nvGrpSpPr>
              <p:grpSpPr>
                <a:xfrm>
                  <a:off x="1584" y="2352"/>
                  <a:ext cx="1488" cy="192"/>
                  <a:chOff x="1584" y="1584"/>
                  <a:chExt cx="2544" cy="192"/>
                </a:xfrm>
              </p:grpSpPr>
              <p:grpSp>
                <p:nvGrpSpPr>
                  <p:cNvPr id="66600" name="Group 41"/>
                  <p:cNvGrpSpPr/>
                  <p:nvPr/>
                </p:nvGrpSpPr>
                <p:grpSpPr>
                  <a:xfrm>
                    <a:off x="1584" y="1584"/>
                    <a:ext cx="2544" cy="192"/>
                    <a:chOff x="1968" y="1776"/>
                    <a:chExt cx="2112" cy="240"/>
                  </a:xfrm>
                </p:grpSpPr>
                <p:sp>
                  <p:nvSpPr>
                    <p:cNvPr id="66601" name="Oval 42"/>
                    <p:cNvSpPr/>
                    <p:nvPr/>
                  </p:nvSpPr>
                  <p:spPr>
                    <a:xfrm>
                      <a:off x="1968" y="1776"/>
                      <a:ext cx="2112" cy="240"/>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6602" name="Oval 43"/>
                    <p:cNvSpPr/>
                    <p:nvPr/>
                  </p:nvSpPr>
                  <p:spPr>
                    <a:xfrm>
                      <a:off x="1968" y="1824"/>
                      <a:ext cx="2112" cy="144"/>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66603" name="Line 44"/>
                  <p:cNvSpPr/>
                  <p:nvPr/>
                </p:nvSpPr>
                <p:spPr>
                  <a:xfrm>
                    <a:off x="1584" y="1656"/>
                    <a:ext cx="2544" cy="24"/>
                  </a:xfrm>
                  <a:prstGeom prst="line">
                    <a:avLst/>
                  </a:prstGeom>
                  <a:ln w="19050" cap="flat" cmpd="sng">
                    <a:solidFill>
                      <a:srgbClr val="0000FF"/>
                    </a:solidFill>
                    <a:prstDash val="solid"/>
                    <a:round/>
                    <a:headEnd type="none" w="med" len="med"/>
                    <a:tailEnd type="none" w="med" len="med"/>
                  </a:ln>
                </p:spPr>
              </p:sp>
            </p:grpSp>
            <p:grpSp>
              <p:nvGrpSpPr>
                <p:cNvPr id="66604" name="Group 45"/>
                <p:cNvGrpSpPr/>
                <p:nvPr/>
              </p:nvGrpSpPr>
              <p:grpSpPr>
                <a:xfrm>
                  <a:off x="3024" y="2352"/>
                  <a:ext cx="1488" cy="192"/>
                  <a:chOff x="1584" y="1584"/>
                  <a:chExt cx="2544" cy="192"/>
                </a:xfrm>
              </p:grpSpPr>
              <p:grpSp>
                <p:nvGrpSpPr>
                  <p:cNvPr id="66605" name="Group 46"/>
                  <p:cNvGrpSpPr/>
                  <p:nvPr/>
                </p:nvGrpSpPr>
                <p:grpSpPr>
                  <a:xfrm>
                    <a:off x="1584" y="1584"/>
                    <a:ext cx="2544" cy="192"/>
                    <a:chOff x="1968" y="1776"/>
                    <a:chExt cx="2112" cy="240"/>
                  </a:xfrm>
                </p:grpSpPr>
                <p:sp>
                  <p:nvSpPr>
                    <p:cNvPr id="66606" name="Oval 47"/>
                    <p:cNvSpPr/>
                    <p:nvPr/>
                  </p:nvSpPr>
                  <p:spPr>
                    <a:xfrm>
                      <a:off x="1968" y="1776"/>
                      <a:ext cx="2112" cy="240"/>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6607" name="Oval 48"/>
                    <p:cNvSpPr/>
                    <p:nvPr/>
                  </p:nvSpPr>
                  <p:spPr>
                    <a:xfrm>
                      <a:off x="1968" y="1824"/>
                      <a:ext cx="2112" cy="144"/>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66608" name="Line 49"/>
                  <p:cNvSpPr/>
                  <p:nvPr/>
                </p:nvSpPr>
                <p:spPr>
                  <a:xfrm>
                    <a:off x="1584" y="1656"/>
                    <a:ext cx="2544" cy="24"/>
                  </a:xfrm>
                  <a:prstGeom prst="line">
                    <a:avLst/>
                  </a:prstGeom>
                  <a:ln w="19050" cap="flat" cmpd="sng">
                    <a:solidFill>
                      <a:srgbClr val="0000FF"/>
                    </a:solidFill>
                    <a:prstDash val="solid"/>
                    <a:round/>
                    <a:headEnd type="none" w="med" len="med"/>
                    <a:tailEnd type="none" w="med" len="med"/>
                  </a:ln>
                </p:spPr>
              </p:sp>
            </p:grpSp>
          </p:grpSp>
        </p:grpSp>
        <p:grpSp>
          <p:nvGrpSpPr>
            <p:cNvPr id="66609" name="Group 50"/>
            <p:cNvGrpSpPr/>
            <p:nvPr/>
          </p:nvGrpSpPr>
          <p:grpSpPr>
            <a:xfrm>
              <a:off x="1872" y="2640"/>
              <a:ext cx="3888" cy="144"/>
              <a:chOff x="1632" y="2784"/>
              <a:chExt cx="3648" cy="240"/>
            </a:xfrm>
          </p:grpSpPr>
          <p:grpSp>
            <p:nvGrpSpPr>
              <p:cNvPr id="66610" name="Group 51"/>
              <p:cNvGrpSpPr/>
              <p:nvPr/>
            </p:nvGrpSpPr>
            <p:grpSpPr>
              <a:xfrm>
                <a:off x="4896" y="2784"/>
                <a:ext cx="384" cy="240"/>
                <a:chOff x="1536" y="1008"/>
                <a:chExt cx="3840" cy="192"/>
              </a:xfrm>
            </p:grpSpPr>
            <p:grpSp>
              <p:nvGrpSpPr>
                <p:cNvPr id="66611" name="Group 52"/>
                <p:cNvGrpSpPr/>
                <p:nvPr/>
              </p:nvGrpSpPr>
              <p:grpSpPr>
                <a:xfrm>
                  <a:off x="1536" y="1008"/>
                  <a:ext cx="3840" cy="192"/>
                  <a:chOff x="1536" y="960"/>
                  <a:chExt cx="3840" cy="240"/>
                </a:xfrm>
              </p:grpSpPr>
              <p:grpSp>
                <p:nvGrpSpPr>
                  <p:cNvPr id="66612" name="Group 53"/>
                  <p:cNvGrpSpPr/>
                  <p:nvPr/>
                </p:nvGrpSpPr>
                <p:grpSpPr>
                  <a:xfrm>
                    <a:off x="1536" y="960"/>
                    <a:ext cx="3840" cy="240"/>
                    <a:chOff x="1536" y="912"/>
                    <a:chExt cx="3840" cy="288"/>
                  </a:xfrm>
                </p:grpSpPr>
                <p:sp>
                  <p:nvSpPr>
                    <p:cNvPr id="66613" name="Freeform 54"/>
                    <p:cNvSpPr/>
                    <p:nvPr/>
                  </p:nvSpPr>
                  <p:spPr>
                    <a:xfrm>
                      <a:off x="1536" y="912"/>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sp>
                  <p:nvSpPr>
                    <p:cNvPr id="66614" name="Freeform 55"/>
                    <p:cNvSpPr/>
                    <p:nvPr/>
                  </p:nvSpPr>
                  <p:spPr>
                    <a:xfrm flipV="1">
                      <a:off x="1536" y="1056"/>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grpSp>
              <p:grpSp>
                <p:nvGrpSpPr>
                  <p:cNvPr id="66615" name="Group 56"/>
                  <p:cNvGrpSpPr/>
                  <p:nvPr/>
                </p:nvGrpSpPr>
                <p:grpSpPr>
                  <a:xfrm>
                    <a:off x="1536" y="1008"/>
                    <a:ext cx="3840" cy="144"/>
                    <a:chOff x="1536" y="912"/>
                    <a:chExt cx="3840" cy="288"/>
                  </a:xfrm>
                </p:grpSpPr>
                <p:sp>
                  <p:nvSpPr>
                    <p:cNvPr id="66616" name="Freeform 57"/>
                    <p:cNvSpPr/>
                    <p:nvPr/>
                  </p:nvSpPr>
                  <p:spPr>
                    <a:xfrm>
                      <a:off x="1536" y="912"/>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sp>
                  <p:nvSpPr>
                    <p:cNvPr id="66617" name="Freeform 58"/>
                    <p:cNvSpPr/>
                    <p:nvPr/>
                  </p:nvSpPr>
                  <p:spPr>
                    <a:xfrm flipV="1">
                      <a:off x="1536" y="1056"/>
                      <a:ext cx="3840" cy="144"/>
                    </a:xfrm>
                    <a:custGeom>
                      <a:avLst/>
                      <a:gdLst/>
                      <a:ahLst/>
                      <a:cxnLst>
                        <a:cxn ang="0">
                          <a:pos x="0" y="144"/>
                        </a:cxn>
                        <a:cxn ang="0">
                          <a:pos x="432" y="96"/>
                        </a:cxn>
                        <a:cxn ang="0">
                          <a:pos x="1824" y="48"/>
                        </a:cxn>
                        <a:cxn ang="0">
                          <a:pos x="3840" y="0"/>
                        </a:cxn>
                      </a:cxnLst>
                      <a:pathLst>
                        <a:path w="3840" h="144">
                          <a:moveTo>
                            <a:pt x="0" y="144"/>
                          </a:moveTo>
                          <a:cubicBezTo>
                            <a:pt x="64" y="128"/>
                            <a:pt x="128" y="112"/>
                            <a:pt x="432" y="96"/>
                          </a:cubicBezTo>
                          <a:cubicBezTo>
                            <a:pt x="736" y="80"/>
                            <a:pt x="1256" y="64"/>
                            <a:pt x="1824" y="48"/>
                          </a:cubicBezTo>
                          <a:cubicBezTo>
                            <a:pt x="2392" y="32"/>
                            <a:pt x="3504" y="8"/>
                            <a:pt x="3840" y="0"/>
                          </a:cubicBezTo>
                        </a:path>
                      </a:pathLst>
                    </a:custGeom>
                    <a:noFill/>
                    <a:ln w="19050" cap="flat" cmpd="sng">
                      <a:solidFill>
                        <a:srgbClr val="0000FF"/>
                      </a:solidFill>
                      <a:prstDash val="solid"/>
                      <a:round/>
                      <a:headEnd type="none" w="med" len="med"/>
                      <a:tailEnd type="none" w="med" len="med"/>
                    </a:ln>
                  </p:spPr>
                  <p:txBody>
                    <a:bodyPr/>
                    <a:p>
                      <a:endParaRPr lang="zh-CN" altLang="en-US"/>
                    </a:p>
                  </p:txBody>
                </p:sp>
              </p:grpSp>
            </p:grpSp>
            <p:sp>
              <p:nvSpPr>
                <p:cNvPr id="66618" name="Line 59"/>
                <p:cNvSpPr/>
                <p:nvPr/>
              </p:nvSpPr>
              <p:spPr>
                <a:xfrm>
                  <a:off x="1536" y="1104"/>
                  <a:ext cx="3840" cy="0"/>
                </a:xfrm>
                <a:prstGeom prst="line">
                  <a:avLst/>
                </a:prstGeom>
                <a:ln w="19050" cap="flat" cmpd="sng">
                  <a:solidFill>
                    <a:srgbClr val="0000FF"/>
                  </a:solidFill>
                  <a:prstDash val="solid"/>
                  <a:round/>
                  <a:headEnd type="none" w="med" len="med"/>
                  <a:tailEnd type="none" w="med" len="med"/>
                </a:ln>
              </p:spPr>
            </p:sp>
          </p:grpSp>
          <p:grpSp>
            <p:nvGrpSpPr>
              <p:cNvPr id="66619" name="Group 60"/>
              <p:cNvGrpSpPr/>
              <p:nvPr/>
            </p:nvGrpSpPr>
            <p:grpSpPr>
              <a:xfrm>
                <a:off x="1632" y="2832"/>
                <a:ext cx="1632" cy="144"/>
                <a:chOff x="1584" y="2352"/>
                <a:chExt cx="2928" cy="192"/>
              </a:xfrm>
            </p:grpSpPr>
            <p:grpSp>
              <p:nvGrpSpPr>
                <p:cNvPr id="66620" name="Group 61"/>
                <p:cNvGrpSpPr/>
                <p:nvPr/>
              </p:nvGrpSpPr>
              <p:grpSpPr>
                <a:xfrm>
                  <a:off x="1584" y="2352"/>
                  <a:ext cx="1488" cy="192"/>
                  <a:chOff x="1584" y="1584"/>
                  <a:chExt cx="2544" cy="192"/>
                </a:xfrm>
              </p:grpSpPr>
              <p:grpSp>
                <p:nvGrpSpPr>
                  <p:cNvPr id="66621" name="Group 62"/>
                  <p:cNvGrpSpPr/>
                  <p:nvPr/>
                </p:nvGrpSpPr>
                <p:grpSpPr>
                  <a:xfrm>
                    <a:off x="1584" y="1584"/>
                    <a:ext cx="2544" cy="192"/>
                    <a:chOff x="1968" y="1776"/>
                    <a:chExt cx="2112" cy="240"/>
                  </a:xfrm>
                </p:grpSpPr>
                <p:sp>
                  <p:nvSpPr>
                    <p:cNvPr id="66622" name="Oval 63"/>
                    <p:cNvSpPr/>
                    <p:nvPr/>
                  </p:nvSpPr>
                  <p:spPr>
                    <a:xfrm>
                      <a:off x="1968" y="1776"/>
                      <a:ext cx="2112" cy="240"/>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6623" name="Oval 64"/>
                    <p:cNvSpPr/>
                    <p:nvPr/>
                  </p:nvSpPr>
                  <p:spPr>
                    <a:xfrm>
                      <a:off x="1968" y="1824"/>
                      <a:ext cx="2112" cy="144"/>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66624" name="Line 65"/>
                  <p:cNvSpPr/>
                  <p:nvPr/>
                </p:nvSpPr>
                <p:spPr>
                  <a:xfrm>
                    <a:off x="1584" y="1656"/>
                    <a:ext cx="2544" cy="24"/>
                  </a:xfrm>
                  <a:prstGeom prst="line">
                    <a:avLst/>
                  </a:prstGeom>
                  <a:ln w="19050" cap="flat" cmpd="sng">
                    <a:solidFill>
                      <a:srgbClr val="0000FF"/>
                    </a:solidFill>
                    <a:prstDash val="solid"/>
                    <a:round/>
                    <a:headEnd type="none" w="med" len="med"/>
                    <a:tailEnd type="none" w="med" len="med"/>
                  </a:ln>
                </p:spPr>
              </p:sp>
            </p:grpSp>
            <p:grpSp>
              <p:nvGrpSpPr>
                <p:cNvPr id="66625" name="Group 66"/>
                <p:cNvGrpSpPr/>
                <p:nvPr/>
              </p:nvGrpSpPr>
              <p:grpSpPr>
                <a:xfrm>
                  <a:off x="3024" y="2352"/>
                  <a:ext cx="1488" cy="192"/>
                  <a:chOff x="1584" y="1584"/>
                  <a:chExt cx="2544" cy="192"/>
                </a:xfrm>
              </p:grpSpPr>
              <p:grpSp>
                <p:nvGrpSpPr>
                  <p:cNvPr id="66626" name="Group 67"/>
                  <p:cNvGrpSpPr/>
                  <p:nvPr/>
                </p:nvGrpSpPr>
                <p:grpSpPr>
                  <a:xfrm>
                    <a:off x="1584" y="1584"/>
                    <a:ext cx="2544" cy="192"/>
                    <a:chOff x="1968" y="1776"/>
                    <a:chExt cx="2112" cy="240"/>
                  </a:xfrm>
                </p:grpSpPr>
                <p:sp>
                  <p:nvSpPr>
                    <p:cNvPr id="66627" name="Oval 68"/>
                    <p:cNvSpPr/>
                    <p:nvPr/>
                  </p:nvSpPr>
                  <p:spPr>
                    <a:xfrm>
                      <a:off x="1968" y="1776"/>
                      <a:ext cx="2112" cy="240"/>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6628" name="Oval 69"/>
                    <p:cNvSpPr/>
                    <p:nvPr/>
                  </p:nvSpPr>
                  <p:spPr>
                    <a:xfrm>
                      <a:off x="1968" y="1824"/>
                      <a:ext cx="2112" cy="144"/>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66629" name="Line 70"/>
                  <p:cNvSpPr/>
                  <p:nvPr/>
                </p:nvSpPr>
                <p:spPr>
                  <a:xfrm>
                    <a:off x="1584" y="1656"/>
                    <a:ext cx="2544" cy="24"/>
                  </a:xfrm>
                  <a:prstGeom prst="line">
                    <a:avLst/>
                  </a:prstGeom>
                  <a:ln w="19050" cap="flat" cmpd="sng">
                    <a:solidFill>
                      <a:srgbClr val="0000FF"/>
                    </a:solidFill>
                    <a:prstDash val="solid"/>
                    <a:round/>
                    <a:headEnd type="none" w="med" len="med"/>
                    <a:tailEnd type="none" w="med" len="med"/>
                  </a:ln>
                </p:spPr>
              </p:sp>
            </p:grpSp>
          </p:grpSp>
          <p:grpSp>
            <p:nvGrpSpPr>
              <p:cNvPr id="66630" name="Group 71"/>
              <p:cNvGrpSpPr/>
              <p:nvPr/>
            </p:nvGrpSpPr>
            <p:grpSpPr>
              <a:xfrm>
                <a:off x="3264" y="2832"/>
                <a:ext cx="1632" cy="144"/>
                <a:chOff x="1584" y="2352"/>
                <a:chExt cx="2928" cy="192"/>
              </a:xfrm>
            </p:grpSpPr>
            <p:grpSp>
              <p:nvGrpSpPr>
                <p:cNvPr id="66631" name="Group 72"/>
                <p:cNvGrpSpPr/>
                <p:nvPr/>
              </p:nvGrpSpPr>
              <p:grpSpPr>
                <a:xfrm>
                  <a:off x="1584" y="2352"/>
                  <a:ext cx="1488" cy="192"/>
                  <a:chOff x="1584" y="1584"/>
                  <a:chExt cx="2544" cy="192"/>
                </a:xfrm>
              </p:grpSpPr>
              <p:grpSp>
                <p:nvGrpSpPr>
                  <p:cNvPr id="66632" name="Group 73"/>
                  <p:cNvGrpSpPr/>
                  <p:nvPr/>
                </p:nvGrpSpPr>
                <p:grpSpPr>
                  <a:xfrm>
                    <a:off x="1584" y="1584"/>
                    <a:ext cx="2544" cy="192"/>
                    <a:chOff x="1968" y="1776"/>
                    <a:chExt cx="2112" cy="240"/>
                  </a:xfrm>
                </p:grpSpPr>
                <p:sp>
                  <p:nvSpPr>
                    <p:cNvPr id="66633" name="Oval 74"/>
                    <p:cNvSpPr/>
                    <p:nvPr/>
                  </p:nvSpPr>
                  <p:spPr>
                    <a:xfrm>
                      <a:off x="1968" y="1776"/>
                      <a:ext cx="2112" cy="240"/>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6634" name="Oval 75"/>
                    <p:cNvSpPr/>
                    <p:nvPr/>
                  </p:nvSpPr>
                  <p:spPr>
                    <a:xfrm>
                      <a:off x="1968" y="1824"/>
                      <a:ext cx="2112" cy="144"/>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66635" name="Line 76"/>
                  <p:cNvSpPr/>
                  <p:nvPr/>
                </p:nvSpPr>
                <p:spPr>
                  <a:xfrm>
                    <a:off x="1584" y="1656"/>
                    <a:ext cx="2544" cy="24"/>
                  </a:xfrm>
                  <a:prstGeom prst="line">
                    <a:avLst/>
                  </a:prstGeom>
                  <a:ln w="19050" cap="flat" cmpd="sng">
                    <a:solidFill>
                      <a:srgbClr val="0000FF"/>
                    </a:solidFill>
                    <a:prstDash val="solid"/>
                    <a:round/>
                    <a:headEnd type="none" w="med" len="med"/>
                    <a:tailEnd type="none" w="med" len="med"/>
                  </a:ln>
                </p:spPr>
              </p:sp>
            </p:grpSp>
            <p:grpSp>
              <p:nvGrpSpPr>
                <p:cNvPr id="66636" name="Group 77"/>
                <p:cNvGrpSpPr/>
                <p:nvPr/>
              </p:nvGrpSpPr>
              <p:grpSpPr>
                <a:xfrm>
                  <a:off x="3024" y="2352"/>
                  <a:ext cx="1488" cy="192"/>
                  <a:chOff x="1584" y="1584"/>
                  <a:chExt cx="2544" cy="192"/>
                </a:xfrm>
              </p:grpSpPr>
              <p:grpSp>
                <p:nvGrpSpPr>
                  <p:cNvPr id="66637" name="Group 78"/>
                  <p:cNvGrpSpPr/>
                  <p:nvPr/>
                </p:nvGrpSpPr>
                <p:grpSpPr>
                  <a:xfrm>
                    <a:off x="1584" y="1584"/>
                    <a:ext cx="2544" cy="192"/>
                    <a:chOff x="1968" y="1776"/>
                    <a:chExt cx="2112" cy="240"/>
                  </a:xfrm>
                </p:grpSpPr>
                <p:sp>
                  <p:nvSpPr>
                    <p:cNvPr id="66638" name="Oval 79"/>
                    <p:cNvSpPr/>
                    <p:nvPr/>
                  </p:nvSpPr>
                  <p:spPr>
                    <a:xfrm>
                      <a:off x="1968" y="1776"/>
                      <a:ext cx="2112" cy="240"/>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6639" name="Oval 80"/>
                    <p:cNvSpPr/>
                    <p:nvPr/>
                  </p:nvSpPr>
                  <p:spPr>
                    <a:xfrm>
                      <a:off x="1968" y="1824"/>
                      <a:ext cx="2112" cy="144"/>
                    </a:xfrm>
                    <a:prstGeom prst="ellipse">
                      <a:avLst/>
                    </a:prstGeom>
                    <a:noFill/>
                    <a:ln w="190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66640" name="Line 81"/>
                  <p:cNvSpPr/>
                  <p:nvPr/>
                </p:nvSpPr>
                <p:spPr>
                  <a:xfrm>
                    <a:off x="1584" y="1656"/>
                    <a:ext cx="2544" cy="24"/>
                  </a:xfrm>
                  <a:prstGeom prst="line">
                    <a:avLst/>
                  </a:prstGeom>
                  <a:ln w="19050" cap="flat" cmpd="sng">
                    <a:solidFill>
                      <a:srgbClr val="0000FF"/>
                    </a:solidFill>
                    <a:prstDash val="solid"/>
                    <a:round/>
                    <a:headEnd type="none" w="med" len="med"/>
                    <a:tailEnd type="none" w="med" len="med"/>
                  </a:ln>
                </p:spPr>
              </p:sp>
            </p:grpSp>
          </p:grpSp>
        </p:grpSp>
      </p:grpSp>
      <p:sp>
        <p:nvSpPr>
          <p:cNvPr id="170066" name="Text Box 82"/>
          <p:cNvSpPr txBox="1"/>
          <p:nvPr/>
        </p:nvSpPr>
        <p:spPr>
          <a:xfrm>
            <a:off x="6203950" y="3314700"/>
            <a:ext cx="763588" cy="519113"/>
          </a:xfrm>
          <a:prstGeom prst="rect">
            <a:avLst/>
          </a:prstGeom>
          <a:noFill/>
          <a:ln w="9525">
            <a:noFill/>
          </a:ln>
        </p:spPr>
        <p:txBody>
          <a:bodyPr wrap="none" anchor="t" anchorCtr="0">
            <a:spAutoFit/>
          </a:bodyPr>
          <a:p>
            <a:r>
              <a:rPr lang="en-US" altLang="zh-CN" sz="2800" b="1" i="1" dirty="0">
                <a:solidFill>
                  <a:srgbClr val="0000FF"/>
                </a:solidFill>
                <a:latin typeface="Times New Roman" panose="02020603050405020304" pitchFamily="18" charset="0"/>
                <a:ea typeface="宋体" panose="02010600030101010101" pitchFamily="2" charset="-122"/>
              </a:rPr>
              <a:t>n</a:t>
            </a:r>
            <a:r>
              <a:rPr lang="en-US" altLang="zh-CN" sz="2800" b="1" dirty="0">
                <a:solidFill>
                  <a:srgbClr val="0000FF"/>
                </a:solidFill>
                <a:latin typeface="Times New Roman" panose="02020603050405020304" pitchFamily="18" charset="0"/>
                <a:ea typeface="宋体" panose="02010600030101010101" pitchFamily="2" charset="-122"/>
              </a:rPr>
              <a:t>=1</a:t>
            </a:r>
            <a:endParaRPr lang="en-US" altLang="zh-CN" sz="2800" b="1" dirty="0">
              <a:solidFill>
                <a:srgbClr val="0000FF"/>
              </a:solidFill>
              <a:latin typeface="Times New Roman" panose="02020603050405020304" pitchFamily="18" charset="0"/>
              <a:ea typeface="宋体" panose="02010600030101010101" pitchFamily="2" charset="-122"/>
            </a:endParaRPr>
          </a:p>
        </p:txBody>
      </p:sp>
      <p:sp>
        <p:nvSpPr>
          <p:cNvPr id="170067" name="Text Box 83"/>
          <p:cNvSpPr txBox="1"/>
          <p:nvPr/>
        </p:nvSpPr>
        <p:spPr>
          <a:xfrm>
            <a:off x="6203950" y="4164013"/>
            <a:ext cx="763588" cy="519112"/>
          </a:xfrm>
          <a:prstGeom prst="rect">
            <a:avLst/>
          </a:prstGeom>
          <a:noFill/>
          <a:ln w="9525">
            <a:noFill/>
          </a:ln>
        </p:spPr>
        <p:txBody>
          <a:bodyPr wrap="none" anchor="t" anchorCtr="0">
            <a:spAutoFit/>
          </a:bodyPr>
          <a:p>
            <a:r>
              <a:rPr lang="en-US" altLang="zh-CN" sz="2800" b="1" i="1" dirty="0">
                <a:solidFill>
                  <a:srgbClr val="0000FF"/>
                </a:solidFill>
                <a:latin typeface="Times New Roman" panose="02020603050405020304" pitchFamily="18" charset="0"/>
                <a:ea typeface="宋体" panose="02010600030101010101" pitchFamily="2" charset="-122"/>
              </a:rPr>
              <a:t>n</a:t>
            </a:r>
            <a:r>
              <a:rPr lang="en-US" altLang="zh-CN" sz="2800" b="1" dirty="0">
                <a:solidFill>
                  <a:srgbClr val="0000FF"/>
                </a:solidFill>
                <a:latin typeface="Times New Roman" panose="02020603050405020304" pitchFamily="18" charset="0"/>
                <a:ea typeface="宋体" panose="02010600030101010101" pitchFamily="2" charset="-122"/>
              </a:rPr>
              <a:t>=2</a:t>
            </a:r>
            <a:endParaRPr lang="en-US" altLang="zh-CN" sz="2800" b="1" dirty="0">
              <a:solidFill>
                <a:srgbClr val="0000FF"/>
              </a:solidFill>
              <a:latin typeface="Times New Roman" panose="02020603050405020304" pitchFamily="18" charset="0"/>
              <a:ea typeface="宋体" panose="02010600030101010101" pitchFamily="2" charset="-122"/>
            </a:endParaRPr>
          </a:p>
        </p:txBody>
      </p:sp>
      <p:sp>
        <p:nvSpPr>
          <p:cNvPr id="170068" name="Text Box 84"/>
          <p:cNvSpPr txBox="1"/>
          <p:nvPr/>
        </p:nvSpPr>
        <p:spPr>
          <a:xfrm>
            <a:off x="6203950" y="5046663"/>
            <a:ext cx="763588" cy="519112"/>
          </a:xfrm>
          <a:prstGeom prst="rect">
            <a:avLst/>
          </a:prstGeom>
          <a:noFill/>
          <a:ln w="9525">
            <a:noFill/>
          </a:ln>
        </p:spPr>
        <p:txBody>
          <a:bodyPr wrap="none" anchor="t" anchorCtr="0">
            <a:spAutoFit/>
          </a:bodyPr>
          <a:p>
            <a:r>
              <a:rPr lang="en-US" altLang="zh-CN" sz="2800" b="1" i="1" dirty="0">
                <a:solidFill>
                  <a:srgbClr val="0000FF"/>
                </a:solidFill>
                <a:latin typeface="Times New Roman" panose="02020603050405020304" pitchFamily="18" charset="0"/>
                <a:ea typeface="宋体" panose="02010600030101010101" pitchFamily="2" charset="-122"/>
              </a:rPr>
              <a:t>n</a:t>
            </a:r>
            <a:r>
              <a:rPr lang="en-US" altLang="zh-CN" sz="2800" b="1" dirty="0">
                <a:solidFill>
                  <a:srgbClr val="0000FF"/>
                </a:solidFill>
                <a:latin typeface="Times New Roman" panose="02020603050405020304" pitchFamily="18" charset="0"/>
                <a:ea typeface="宋体" panose="02010600030101010101" pitchFamily="2" charset="-122"/>
              </a:rPr>
              <a:t>=3</a:t>
            </a:r>
            <a:endParaRPr lang="en-US" altLang="zh-CN" sz="2800" b="1" dirty="0">
              <a:solidFill>
                <a:srgbClr val="0000FF"/>
              </a:solidFill>
              <a:latin typeface="Times New Roman" panose="02020603050405020304" pitchFamily="18" charset="0"/>
              <a:ea typeface="宋体" panose="02010600030101010101" pitchFamily="2" charset="-122"/>
            </a:endParaRPr>
          </a:p>
        </p:txBody>
      </p:sp>
      <p:sp>
        <p:nvSpPr>
          <p:cNvPr id="170069" name="Text Box 85"/>
          <p:cNvSpPr txBox="1"/>
          <p:nvPr/>
        </p:nvSpPr>
        <p:spPr>
          <a:xfrm>
            <a:off x="6203950" y="5670550"/>
            <a:ext cx="763588" cy="519113"/>
          </a:xfrm>
          <a:prstGeom prst="rect">
            <a:avLst/>
          </a:prstGeom>
          <a:noFill/>
          <a:ln w="9525">
            <a:noFill/>
          </a:ln>
        </p:spPr>
        <p:txBody>
          <a:bodyPr wrap="none" anchor="t" anchorCtr="0">
            <a:spAutoFit/>
          </a:bodyPr>
          <a:p>
            <a:r>
              <a:rPr lang="en-US" altLang="zh-CN" sz="2800" b="1" i="1" dirty="0">
                <a:solidFill>
                  <a:srgbClr val="0000FF"/>
                </a:solidFill>
                <a:latin typeface="Times New Roman" panose="02020603050405020304" pitchFamily="18" charset="0"/>
                <a:ea typeface="宋体" panose="02010600030101010101" pitchFamily="2" charset="-122"/>
              </a:rPr>
              <a:t>n</a:t>
            </a:r>
            <a:r>
              <a:rPr lang="en-US" altLang="zh-CN" sz="2800" b="1" dirty="0">
                <a:solidFill>
                  <a:srgbClr val="0000FF"/>
                </a:solidFill>
                <a:latin typeface="Times New Roman" panose="02020603050405020304" pitchFamily="18" charset="0"/>
                <a:ea typeface="宋体" panose="02010600030101010101" pitchFamily="2" charset="-122"/>
              </a:rPr>
              <a:t>=4</a:t>
            </a:r>
            <a:endParaRPr lang="en-US" altLang="zh-CN" sz="2800" b="1" dirty="0">
              <a:solidFill>
                <a:srgbClr val="0000FF"/>
              </a:solidFill>
              <a:latin typeface="Times New Roman" panose="02020603050405020304" pitchFamily="18" charset="0"/>
              <a:ea typeface="宋体" panose="02010600030101010101" pitchFamily="2" charset="-122"/>
            </a:endParaRPr>
          </a:p>
        </p:txBody>
      </p:sp>
      <p:grpSp>
        <p:nvGrpSpPr>
          <p:cNvPr id="170070" name="Group 86"/>
          <p:cNvGrpSpPr/>
          <p:nvPr/>
        </p:nvGrpSpPr>
        <p:grpSpPr>
          <a:xfrm>
            <a:off x="4462463" y="1855788"/>
            <a:ext cx="4267200" cy="1154112"/>
            <a:chOff x="2868" y="785"/>
            <a:chExt cx="2688" cy="727"/>
          </a:xfrm>
        </p:grpSpPr>
        <p:sp>
          <p:nvSpPr>
            <p:cNvPr id="66646" name="Line 87"/>
            <p:cNvSpPr/>
            <p:nvPr/>
          </p:nvSpPr>
          <p:spPr>
            <a:xfrm>
              <a:off x="2893" y="1127"/>
              <a:ext cx="0" cy="385"/>
            </a:xfrm>
            <a:prstGeom prst="line">
              <a:avLst/>
            </a:prstGeom>
            <a:ln w="19050" cap="flat" cmpd="sng">
              <a:solidFill>
                <a:schemeClr val="tx1"/>
              </a:solidFill>
              <a:prstDash val="dash"/>
              <a:round/>
              <a:headEnd type="none" w="med" len="med"/>
              <a:tailEnd type="none" w="med" len="med"/>
            </a:ln>
          </p:spPr>
        </p:sp>
        <p:sp>
          <p:nvSpPr>
            <p:cNvPr id="66647" name="Line 88"/>
            <p:cNvSpPr/>
            <p:nvPr/>
          </p:nvSpPr>
          <p:spPr>
            <a:xfrm>
              <a:off x="2893" y="1127"/>
              <a:ext cx="2585" cy="0"/>
            </a:xfrm>
            <a:prstGeom prst="line">
              <a:avLst/>
            </a:prstGeom>
            <a:ln w="38100" cap="flat" cmpd="sng">
              <a:solidFill>
                <a:srgbClr val="0000FF"/>
              </a:solidFill>
              <a:prstDash val="solid"/>
              <a:round/>
              <a:headEnd type="oval" w="med" len="med"/>
              <a:tailEnd type="none" w="med" len="med"/>
            </a:ln>
          </p:spPr>
        </p:sp>
        <p:sp>
          <p:nvSpPr>
            <p:cNvPr id="66648" name="Line 89"/>
            <p:cNvSpPr/>
            <p:nvPr/>
          </p:nvSpPr>
          <p:spPr>
            <a:xfrm flipH="1">
              <a:off x="2893" y="1319"/>
              <a:ext cx="1026" cy="0"/>
            </a:xfrm>
            <a:prstGeom prst="line">
              <a:avLst/>
            </a:prstGeom>
            <a:ln w="19050" cap="flat" cmpd="sng">
              <a:solidFill>
                <a:schemeClr val="tx1"/>
              </a:solidFill>
              <a:prstDash val="solid"/>
              <a:round/>
              <a:headEnd type="none" w="med" len="med"/>
              <a:tailEnd type="triangle" w="med" len="med"/>
            </a:ln>
          </p:spPr>
        </p:sp>
        <p:sp>
          <p:nvSpPr>
            <p:cNvPr id="66649" name="Line 90"/>
            <p:cNvSpPr/>
            <p:nvPr/>
          </p:nvSpPr>
          <p:spPr>
            <a:xfrm>
              <a:off x="4370" y="1319"/>
              <a:ext cx="1108" cy="0"/>
            </a:xfrm>
            <a:prstGeom prst="line">
              <a:avLst/>
            </a:prstGeom>
            <a:ln w="19050" cap="flat" cmpd="sng">
              <a:solidFill>
                <a:schemeClr val="tx1"/>
              </a:solidFill>
              <a:prstDash val="solid"/>
              <a:round/>
              <a:headEnd type="none" w="med" len="med"/>
              <a:tailEnd type="triangle" w="med" len="med"/>
            </a:ln>
          </p:spPr>
        </p:sp>
        <p:sp>
          <p:nvSpPr>
            <p:cNvPr id="66650" name="Text Box 91"/>
            <p:cNvSpPr txBox="1"/>
            <p:nvPr/>
          </p:nvSpPr>
          <p:spPr>
            <a:xfrm>
              <a:off x="4014" y="1162"/>
              <a:ext cx="253" cy="327"/>
            </a:xfrm>
            <a:prstGeom prst="rect">
              <a:avLst/>
            </a:prstGeom>
            <a:noFill/>
            <a:ln w="9525">
              <a:noFill/>
            </a:ln>
          </p:spPr>
          <p:txBody>
            <a:bodyPr wrap="none" anchor="t" anchorCtr="0">
              <a:spAutoFit/>
            </a:bodyPr>
            <a:p>
              <a:r>
                <a:rPr lang="en-US" altLang="zh-CN" sz="2800" b="1" i="1" dirty="0">
                  <a:latin typeface="Times New Roman" panose="02020603050405020304" pitchFamily="18" charset="0"/>
                  <a:ea typeface="宋体" panose="02010600030101010101" pitchFamily="2" charset="-122"/>
                </a:rPr>
                <a:t>L</a:t>
              </a:r>
              <a:endParaRPr lang="en-US" altLang="zh-CN" sz="2800" b="1" i="1" dirty="0">
                <a:latin typeface="Times New Roman" panose="02020603050405020304" pitchFamily="18" charset="0"/>
                <a:ea typeface="宋体" panose="02010600030101010101" pitchFamily="2" charset="-122"/>
              </a:endParaRPr>
            </a:p>
          </p:txBody>
        </p:sp>
        <p:sp>
          <p:nvSpPr>
            <p:cNvPr id="66651" name="Text Box 92"/>
            <p:cNvSpPr txBox="1"/>
            <p:nvPr/>
          </p:nvSpPr>
          <p:spPr>
            <a:xfrm>
              <a:off x="2868" y="785"/>
              <a:ext cx="265" cy="327"/>
            </a:xfrm>
            <a:prstGeom prst="rect">
              <a:avLst/>
            </a:prstGeom>
            <a:noFill/>
            <a:ln w="9525">
              <a:noFill/>
            </a:ln>
          </p:spPr>
          <p:txBody>
            <a:bodyPr wrap="none" anchor="t" anchorCtr="0">
              <a:spAutoFit/>
            </a:bodyPr>
            <a:p>
              <a:r>
                <a:rPr lang="en-US" altLang="zh-CN" sz="2800" b="1" i="1" dirty="0">
                  <a:latin typeface="Times New Roman" panose="02020603050405020304" pitchFamily="18" charset="0"/>
                  <a:ea typeface="宋体" panose="02010600030101010101" pitchFamily="2" charset="-122"/>
                </a:rPr>
                <a:t>A</a:t>
              </a:r>
              <a:endParaRPr lang="en-US" altLang="zh-CN" sz="2800" b="1" i="1" dirty="0">
                <a:latin typeface="Times New Roman" panose="02020603050405020304" pitchFamily="18" charset="0"/>
                <a:ea typeface="宋体" panose="02010600030101010101" pitchFamily="2" charset="-122"/>
              </a:endParaRPr>
            </a:p>
          </p:txBody>
        </p:sp>
        <p:sp>
          <p:nvSpPr>
            <p:cNvPr id="66652" name="Text Box 93"/>
            <p:cNvSpPr txBox="1"/>
            <p:nvPr/>
          </p:nvSpPr>
          <p:spPr>
            <a:xfrm>
              <a:off x="5291" y="785"/>
              <a:ext cx="265" cy="327"/>
            </a:xfrm>
            <a:prstGeom prst="rect">
              <a:avLst/>
            </a:prstGeom>
            <a:noFill/>
            <a:ln w="9525">
              <a:noFill/>
            </a:ln>
          </p:spPr>
          <p:txBody>
            <a:bodyPr wrap="none" anchor="t" anchorCtr="0">
              <a:spAutoFit/>
            </a:bodyPr>
            <a:p>
              <a:r>
                <a:rPr lang="en-US" altLang="zh-CN" sz="2800" b="1" i="1" dirty="0">
                  <a:latin typeface="Times New Roman" panose="02020603050405020304" pitchFamily="18" charset="0"/>
                  <a:ea typeface="宋体" panose="02010600030101010101" pitchFamily="2" charset="-122"/>
                </a:rPr>
                <a:t>B</a:t>
              </a:r>
              <a:endParaRPr lang="en-US" altLang="zh-CN" sz="2800" b="1" i="1" dirty="0">
                <a:latin typeface="Times New Roman" panose="02020603050405020304" pitchFamily="18" charset="0"/>
                <a:ea typeface="宋体" panose="02010600030101010101" pitchFamily="2" charset="-122"/>
              </a:endParaRPr>
            </a:p>
          </p:txBody>
        </p:sp>
        <p:sp>
          <p:nvSpPr>
            <p:cNvPr id="66653" name="Text Box 94"/>
            <p:cNvSpPr txBox="1"/>
            <p:nvPr/>
          </p:nvSpPr>
          <p:spPr>
            <a:xfrm>
              <a:off x="3992" y="786"/>
              <a:ext cx="308" cy="288"/>
            </a:xfrm>
            <a:prstGeom prst="rect">
              <a:avLst/>
            </a:prstGeom>
            <a:noFill/>
            <a:ln w="9525">
              <a:noFill/>
            </a:ln>
          </p:spPr>
          <p:txBody>
            <a:bodyPr wrap="none" anchor="t" anchorCtr="0">
              <a:spAutoFit/>
            </a:bodyPr>
            <a:p>
              <a:r>
                <a:rPr lang="zh-CN" altLang="en-US" sz="2400" b="1" dirty="0">
                  <a:latin typeface="华文中宋" panose="02010600040101010101" pitchFamily="2" charset="-122"/>
                  <a:ea typeface="华文中宋" panose="02010600040101010101" pitchFamily="2" charset="-122"/>
                </a:rPr>
                <a:t>弦</a:t>
              </a:r>
              <a:endParaRPr lang="zh-CN" altLang="en-US" sz="2400" b="1" dirty="0">
                <a:latin typeface="华文中宋" panose="02010600040101010101" pitchFamily="2" charset="-122"/>
                <a:ea typeface="华文中宋" panose="02010600040101010101" pitchFamily="2" charset="-122"/>
              </a:endParaRPr>
            </a:p>
          </p:txBody>
        </p:sp>
        <p:sp>
          <p:nvSpPr>
            <p:cNvPr id="66654" name="Line 95"/>
            <p:cNvSpPr/>
            <p:nvPr/>
          </p:nvSpPr>
          <p:spPr>
            <a:xfrm>
              <a:off x="5465" y="1117"/>
              <a:ext cx="0" cy="385"/>
            </a:xfrm>
            <a:prstGeom prst="line">
              <a:avLst/>
            </a:prstGeom>
            <a:ln w="19050" cap="flat" cmpd="sng">
              <a:solidFill>
                <a:schemeClr val="tx1"/>
              </a:solidFill>
              <a:prstDash val="dash"/>
              <a:round/>
              <a:headEnd type="none" w="med" len="med"/>
              <a:tailEnd type="none" w="med" len="med"/>
            </a:ln>
          </p:spPr>
        </p:sp>
      </p:grpSp>
      <p:graphicFrame>
        <p:nvGraphicFramePr>
          <p:cNvPr id="170080" name="Object 96"/>
          <p:cNvGraphicFramePr>
            <a:graphicFrameLocks noChangeAspect="1"/>
          </p:cNvGraphicFramePr>
          <p:nvPr/>
        </p:nvGraphicFramePr>
        <p:xfrm>
          <a:off x="914400" y="1905000"/>
          <a:ext cx="400050" cy="431800"/>
        </p:xfrm>
        <a:graphic>
          <a:graphicData uri="http://schemas.openxmlformats.org/presentationml/2006/ole">
            <mc:AlternateContent xmlns:mc="http://schemas.openxmlformats.org/markup-compatibility/2006">
              <mc:Choice xmlns:v="urn:schemas-microsoft-com:vml" Requires="v">
                <p:oleObj spid="_x0000_s3215" name="" r:id="rId1" imgW="152400" imgH="165100" progId="Equation.DSMT4">
                  <p:embed/>
                </p:oleObj>
              </mc:Choice>
              <mc:Fallback>
                <p:oleObj name="" r:id="rId1" imgW="152400" imgH="165100" progId="Equation.DSMT4">
                  <p:embed/>
                  <p:pic>
                    <p:nvPicPr>
                      <p:cNvPr id="0" name="图片 3214"/>
                      <p:cNvPicPr/>
                      <p:nvPr/>
                    </p:nvPicPr>
                    <p:blipFill>
                      <a:blip r:embed="rId2"/>
                      <a:stretch>
                        <a:fillRect/>
                      </a:stretch>
                    </p:blipFill>
                    <p:spPr>
                      <a:xfrm>
                        <a:off x="914400" y="1905000"/>
                        <a:ext cx="400050" cy="431800"/>
                      </a:xfrm>
                      <a:prstGeom prst="rect">
                        <a:avLst/>
                      </a:prstGeom>
                      <a:noFill/>
                      <a:ln w="38100">
                        <a:noFill/>
                        <a:miter/>
                      </a:ln>
                    </p:spPr>
                  </p:pic>
                </p:oleObj>
              </mc:Fallback>
            </mc:AlternateContent>
          </a:graphicData>
        </a:graphic>
      </p:graphicFrame>
      <p:graphicFrame>
        <p:nvGraphicFramePr>
          <p:cNvPr id="170081" name="Object 97"/>
          <p:cNvGraphicFramePr>
            <a:graphicFrameLocks noChangeAspect="1"/>
          </p:cNvGraphicFramePr>
          <p:nvPr/>
        </p:nvGraphicFramePr>
        <p:xfrm>
          <a:off x="1219200" y="2057400"/>
          <a:ext cx="366713" cy="300038"/>
        </p:xfrm>
        <a:graphic>
          <a:graphicData uri="http://schemas.openxmlformats.org/presentationml/2006/ole">
            <mc:AlternateContent xmlns:mc="http://schemas.openxmlformats.org/markup-compatibility/2006">
              <mc:Choice xmlns:v="urn:schemas-microsoft-com:vml" Requires="v">
                <p:oleObj spid="_x0000_s3214" name="" r:id="rId3" imgW="139700" imgH="114300" progId="Equation.DSMT4">
                  <p:embed/>
                </p:oleObj>
              </mc:Choice>
              <mc:Fallback>
                <p:oleObj name="" r:id="rId3" imgW="139700" imgH="114300" progId="Equation.DSMT4">
                  <p:embed/>
                  <p:pic>
                    <p:nvPicPr>
                      <p:cNvPr id="0" name="图片 3213"/>
                      <p:cNvPicPr/>
                      <p:nvPr/>
                    </p:nvPicPr>
                    <p:blipFill>
                      <a:blip r:embed="rId4"/>
                      <a:stretch>
                        <a:fillRect/>
                      </a:stretch>
                    </p:blipFill>
                    <p:spPr>
                      <a:xfrm>
                        <a:off x="1219200" y="2057400"/>
                        <a:ext cx="366713" cy="300038"/>
                      </a:xfrm>
                      <a:prstGeom prst="rect">
                        <a:avLst/>
                      </a:prstGeom>
                      <a:noFill/>
                      <a:ln w="38100">
                        <a:noFill/>
                        <a:miter/>
                      </a:ln>
                    </p:spPr>
                  </p:pic>
                </p:oleObj>
              </mc:Fallback>
            </mc:AlternateContent>
          </a:graphicData>
        </a:graphic>
      </p:graphicFrame>
      <p:graphicFrame>
        <p:nvGraphicFramePr>
          <p:cNvPr id="170082" name="Object 98"/>
          <p:cNvGraphicFramePr>
            <a:graphicFrameLocks noChangeAspect="1"/>
          </p:cNvGraphicFramePr>
          <p:nvPr/>
        </p:nvGraphicFramePr>
        <p:xfrm>
          <a:off x="1524000" y="1905000"/>
          <a:ext cx="1366838" cy="533400"/>
        </p:xfrm>
        <a:graphic>
          <a:graphicData uri="http://schemas.openxmlformats.org/presentationml/2006/ole">
            <mc:AlternateContent xmlns:mc="http://schemas.openxmlformats.org/markup-compatibility/2006">
              <mc:Choice xmlns:v="urn:schemas-microsoft-com:vml" Requires="v">
                <p:oleObj spid="_x0000_s3217" name="" r:id="rId5" imgW="520700" imgH="203200" progId="Equation.DSMT4">
                  <p:embed/>
                </p:oleObj>
              </mc:Choice>
              <mc:Fallback>
                <p:oleObj name="" r:id="rId5" imgW="520700" imgH="203200" progId="Equation.DSMT4">
                  <p:embed/>
                  <p:pic>
                    <p:nvPicPr>
                      <p:cNvPr id="0" name="图片 3216"/>
                      <p:cNvPicPr/>
                      <p:nvPr/>
                    </p:nvPicPr>
                    <p:blipFill>
                      <a:blip r:embed="rId6"/>
                      <a:stretch>
                        <a:fillRect/>
                      </a:stretch>
                    </p:blipFill>
                    <p:spPr>
                      <a:xfrm>
                        <a:off x="1524000" y="1905000"/>
                        <a:ext cx="1366838" cy="533400"/>
                      </a:xfrm>
                      <a:prstGeom prst="rect">
                        <a:avLst/>
                      </a:prstGeom>
                      <a:noFill/>
                      <a:ln w="38100">
                        <a:noFill/>
                        <a:miter/>
                      </a:ln>
                    </p:spPr>
                  </p:pic>
                </p:oleObj>
              </mc:Fallback>
            </mc:AlternateContent>
          </a:graphicData>
        </a:graphic>
      </p:graphicFrame>
      <p:graphicFrame>
        <p:nvGraphicFramePr>
          <p:cNvPr id="170083" name="Object 99"/>
          <p:cNvGraphicFramePr>
            <a:graphicFrameLocks noChangeAspect="1"/>
          </p:cNvGraphicFramePr>
          <p:nvPr/>
        </p:nvGraphicFramePr>
        <p:xfrm>
          <a:off x="2971800" y="1676400"/>
          <a:ext cx="368300" cy="981075"/>
        </p:xfrm>
        <a:graphic>
          <a:graphicData uri="http://schemas.openxmlformats.org/presentationml/2006/ole">
            <mc:AlternateContent xmlns:mc="http://schemas.openxmlformats.org/markup-compatibility/2006">
              <mc:Choice xmlns:v="urn:schemas-microsoft-com:vml" Requires="v">
                <p:oleObj spid="_x0000_s3218" name="" r:id="rId7" imgW="152400" imgH="405765" progId="Equation.3">
                  <p:embed/>
                </p:oleObj>
              </mc:Choice>
              <mc:Fallback>
                <p:oleObj name="" r:id="rId7" imgW="152400" imgH="405765" progId="Equation.3">
                  <p:embed/>
                  <p:pic>
                    <p:nvPicPr>
                      <p:cNvPr id="0" name="图片 3217"/>
                      <p:cNvPicPr/>
                      <p:nvPr/>
                    </p:nvPicPr>
                    <p:blipFill>
                      <a:blip r:embed="rId8"/>
                      <a:stretch>
                        <a:fillRect/>
                      </a:stretch>
                    </p:blipFill>
                    <p:spPr>
                      <a:xfrm>
                        <a:off x="2971800" y="1676400"/>
                        <a:ext cx="368300" cy="981075"/>
                      </a:xfrm>
                      <a:prstGeom prst="rect">
                        <a:avLst/>
                      </a:prstGeom>
                      <a:noFill/>
                      <a:ln w="38100">
                        <a:noFill/>
                        <a:miter/>
                      </a:ln>
                    </p:spPr>
                  </p:pic>
                </p:oleObj>
              </mc:Fallback>
            </mc:AlternateContent>
          </a:graphicData>
        </a:graphic>
      </p:graphicFrame>
      <p:graphicFrame>
        <p:nvGraphicFramePr>
          <p:cNvPr id="170084" name="Object 100"/>
          <p:cNvGraphicFramePr>
            <a:graphicFrameLocks noChangeAspect="1"/>
          </p:cNvGraphicFramePr>
          <p:nvPr/>
        </p:nvGraphicFramePr>
        <p:xfrm>
          <a:off x="1052513" y="2846388"/>
          <a:ext cx="2333625" cy="582612"/>
        </p:xfrm>
        <a:graphic>
          <a:graphicData uri="http://schemas.openxmlformats.org/presentationml/2006/ole">
            <mc:AlternateContent xmlns:mc="http://schemas.openxmlformats.org/markup-compatibility/2006">
              <mc:Choice xmlns:v="urn:schemas-microsoft-com:vml" Requires="v">
                <p:oleObj spid="_x0000_s3213" name="" r:id="rId9" imgW="965200" imgH="241300" progId="Equation.3">
                  <p:embed/>
                </p:oleObj>
              </mc:Choice>
              <mc:Fallback>
                <p:oleObj name="" r:id="rId9" imgW="965200" imgH="241300" progId="Equation.3">
                  <p:embed/>
                  <p:pic>
                    <p:nvPicPr>
                      <p:cNvPr id="0" name="图片 3212"/>
                      <p:cNvPicPr/>
                      <p:nvPr/>
                    </p:nvPicPr>
                    <p:blipFill>
                      <a:blip r:embed="rId10"/>
                      <a:stretch>
                        <a:fillRect/>
                      </a:stretch>
                    </p:blipFill>
                    <p:spPr>
                      <a:xfrm>
                        <a:off x="1052513" y="2846388"/>
                        <a:ext cx="2333625" cy="582612"/>
                      </a:xfrm>
                      <a:prstGeom prst="rect">
                        <a:avLst/>
                      </a:prstGeom>
                      <a:noFill/>
                      <a:ln w="38100">
                        <a:noFill/>
                        <a:miter/>
                      </a:ln>
                    </p:spPr>
                  </p:pic>
                </p:oleObj>
              </mc:Fallback>
            </mc:AlternateContent>
          </a:graphicData>
        </a:graphic>
      </p:graphicFrame>
      <p:sp>
        <p:nvSpPr>
          <p:cNvPr id="170085" name="AutoShape 101"/>
          <p:cNvSpPr/>
          <p:nvPr/>
        </p:nvSpPr>
        <p:spPr>
          <a:xfrm>
            <a:off x="304800" y="4013200"/>
            <a:ext cx="576263" cy="287338"/>
          </a:xfrm>
          <a:prstGeom prst="rightArrow">
            <a:avLst>
              <a:gd name="adj1" fmla="val 50000"/>
              <a:gd name="adj2" fmla="val 50026"/>
            </a:avLst>
          </a:prstGeom>
          <a:solidFill>
            <a:srgbClr val="0000FF"/>
          </a:solidFill>
          <a:ln w="254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170086" name="Object 102"/>
          <p:cNvGraphicFramePr>
            <a:graphicFrameLocks noChangeAspect="1"/>
          </p:cNvGraphicFramePr>
          <p:nvPr/>
        </p:nvGraphicFramePr>
        <p:xfrm>
          <a:off x="1028700" y="3581400"/>
          <a:ext cx="2808288" cy="1114425"/>
        </p:xfrm>
        <a:graphic>
          <a:graphicData uri="http://schemas.openxmlformats.org/presentationml/2006/ole">
            <mc:AlternateContent xmlns:mc="http://schemas.openxmlformats.org/markup-compatibility/2006">
              <mc:Choice xmlns:v="urn:schemas-microsoft-com:vml" Requires="v">
                <p:oleObj spid="_x0000_s3216" name="" r:id="rId11" imgW="1231900" imgH="368300" progId="Equation.DSMT4">
                  <p:embed/>
                </p:oleObj>
              </mc:Choice>
              <mc:Fallback>
                <p:oleObj name="" r:id="rId11" imgW="1231900" imgH="368300" progId="Equation.DSMT4">
                  <p:embed/>
                  <p:pic>
                    <p:nvPicPr>
                      <p:cNvPr id="0" name="图片 3215"/>
                      <p:cNvPicPr/>
                      <p:nvPr/>
                    </p:nvPicPr>
                    <p:blipFill>
                      <a:blip r:embed="rId12"/>
                      <a:stretch>
                        <a:fillRect/>
                      </a:stretch>
                    </p:blipFill>
                    <p:spPr>
                      <a:xfrm>
                        <a:off x="1028700" y="3581400"/>
                        <a:ext cx="2808288" cy="1114425"/>
                      </a:xfrm>
                      <a:prstGeom prst="rect">
                        <a:avLst/>
                      </a:prstGeom>
                      <a:noFill/>
                      <a:ln w="38100">
                        <a:noFill/>
                        <a:miter/>
                      </a:ln>
                    </p:spPr>
                  </p:pic>
                </p:oleObj>
              </mc:Fallback>
            </mc:AlternateContent>
          </a:graphicData>
        </a:graphic>
      </p:graphicFrame>
      <p:sp>
        <p:nvSpPr>
          <p:cNvPr id="170087" name="AutoShape 103"/>
          <p:cNvSpPr/>
          <p:nvPr/>
        </p:nvSpPr>
        <p:spPr>
          <a:xfrm>
            <a:off x="955675" y="3652838"/>
            <a:ext cx="2952750" cy="1008062"/>
          </a:xfrm>
          <a:prstGeom prst="roundRect">
            <a:avLst>
              <a:gd name="adj" fmla="val 16667"/>
            </a:avLst>
          </a:prstGeom>
          <a:noFill/>
          <a:ln w="28575" cap="rnd" cmpd="sng">
            <a:solidFill>
              <a:srgbClr val="DF0029"/>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0088" name="Rectangle 104"/>
          <p:cNvSpPr/>
          <p:nvPr/>
        </p:nvSpPr>
        <p:spPr>
          <a:xfrm>
            <a:off x="1509713" y="4805363"/>
            <a:ext cx="2587625" cy="519112"/>
          </a:xfrm>
          <a:prstGeom prst="rect">
            <a:avLst/>
          </a:prstGeom>
          <a:noFill/>
          <a:ln w="9525">
            <a:noFill/>
          </a:ln>
        </p:spPr>
        <p:txBody>
          <a:bodyPr wrap="none" anchor="t" anchorCtr="0">
            <a:spAutoFit/>
          </a:bodyPr>
          <a:p>
            <a:r>
              <a:rPr lang="en-US" altLang="zh-CN" sz="2800" b="1" dirty="0">
                <a:solidFill>
                  <a:srgbClr val="0000FF"/>
                </a:solidFill>
                <a:latin typeface="微软雅黑" panose="020B0503020204020204" pitchFamily="34" charset="-122"/>
                <a:ea typeface="微软雅黑" panose="020B0503020204020204" pitchFamily="34" charset="-122"/>
              </a:rPr>
              <a:t>——</a:t>
            </a:r>
            <a:r>
              <a:rPr lang="zh-CN" altLang="en-US" sz="2800" b="1" dirty="0">
                <a:solidFill>
                  <a:srgbClr val="0000FF"/>
                </a:solidFill>
                <a:latin typeface="微软雅黑" panose="020B0503020204020204" pitchFamily="34" charset="-122"/>
                <a:ea typeface="微软雅黑" panose="020B0503020204020204" pitchFamily="34" charset="-122"/>
              </a:rPr>
              <a:t>本征频率  </a:t>
            </a:r>
            <a:endParaRPr lang="zh-CN" altLang="en-US" sz="2800" b="1" dirty="0">
              <a:solidFill>
                <a:srgbClr val="0000FF"/>
              </a:solidFill>
              <a:latin typeface="微软雅黑" panose="020B0503020204020204" pitchFamily="34" charset="-122"/>
              <a:ea typeface="微软雅黑" panose="020B0503020204020204" pitchFamily="34" charset="-122"/>
            </a:endParaRPr>
          </a:p>
        </p:txBody>
      </p:sp>
      <p:graphicFrame>
        <p:nvGraphicFramePr>
          <p:cNvPr id="170089" name="Object 105"/>
          <p:cNvGraphicFramePr>
            <a:graphicFrameLocks noChangeAspect="1"/>
          </p:cNvGraphicFramePr>
          <p:nvPr/>
        </p:nvGraphicFramePr>
        <p:xfrm>
          <a:off x="736600" y="5392738"/>
          <a:ext cx="1611313" cy="1084262"/>
        </p:xfrm>
        <a:graphic>
          <a:graphicData uri="http://schemas.openxmlformats.org/presentationml/2006/ole">
            <mc:AlternateContent xmlns:mc="http://schemas.openxmlformats.org/markup-compatibility/2006">
              <mc:Choice xmlns:v="urn:schemas-microsoft-com:vml" Requires="v">
                <p:oleObj spid="_x0000_s3163" name="" r:id="rId13" imgW="546100" imgH="368300" progId="Equation.DSMT4">
                  <p:embed/>
                </p:oleObj>
              </mc:Choice>
              <mc:Fallback>
                <p:oleObj name="" r:id="rId13" imgW="546100" imgH="368300" progId="Equation.DSMT4">
                  <p:embed/>
                  <p:pic>
                    <p:nvPicPr>
                      <p:cNvPr id="0" name="图片 3162"/>
                      <p:cNvPicPr/>
                      <p:nvPr/>
                    </p:nvPicPr>
                    <p:blipFill>
                      <a:blip r:embed="rId14"/>
                      <a:stretch>
                        <a:fillRect/>
                      </a:stretch>
                    </p:blipFill>
                    <p:spPr>
                      <a:xfrm>
                        <a:off x="736600" y="5392738"/>
                        <a:ext cx="1611313" cy="1084262"/>
                      </a:xfrm>
                      <a:prstGeom prst="rect">
                        <a:avLst/>
                      </a:prstGeom>
                      <a:noFill/>
                      <a:ln w="38100">
                        <a:noFill/>
                        <a:miter/>
                      </a:ln>
                    </p:spPr>
                  </p:pic>
                </p:oleObj>
              </mc:Fallback>
            </mc:AlternateContent>
          </a:graphicData>
        </a:graphic>
      </p:graphicFrame>
      <p:sp>
        <p:nvSpPr>
          <p:cNvPr id="170090" name="Rectangle 106"/>
          <p:cNvSpPr/>
          <p:nvPr/>
        </p:nvSpPr>
        <p:spPr>
          <a:xfrm>
            <a:off x="2347913" y="5715000"/>
            <a:ext cx="1770062" cy="519113"/>
          </a:xfrm>
          <a:prstGeom prst="rect">
            <a:avLst/>
          </a:prstGeom>
          <a:noFill/>
          <a:ln w="9525">
            <a:noFill/>
          </a:ln>
        </p:spPr>
        <p:txBody>
          <a:bodyPr wrap="none" anchor="t" anchorCtr="0">
            <a:spAutoFit/>
          </a:bodyPr>
          <a:p>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基频 </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986"/>
                                        </p:tgtEl>
                                        <p:attrNameLst>
                                          <p:attrName>style.visibility</p:attrName>
                                        </p:attrNameLst>
                                      </p:cBhvr>
                                      <p:to>
                                        <p:strVal val="visible"/>
                                      </p:to>
                                    </p:set>
                                    <p:animEffect transition="in" filter="wipe(left)">
                                      <p:cBhvr>
                                        <p:cTn id="7" dur="500"/>
                                        <p:tgtEl>
                                          <p:spTgt spid="1699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0070"/>
                                        </p:tgtEl>
                                        <p:attrNameLst>
                                          <p:attrName>style.visibility</p:attrName>
                                        </p:attrNameLst>
                                      </p:cBhvr>
                                      <p:to>
                                        <p:strVal val="visible"/>
                                      </p:to>
                                    </p:set>
                                    <p:animEffect transition="in" filter="fade">
                                      <p:cBhvr>
                                        <p:cTn id="12" dur="500"/>
                                        <p:tgtEl>
                                          <p:spTgt spid="170070"/>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69987"/>
                                        </p:tgtEl>
                                        <p:attrNameLst>
                                          <p:attrName>style.visibility</p:attrName>
                                        </p:attrNameLst>
                                      </p:cBhvr>
                                      <p:to>
                                        <p:strVal val="visible"/>
                                      </p:to>
                                    </p:set>
                                    <p:animEffect transition="in" filter="fade">
                                      <p:cBhvr>
                                        <p:cTn id="16" dur="500"/>
                                        <p:tgtEl>
                                          <p:spTgt spid="16998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69988"/>
                                        </p:tgtEl>
                                        <p:attrNameLst>
                                          <p:attrName>style.visibility</p:attrName>
                                        </p:attrNameLst>
                                      </p:cBhvr>
                                      <p:to>
                                        <p:strVal val="visible"/>
                                      </p:to>
                                    </p:set>
                                    <p:animEffect transition="in" filter="wipe(up)">
                                      <p:cBhvr>
                                        <p:cTn id="21" dur="500"/>
                                        <p:tgtEl>
                                          <p:spTgt spid="16998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70066"/>
                                        </p:tgtEl>
                                        <p:attrNameLst>
                                          <p:attrName>style.visibility</p:attrName>
                                        </p:attrNameLst>
                                      </p:cBhvr>
                                      <p:to>
                                        <p:strVal val="visible"/>
                                      </p:to>
                                    </p:set>
                                    <p:animEffect transition="in" filter="wipe(up)">
                                      <p:cBhvr>
                                        <p:cTn id="26" dur="500"/>
                                        <p:tgtEl>
                                          <p:spTgt spid="170066"/>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170067"/>
                                        </p:tgtEl>
                                        <p:attrNameLst>
                                          <p:attrName>style.visibility</p:attrName>
                                        </p:attrNameLst>
                                      </p:cBhvr>
                                      <p:to>
                                        <p:strVal val="visible"/>
                                      </p:to>
                                    </p:set>
                                    <p:animEffect transition="in" filter="wipe(up)">
                                      <p:cBhvr>
                                        <p:cTn id="30" dur="500"/>
                                        <p:tgtEl>
                                          <p:spTgt spid="170067"/>
                                        </p:tgtEl>
                                      </p:cBhvr>
                                    </p:animEffect>
                                  </p:childTnLst>
                                </p:cTn>
                              </p:par>
                            </p:childTnLst>
                          </p:cTn>
                        </p:par>
                        <p:par>
                          <p:cTn id="31" fill="hold">
                            <p:stCondLst>
                              <p:cond delay="1000"/>
                            </p:stCondLst>
                            <p:childTnLst>
                              <p:par>
                                <p:cTn id="32" presetID="22" presetClass="entr" presetSubtype="1" fill="hold" grpId="0" nodeType="afterEffect">
                                  <p:stCondLst>
                                    <p:cond delay="0"/>
                                  </p:stCondLst>
                                  <p:childTnLst>
                                    <p:set>
                                      <p:cBhvr>
                                        <p:cTn id="33" dur="1" fill="hold">
                                          <p:stCondLst>
                                            <p:cond delay="0"/>
                                          </p:stCondLst>
                                        </p:cTn>
                                        <p:tgtEl>
                                          <p:spTgt spid="170068"/>
                                        </p:tgtEl>
                                        <p:attrNameLst>
                                          <p:attrName>style.visibility</p:attrName>
                                        </p:attrNameLst>
                                      </p:cBhvr>
                                      <p:to>
                                        <p:strVal val="visible"/>
                                      </p:to>
                                    </p:set>
                                    <p:animEffect transition="in" filter="wipe(up)">
                                      <p:cBhvr>
                                        <p:cTn id="34" dur="500"/>
                                        <p:tgtEl>
                                          <p:spTgt spid="170068"/>
                                        </p:tgtEl>
                                      </p:cBhvr>
                                    </p:animEffect>
                                  </p:childTnLst>
                                </p:cTn>
                              </p:par>
                            </p:childTnLst>
                          </p:cTn>
                        </p:par>
                        <p:par>
                          <p:cTn id="35" fill="hold">
                            <p:stCondLst>
                              <p:cond delay="1500"/>
                            </p:stCondLst>
                            <p:childTnLst>
                              <p:par>
                                <p:cTn id="36" presetID="22" presetClass="entr" presetSubtype="1" fill="hold" grpId="0" nodeType="afterEffect">
                                  <p:stCondLst>
                                    <p:cond delay="0"/>
                                  </p:stCondLst>
                                  <p:childTnLst>
                                    <p:set>
                                      <p:cBhvr>
                                        <p:cTn id="37" dur="1" fill="hold">
                                          <p:stCondLst>
                                            <p:cond delay="0"/>
                                          </p:stCondLst>
                                        </p:cTn>
                                        <p:tgtEl>
                                          <p:spTgt spid="170069"/>
                                        </p:tgtEl>
                                        <p:attrNameLst>
                                          <p:attrName>style.visibility</p:attrName>
                                        </p:attrNameLst>
                                      </p:cBhvr>
                                      <p:to>
                                        <p:strVal val="visible"/>
                                      </p:to>
                                    </p:set>
                                    <p:animEffect transition="in" filter="wipe(up)">
                                      <p:cBhvr>
                                        <p:cTn id="38" dur="500"/>
                                        <p:tgtEl>
                                          <p:spTgt spid="17006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70080"/>
                                        </p:tgtEl>
                                        <p:attrNameLst>
                                          <p:attrName>style.visibility</p:attrName>
                                        </p:attrNameLst>
                                      </p:cBhvr>
                                      <p:to>
                                        <p:strVal val="visible"/>
                                      </p:to>
                                    </p:set>
                                    <p:animEffect transition="in" filter="wipe(left)">
                                      <p:cBhvr>
                                        <p:cTn id="43" dur="500"/>
                                        <p:tgtEl>
                                          <p:spTgt spid="17008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70081"/>
                                        </p:tgtEl>
                                        <p:attrNameLst>
                                          <p:attrName>style.visibility</p:attrName>
                                        </p:attrNameLst>
                                      </p:cBhvr>
                                      <p:to>
                                        <p:strVal val="visible"/>
                                      </p:to>
                                    </p:set>
                                    <p:animEffect transition="in" filter="wipe(left)">
                                      <p:cBhvr>
                                        <p:cTn id="48" dur="500"/>
                                        <p:tgtEl>
                                          <p:spTgt spid="17008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70083"/>
                                        </p:tgtEl>
                                        <p:attrNameLst>
                                          <p:attrName>style.visibility</p:attrName>
                                        </p:attrNameLst>
                                      </p:cBhvr>
                                      <p:to>
                                        <p:strVal val="visible"/>
                                      </p:to>
                                    </p:set>
                                    <p:animEffect transition="in" filter="wipe(left)">
                                      <p:cBhvr>
                                        <p:cTn id="53" dur="1000"/>
                                        <p:tgtEl>
                                          <p:spTgt spid="17008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0082"/>
                                        </p:tgtEl>
                                        <p:attrNameLst>
                                          <p:attrName>style.visibility</p:attrName>
                                        </p:attrNameLst>
                                      </p:cBhvr>
                                      <p:to>
                                        <p:strVal val="visible"/>
                                      </p:to>
                                    </p:set>
                                    <p:animEffect transition="in" filter="wipe(left)">
                                      <p:cBhvr>
                                        <p:cTn id="58" dur="500"/>
                                        <p:tgtEl>
                                          <p:spTgt spid="17008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70084"/>
                                        </p:tgtEl>
                                        <p:attrNameLst>
                                          <p:attrName>style.visibility</p:attrName>
                                        </p:attrNameLst>
                                      </p:cBhvr>
                                      <p:to>
                                        <p:strVal val="visible"/>
                                      </p:to>
                                    </p:set>
                                    <p:animEffect transition="in" filter="wipe(left)">
                                      <p:cBhvr>
                                        <p:cTn id="63" dur="1000"/>
                                        <p:tgtEl>
                                          <p:spTgt spid="17008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70085"/>
                                        </p:tgtEl>
                                        <p:attrNameLst>
                                          <p:attrName>style.visibility</p:attrName>
                                        </p:attrNameLst>
                                      </p:cBhvr>
                                      <p:to>
                                        <p:strVal val="visible"/>
                                      </p:to>
                                    </p:set>
                                    <p:animEffect transition="in" filter="wipe(left)">
                                      <p:cBhvr>
                                        <p:cTn id="68" dur="500"/>
                                        <p:tgtEl>
                                          <p:spTgt spid="17008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70086"/>
                                        </p:tgtEl>
                                        <p:attrNameLst>
                                          <p:attrName>style.visibility</p:attrName>
                                        </p:attrNameLst>
                                      </p:cBhvr>
                                      <p:to>
                                        <p:strVal val="visible"/>
                                      </p:to>
                                    </p:set>
                                    <p:animEffect transition="in" filter="wipe(left)">
                                      <p:cBhvr>
                                        <p:cTn id="73" dur="500"/>
                                        <p:tgtEl>
                                          <p:spTgt spid="170086"/>
                                        </p:tgtEl>
                                      </p:cBhvr>
                                    </p:animEffect>
                                  </p:childTnLst>
                                </p:cTn>
                              </p:par>
                            </p:childTnLst>
                          </p:cTn>
                        </p:par>
                      </p:childTnLst>
                    </p:cTn>
                  </p:par>
                  <p:par>
                    <p:cTn id="74" fill="hold">
                      <p:stCondLst>
                        <p:cond delay="indefinite"/>
                      </p:stCondLst>
                      <p:childTnLst>
                        <p:par>
                          <p:cTn id="75" fill="hold">
                            <p:stCondLst>
                              <p:cond delay="0"/>
                            </p:stCondLst>
                            <p:childTnLst>
                              <p:par>
                                <p:cTn id="76" presetID="20" presetClass="entr" presetSubtype="0" fill="hold" grpId="0" nodeType="clickEffect">
                                  <p:stCondLst>
                                    <p:cond delay="0"/>
                                  </p:stCondLst>
                                  <p:childTnLst>
                                    <p:set>
                                      <p:cBhvr>
                                        <p:cTn id="77" dur="1" fill="hold">
                                          <p:stCondLst>
                                            <p:cond delay="0"/>
                                          </p:stCondLst>
                                        </p:cTn>
                                        <p:tgtEl>
                                          <p:spTgt spid="170087"/>
                                        </p:tgtEl>
                                        <p:attrNameLst>
                                          <p:attrName>style.visibility</p:attrName>
                                        </p:attrNameLst>
                                      </p:cBhvr>
                                      <p:to>
                                        <p:strVal val="visible"/>
                                      </p:to>
                                    </p:set>
                                    <p:animEffect transition="in" filter="wedge">
                                      <p:cBhvr>
                                        <p:cTn id="78" dur="500"/>
                                        <p:tgtEl>
                                          <p:spTgt spid="17008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70088"/>
                                        </p:tgtEl>
                                        <p:attrNameLst>
                                          <p:attrName>style.visibility</p:attrName>
                                        </p:attrNameLst>
                                      </p:cBhvr>
                                      <p:to>
                                        <p:strVal val="visible"/>
                                      </p:to>
                                    </p:set>
                                    <p:animEffect transition="in" filter="wipe(left)">
                                      <p:cBhvr>
                                        <p:cTn id="83" dur="500"/>
                                        <p:tgtEl>
                                          <p:spTgt spid="170088"/>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70089"/>
                                        </p:tgtEl>
                                        <p:attrNameLst>
                                          <p:attrName>style.visibility</p:attrName>
                                        </p:attrNameLst>
                                      </p:cBhvr>
                                      <p:to>
                                        <p:strVal val="visible"/>
                                      </p:to>
                                    </p:set>
                                    <p:animEffect transition="in" filter="wipe(left)">
                                      <p:cBhvr>
                                        <p:cTn id="88" dur="500"/>
                                        <p:tgtEl>
                                          <p:spTgt spid="17008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70090"/>
                                        </p:tgtEl>
                                        <p:attrNameLst>
                                          <p:attrName>style.visibility</p:attrName>
                                        </p:attrNameLst>
                                      </p:cBhvr>
                                      <p:to>
                                        <p:strVal val="visible"/>
                                      </p:to>
                                    </p:set>
                                    <p:animEffect transition="in" filter="wipe(left)">
                                      <p:cBhvr>
                                        <p:cTn id="93" dur="500"/>
                                        <p:tgtEl>
                                          <p:spTgt spid="170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p:bldP spid="169987" grpId="0" bldLvl="0" animBg="1"/>
      <p:bldP spid="170066" grpId="0"/>
      <p:bldP spid="170067" grpId="0"/>
      <p:bldP spid="170068" grpId="0"/>
      <p:bldP spid="170069" grpId="0"/>
      <p:bldP spid="170085" grpId="0" bldLvl="0" animBg="1"/>
      <p:bldP spid="170087" grpId="0" bldLvl="0" animBg="1"/>
      <p:bldP spid="170088" grpId="0"/>
      <p:bldP spid="17009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p:nvPr/>
        </p:nvSpPr>
        <p:spPr>
          <a:xfrm>
            <a:off x="647700" y="1008063"/>
            <a:ext cx="7885113" cy="460375"/>
          </a:xfrm>
          <a:prstGeom prst="rect">
            <a:avLst/>
          </a:prstGeom>
          <a:noFill/>
          <a:ln w="9525">
            <a:noFill/>
          </a:ln>
        </p:spPr>
        <p:txBody>
          <a:bodyPr lIns="92075" tIns="46038" rIns="92075" bIns="46038" anchor="t" anchorCtr="0">
            <a:spAutoFit/>
          </a:bodyPr>
          <a:p>
            <a:pPr eaLnBrk="0" hangingPunct="0"/>
            <a:r>
              <a:rPr lang="en-US" altLang="zh-CN" sz="2400" dirty="0">
                <a:solidFill>
                  <a:srgbClr val="000000"/>
                </a:solidFill>
                <a:latin typeface="微软雅黑" panose="020B0503020204020204" pitchFamily="34" charset="-122"/>
                <a:ea typeface="微软雅黑" panose="020B0503020204020204" pitchFamily="34" charset="-122"/>
              </a:rPr>
              <a:t> 1</a:t>
            </a:r>
            <a:r>
              <a:rPr lang="zh-CN" altLang="en-US" sz="2400" dirty="0">
                <a:solidFill>
                  <a:srgbClr val="000000"/>
                </a:solidFill>
                <a:latin typeface="微软雅黑" panose="020B0503020204020204" pitchFamily="34" charset="-122"/>
                <a:ea typeface="微软雅黑" panose="020B0503020204020204" pitchFamily="34" charset="-122"/>
              </a:rPr>
              <a:t>、</a:t>
            </a:r>
            <a:r>
              <a:rPr lang="zh-CN" altLang="en-US" sz="2400" b="1" dirty="0">
                <a:solidFill>
                  <a:srgbClr val="000000"/>
                </a:solidFill>
                <a:latin typeface="微软雅黑" panose="020B0503020204020204" pitchFamily="34" charset="-122"/>
                <a:ea typeface="微软雅黑" panose="020B0503020204020204" pitchFamily="34" charset="-122"/>
              </a:rPr>
              <a:t>如图所示，设波源</a:t>
            </a:r>
            <a:r>
              <a:rPr lang="en-US" altLang="zh-CN" sz="2400" b="1" dirty="0">
                <a:solidFill>
                  <a:srgbClr val="000000"/>
                </a:solidFill>
                <a:latin typeface="微软雅黑" panose="020B0503020204020204" pitchFamily="34" charset="-122"/>
                <a:ea typeface="微软雅黑" panose="020B0503020204020204" pitchFamily="34" charset="-122"/>
              </a:rPr>
              <a:t>(</a:t>
            </a:r>
            <a:r>
              <a:rPr lang="zh-CN" altLang="en-US" sz="2400" b="1" dirty="0">
                <a:solidFill>
                  <a:srgbClr val="000000"/>
                </a:solidFill>
                <a:latin typeface="微软雅黑" panose="020B0503020204020204" pitchFamily="34" charset="-122"/>
                <a:ea typeface="微软雅黑" panose="020B0503020204020204" pitchFamily="34" charset="-122"/>
              </a:rPr>
              <a:t>在原点</a:t>
            </a:r>
            <a:r>
              <a:rPr lang="en-US" altLang="zh-CN" sz="2400" b="1" i="1" dirty="0">
                <a:solidFill>
                  <a:srgbClr val="000000"/>
                </a:solidFill>
                <a:latin typeface="Times New Roman" panose="02020603050405020304" pitchFamily="18" charset="0"/>
                <a:ea typeface="微软雅黑" panose="020B0503020204020204" pitchFamily="34" charset="-122"/>
              </a:rPr>
              <a:t>O</a:t>
            </a:r>
            <a:r>
              <a:rPr lang="en-US" altLang="zh-CN" sz="2400" b="1" dirty="0">
                <a:solidFill>
                  <a:srgbClr val="000000"/>
                </a:solidFill>
                <a:latin typeface="微软雅黑" panose="020B0503020204020204" pitchFamily="34" charset="-122"/>
                <a:ea typeface="微软雅黑" panose="020B0503020204020204" pitchFamily="34" charset="-122"/>
              </a:rPr>
              <a:t>)</a:t>
            </a:r>
            <a:r>
              <a:rPr lang="zh-CN" altLang="en-US" sz="2400" b="1" dirty="0">
                <a:solidFill>
                  <a:srgbClr val="000000"/>
                </a:solidFill>
                <a:latin typeface="微软雅黑" panose="020B0503020204020204" pitchFamily="34" charset="-122"/>
                <a:ea typeface="微软雅黑" panose="020B0503020204020204" pitchFamily="34" charset="-122"/>
              </a:rPr>
              <a:t>的振动方程为：</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aphicFrame>
        <p:nvGraphicFramePr>
          <p:cNvPr id="68610" name="Object 3"/>
          <p:cNvGraphicFramePr>
            <a:graphicFrameLocks noChangeAspect="1"/>
          </p:cNvGraphicFramePr>
          <p:nvPr/>
        </p:nvGraphicFramePr>
        <p:xfrm>
          <a:off x="2699385" y="1468755"/>
          <a:ext cx="3203575" cy="609600"/>
        </p:xfrm>
        <a:graphic>
          <a:graphicData uri="http://schemas.openxmlformats.org/presentationml/2006/ole">
            <mc:AlternateContent xmlns:mc="http://schemas.openxmlformats.org/markup-compatibility/2006">
              <mc:Choice xmlns:v="urn:schemas-microsoft-com:vml" Requires="v">
                <p:oleObj spid="_x0000_s3165" name="" r:id="rId1" imgW="1104900" imgH="228600" progId="Equation.3">
                  <p:embed/>
                </p:oleObj>
              </mc:Choice>
              <mc:Fallback>
                <p:oleObj name="" r:id="rId1" imgW="1104900" imgH="228600" progId="Equation.3">
                  <p:embed/>
                  <p:pic>
                    <p:nvPicPr>
                      <p:cNvPr id="0" name="图片 3164"/>
                      <p:cNvPicPr/>
                      <p:nvPr/>
                    </p:nvPicPr>
                    <p:blipFill>
                      <a:blip r:embed="rId2"/>
                      <a:stretch>
                        <a:fillRect/>
                      </a:stretch>
                    </p:blipFill>
                    <p:spPr>
                      <a:xfrm>
                        <a:off x="2699385" y="1468755"/>
                        <a:ext cx="3203575" cy="609600"/>
                      </a:xfrm>
                      <a:prstGeom prst="rect">
                        <a:avLst/>
                      </a:prstGeom>
                      <a:noFill/>
                      <a:ln w="38100">
                        <a:noFill/>
                        <a:miter/>
                      </a:ln>
                    </p:spPr>
                  </p:pic>
                </p:oleObj>
              </mc:Fallback>
            </mc:AlternateContent>
          </a:graphicData>
        </a:graphic>
      </p:graphicFrame>
      <p:sp>
        <p:nvSpPr>
          <p:cNvPr id="68611" name="Rectangle 4"/>
          <p:cNvSpPr/>
          <p:nvPr/>
        </p:nvSpPr>
        <p:spPr>
          <a:xfrm>
            <a:off x="682943" y="1973898"/>
            <a:ext cx="7762875" cy="1863725"/>
          </a:xfrm>
          <a:prstGeom prst="rect">
            <a:avLst/>
          </a:prstGeom>
          <a:noFill/>
          <a:ln w="9525">
            <a:noFill/>
          </a:ln>
        </p:spPr>
        <p:txBody>
          <a:bodyPr lIns="92075" tIns="46038" rIns="92075" bIns="46038" anchor="t" anchorCtr="0">
            <a:spAutoFit/>
          </a:bodyPr>
          <a:p>
            <a:pPr eaLnBrk="0" hangingPunct="0">
              <a:lnSpc>
                <a:spcPct val="120000"/>
              </a:lnSpc>
            </a:pPr>
            <a:r>
              <a:rPr lang="zh-CN" altLang="en-US" sz="2400" b="1" dirty="0">
                <a:solidFill>
                  <a:srgbClr val="000000"/>
                </a:solidFill>
                <a:latin typeface="微软雅黑" panose="020B0503020204020204" pitchFamily="34" charset="-122"/>
                <a:ea typeface="微软雅黑" panose="020B0503020204020204" pitchFamily="34" charset="-122"/>
              </a:rPr>
              <a:t>它垂直于墙面方向发出波长为</a:t>
            </a:r>
            <a:r>
              <a:rPr lang="zh-CN" altLang="en-US" sz="2400" b="1" dirty="0">
                <a:solidFill>
                  <a:srgbClr val="000000"/>
                </a:solidFill>
                <a:latin typeface="微软雅黑" panose="020B0503020204020204" pitchFamily="34" charset="-122"/>
                <a:ea typeface="微软雅黑" panose="020B0503020204020204" pitchFamily="34" charset="-122"/>
                <a:sym typeface="Symbol" panose="05050102010706020507" charset="0"/>
              </a:rPr>
              <a:t></a:t>
            </a:r>
            <a:r>
              <a:rPr lang="zh-CN" altLang="en-US" sz="2400" b="1" dirty="0">
                <a:solidFill>
                  <a:srgbClr val="000000"/>
                </a:solidFill>
                <a:latin typeface="微软雅黑" panose="020B0503020204020204" pitchFamily="34" charset="-122"/>
                <a:ea typeface="微软雅黑" panose="020B0503020204020204" pitchFamily="34" charset="-122"/>
              </a:rPr>
              <a:t>的平面简谐波，并经墙面反射后形成驻波。试求：</a:t>
            </a:r>
            <a:endParaRPr lang="zh-CN" altLang="en-US" sz="2400" b="1" dirty="0">
              <a:solidFill>
                <a:srgbClr val="000000"/>
              </a:solidFill>
              <a:latin typeface="微软雅黑" panose="020B0503020204020204" pitchFamily="34" charset="-122"/>
              <a:ea typeface="微软雅黑" panose="020B0503020204020204" pitchFamily="34" charset="-122"/>
            </a:endParaRPr>
          </a:p>
          <a:p>
            <a:pPr eaLnBrk="0" hangingPunct="0">
              <a:lnSpc>
                <a:spcPct val="120000"/>
              </a:lnSpc>
            </a:pPr>
            <a:r>
              <a:rPr lang="zh-CN" altLang="en-US" sz="2400" b="1" dirty="0">
                <a:solidFill>
                  <a:srgbClr val="000000"/>
                </a:solidFill>
                <a:latin typeface="微软雅黑" panose="020B0503020204020204" pitchFamily="34" charset="-122"/>
                <a:ea typeface="微软雅黑" panose="020B0503020204020204" pitchFamily="34" charset="-122"/>
              </a:rPr>
              <a:t>（</a:t>
            </a:r>
            <a:r>
              <a:rPr lang="en-US" altLang="zh-CN" sz="2400" b="1" dirty="0">
                <a:solidFill>
                  <a:srgbClr val="000000"/>
                </a:solidFill>
                <a:latin typeface="微软雅黑" panose="020B0503020204020204" pitchFamily="34" charset="-122"/>
                <a:ea typeface="微软雅黑" panose="020B0503020204020204" pitchFamily="34" charset="-122"/>
              </a:rPr>
              <a:t>1</a:t>
            </a:r>
            <a:r>
              <a:rPr lang="zh-CN" altLang="en-US" sz="2400" b="1" dirty="0">
                <a:solidFill>
                  <a:srgbClr val="000000"/>
                </a:solidFill>
                <a:latin typeface="微软雅黑" panose="020B0503020204020204" pitchFamily="34" charset="-122"/>
                <a:ea typeface="微软雅黑" panose="020B0503020204020204" pitchFamily="34" charset="-122"/>
              </a:rPr>
              <a:t>）驻波的表达式；</a:t>
            </a:r>
            <a:endParaRPr lang="zh-CN" altLang="en-US" sz="2400" b="1" dirty="0">
              <a:solidFill>
                <a:srgbClr val="000000"/>
              </a:solidFill>
              <a:latin typeface="微软雅黑" panose="020B0503020204020204" pitchFamily="34" charset="-122"/>
              <a:ea typeface="微软雅黑" panose="020B0503020204020204" pitchFamily="34" charset="-122"/>
            </a:endParaRPr>
          </a:p>
          <a:p>
            <a:pPr eaLnBrk="0" hangingPunct="0">
              <a:lnSpc>
                <a:spcPct val="120000"/>
              </a:lnSpc>
            </a:pPr>
            <a:r>
              <a:rPr lang="zh-CN" altLang="en-US" sz="2400" b="1" dirty="0">
                <a:solidFill>
                  <a:srgbClr val="000000"/>
                </a:solidFill>
                <a:latin typeface="微软雅黑" panose="020B0503020204020204" pitchFamily="34" charset="-122"/>
                <a:ea typeface="微软雅黑" panose="020B0503020204020204" pitchFamily="34" charset="-122"/>
              </a:rPr>
              <a:t>（</a:t>
            </a:r>
            <a:r>
              <a:rPr lang="en-US" altLang="zh-CN" sz="2400" b="1" dirty="0">
                <a:solidFill>
                  <a:srgbClr val="000000"/>
                </a:solidFill>
                <a:latin typeface="微软雅黑" panose="020B0503020204020204" pitchFamily="34" charset="-122"/>
                <a:ea typeface="微软雅黑" panose="020B0503020204020204" pitchFamily="34" charset="-122"/>
              </a:rPr>
              <a:t>2</a:t>
            </a:r>
            <a:r>
              <a:rPr lang="zh-CN" altLang="en-US" sz="2400" b="1" dirty="0">
                <a:solidFill>
                  <a:srgbClr val="000000"/>
                </a:solidFill>
                <a:latin typeface="微软雅黑" panose="020B0503020204020204" pitchFamily="34" charset="-122"/>
                <a:ea typeface="微软雅黑" panose="020B0503020204020204" pitchFamily="34" charset="-122"/>
              </a:rPr>
              <a:t>）</a:t>
            </a:r>
            <a:r>
              <a:rPr lang="en-US" altLang="zh-CN" sz="2400" b="1" i="1" dirty="0">
                <a:solidFill>
                  <a:srgbClr val="000000"/>
                </a:solidFill>
                <a:latin typeface="Times New Roman" panose="02020603050405020304" pitchFamily="18" charset="0"/>
                <a:ea typeface="微软雅黑" panose="020B0503020204020204" pitchFamily="34" charset="-122"/>
              </a:rPr>
              <a:t>O</a:t>
            </a:r>
            <a:r>
              <a:rPr lang="zh-CN" altLang="en-US" sz="2400" b="1" dirty="0">
                <a:solidFill>
                  <a:srgbClr val="000000"/>
                </a:solidFill>
                <a:latin typeface="微软雅黑" panose="020B0503020204020204" pitchFamily="34" charset="-122"/>
                <a:ea typeface="微软雅黑" panose="020B0503020204020204" pitchFamily="34" charset="-122"/>
              </a:rPr>
              <a:t>、</a:t>
            </a:r>
            <a:r>
              <a:rPr lang="en-US" altLang="zh-CN" sz="2400" b="1" i="1" dirty="0">
                <a:solidFill>
                  <a:srgbClr val="000000"/>
                </a:solidFill>
                <a:latin typeface="Times New Roman" panose="02020603050405020304" pitchFamily="18" charset="0"/>
                <a:ea typeface="微软雅黑" panose="020B0503020204020204" pitchFamily="34" charset="-122"/>
              </a:rPr>
              <a:t>P </a:t>
            </a:r>
            <a:r>
              <a:rPr lang="zh-CN" altLang="en-US" sz="2400" b="1" dirty="0">
                <a:solidFill>
                  <a:srgbClr val="000000"/>
                </a:solidFill>
                <a:latin typeface="微软雅黑" panose="020B0503020204020204" pitchFamily="34" charset="-122"/>
                <a:ea typeface="微软雅黑" panose="020B0503020204020204" pitchFamily="34" charset="-122"/>
              </a:rPr>
              <a:t>间波节及波腹的位置。</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nvGrpSpPr>
          <p:cNvPr id="68612" name="Group 5"/>
          <p:cNvGrpSpPr/>
          <p:nvPr/>
        </p:nvGrpSpPr>
        <p:grpSpPr>
          <a:xfrm>
            <a:off x="1219200" y="4343400"/>
            <a:ext cx="6940550" cy="2089150"/>
            <a:chOff x="672" y="768"/>
            <a:chExt cx="4372" cy="1234"/>
          </a:xfrm>
        </p:grpSpPr>
        <p:sp>
          <p:nvSpPr>
            <p:cNvPr id="68613" name="Rectangle 6"/>
            <p:cNvSpPr/>
            <p:nvPr/>
          </p:nvSpPr>
          <p:spPr>
            <a:xfrm>
              <a:off x="2400" y="1584"/>
              <a:ext cx="196" cy="272"/>
            </a:xfrm>
            <a:prstGeom prst="rect">
              <a:avLst/>
            </a:prstGeom>
            <a:noFill/>
            <a:ln w="9525">
              <a:noFill/>
            </a:ln>
          </p:spPr>
          <p:txBody>
            <a:bodyPr wrap="none" lIns="92075" tIns="46038" rIns="92075" bIns="46038" anchor="t" anchorCtr="0">
              <a:spAutoFit/>
            </a:bodyPr>
            <a:p>
              <a:pPr eaLnBrk="0" hangingPunct="0"/>
              <a:endParaRPr lang="en-US" altLang="zh-CN" sz="2400" i="1" dirty="0">
                <a:solidFill>
                  <a:schemeClr val="tx2"/>
                </a:solidFill>
                <a:latin typeface="Garamond" pitchFamily="18" charset="0"/>
                <a:ea typeface="宋体" panose="02010600030101010101" pitchFamily="2" charset="-122"/>
              </a:endParaRPr>
            </a:p>
          </p:txBody>
        </p:sp>
        <p:sp>
          <p:nvSpPr>
            <p:cNvPr id="68614" name="Line 7"/>
            <p:cNvSpPr/>
            <p:nvPr/>
          </p:nvSpPr>
          <p:spPr>
            <a:xfrm>
              <a:off x="970" y="1002"/>
              <a:ext cx="0" cy="898"/>
            </a:xfrm>
            <a:prstGeom prst="line">
              <a:avLst/>
            </a:prstGeom>
            <a:ln w="12700" cap="flat" cmpd="sng">
              <a:solidFill>
                <a:srgbClr val="000000"/>
              </a:solidFill>
              <a:prstDash val="solid"/>
              <a:round/>
              <a:headEnd type="stealth" w="med" len="lg"/>
              <a:tailEnd type="none" w="sm" len="sm"/>
            </a:ln>
          </p:spPr>
        </p:sp>
        <p:sp>
          <p:nvSpPr>
            <p:cNvPr id="68615" name="Rectangle 8"/>
            <p:cNvSpPr/>
            <p:nvPr/>
          </p:nvSpPr>
          <p:spPr>
            <a:xfrm>
              <a:off x="672" y="768"/>
              <a:ext cx="196" cy="272"/>
            </a:xfrm>
            <a:prstGeom prst="rect">
              <a:avLst/>
            </a:prstGeom>
            <a:noFill/>
            <a:ln w="9525">
              <a:noFill/>
            </a:ln>
          </p:spPr>
          <p:txBody>
            <a:bodyPr wrap="none" lIns="92075" tIns="46038" rIns="92075" bIns="46038" anchor="t" anchorCtr="0">
              <a:spAutoFit/>
            </a:bodyPr>
            <a:p>
              <a:pPr eaLnBrk="0" hangingPunct="0"/>
              <a:endParaRPr lang="en-US" altLang="zh-CN" sz="2400" i="1" dirty="0">
                <a:solidFill>
                  <a:schemeClr val="tx2"/>
                </a:solidFill>
                <a:latin typeface="Garamond" pitchFamily="18" charset="0"/>
                <a:ea typeface="宋体" panose="02010600030101010101" pitchFamily="2" charset="-122"/>
              </a:endParaRPr>
            </a:p>
          </p:txBody>
        </p:sp>
        <p:sp>
          <p:nvSpPr>
            <p:cNvPr id="68616" name="Line 9"/>
            <p:cNvSpPr/>
            <p:nvPr/>
          </p:nvSpPr>
          <p:spPr>
            <a:xfrm>
              <a:off x="970" y="1777"/>
              <a:ext cx="1344" cy="0"/>
            </a:xfrm>
            <a:prstGeom prst="line">
              <a:avLst/>
            </a:prstGeom>
            <a:ln w="12700" cap="flat" cmpd="sng">
              <a:solidFill>
                <a:srgbClr val="A50021"/>
              </a:solidFill>
              <a:prstDash val="solid"/>
              <a:round/>
              <a:headEnd type="stealth" w="med" len="lg"/>
              <a:tailEnd type="none" w="sm" len="sm"/>
            </a:ln>
          </p:spPr>
        </p:sp>
        <p:sp>
          <p:nvSpPr>
            <p:cNvPr id="68617" name="Line 10"/>
            <p:cNvSpPr/>
            <p:nvPr/>
          </p:nvSpPr>
          <p:spPr>
            <a:xfrm>
              <a:off x="2698" y="1777"/>
              <a:ext cx="2064" cy="0"/>
            </a:xfrm>
            <a:prstGeom prst="line">
              <a:avLst/>
            </a:prstGeom>
            <a:ln w="12700" cap="flat" cmpd="sng">
              <a:solidFill>
                <a:srgbClr val="A50021"/>
              </a:solidFill>
              <a:prstDash val="solid"/>
              <a:round/>
              <a:headEnd type="none" w="sm" len="sm"/>
              <a:tailEnd type="stealth" w="med" len="lg"/>
            </a:ln>
          </p:spPr>
        </p:sp>
        <p:sp>
          <p:nvSpPr>
            <p:cNvPr id="68618" name="Rectangle 11" descr="编织物"/>
            <p:cNvSpPr/>
            <p:nvPr/>
          </p:nvSpPr>
          <p:spPr>
            <a:xfrm>
              <a:off x="4740" y="1026"/>
              <a:ext cx="90" cy="976"/>
            </a:xfrm>
            <a:prstGeom prst="rect">
              <a:avLst/>
            </a:prstGeom>
            <a:noFill/>
            <a:ln w="12700">
              <a:noFill/>
            </a:ln>
          </p:spPr>
          <p:txBody>
            <a:bodyPr wrap="none" anchor="ctr" anchorCtr="0"/>
            <a:p>
              <a:pPr algn="ctr"/>
              <a:endParaRPr lang="zh-CN" altLang="en-US" sz="2400" dirty="0">
                <a:latin typeface="Times New Roman" panose="02020603050405020304" pitchFamily="18" charset="0"/>
                <a:ea typeface="宋体" panose="02010600030101010101" pitchFamily="2" charset="-122"/>
              </a:endParaRPr>
            </a:p>
          </p:txBody>
        </p:sp>
        <p:sp>
          <p:nvSpPr>
            <p:cNvPr id="68619" name="Rectangle 12"/>
            <p:cNvSpPr/>
            <p:nvPr/>
          </p:nvSpPr>
          <p:spPr>
            <a:xfrm>
              <a:off x="4416" y="960"/>
              <a:ext cx="196" cy="272"/>
            </a:xfrm>
            <a:prstGeom prst="rect">
              <a:avLst/>
            </a:prstGeom>
            <a:noFill/>
            <a:ln w="9525">
              <a:noFill/>
            </a:ln>
          </p:spPr>
          <p:txBody>
            <a:bodyPr wrap="none" lIns="92075" tIns="46038" rIns="92075" bIns="46038" anchor="t" anchorCtr="0">
              <a:spAutoFit/>
            </a:bodyPr>
            <a:p>
              <a:pPr eaLnBrk="0" hangingPunct="0"/>
              <a:endParaRPr lang="zh-CN" altLang="en-US" sz="2400" b="1" dirty="0">
                <a:solidFill>
                  <a:srgbClr val="000000"/>
                </a:solidFill>
                <a:latin typeface="Garamond" pitchFamily="18" charset="0"/>
                <a:ea typeface="宋体" panose="02010600030101010101" pitchFamily="2" charset="-122"/>
              </a:endParaRPr>
            </a:p>
          </p:txBody>
        </p:sp>
        <p:sp>
          <p:nvSpPr>
            <p:cNvPr id="68620" name="Rectangle 13"/>
            <p:cNvSpPr/>
            <p:nvPr/>
          </p:nvSpPr>
          <p:spPr>
            <a:xfrm>
              <a:off x="4848" y="1344"/>
              <a:ext cx="196" cy="272"/>
            </a:xfrm>
            <a:prstGeom prst="rect">
              <a:avLst/>
            </a:prstGeom>
            <a:noFill/>
            <a:ln w="9525">
              <a:noFill/>
            </a:ln>
          </p:spPr>
          <p:txBody>
            <a:bodyPr wrap="none" lIns="92075" tIns="46038" rIns="92075" bIns="46038" anchor="t" anchorCtr="0">
              <a:spAutoFit/>
            </a:bodyPr>
            <a:p>
              <a:pPr eaLnBrk="0" hangingPunct="0"/>
              <a:endParaRPr lang="en-US" altLang="zh-CN" sz="2400" dirty="0">
                <a:solidFill>
                  <a:schemeClr val="tx2"/>
                </a:solidFill>
                <a:latin typeface="Garamond" pitchFamily="18" charset="0"/>
                <a:ea typeface="宋体" panose="02010600030101010101" pitchFamily="2" charset="-122"/>
              </a:endParaRPr>
            </a:p>
          </p:txBody>
        </p:sp>
        <p:sp>
          <p:nvSpPr>
            <p:cNvPr id="68621" name="Rectangle 14"/>
            <p:cNvSpPr/>
            <p:nvPr/>
          </p:nvSpPr>
          <p:spPr>
            <a:xfrm>
              <a:off x="1344" y="970"/>
              <a:ext cx="196" cy="272"/>
            </a:xfrm>
            <a:prstGeom prst="rect">
              <a:avLst/>
            </a:prstGeom>
            <a:noFill/>
            <a:ln w="9525">
              <a:noFill/>
            </a:ln>
          </p:spPr>
          <p:txBody>
            <a:bodyPr wrap="none" lIns="92075" tIns="46038" rIns="92075" bIns="46038" anchor="t" anchorCtr="0">
              <a:spAutoFit/>
            </a:bodyPr>
            <a:p>
              <a:pPr eaLnBrk="0" hangingPunct="0"/>
              <a:endParaRPr lang="zh-CN" altLang="zh-CN" sz="2400" b="1" dirty="0">
                <a:solidFill>
                  <a:schemeClr val="tx2"/>
                </a:solidFill>
                <a:latin typeface="Garamond" pitchFamily="18" charset="0"/>
                <a:ea typeface="宋体" panose="02010600030101010101" pitchFamily="2" charset="-122"/>
              </a:endParaRPr>
            </a:p>
          </p:txBody>
        </p:sp>
        <p:sp>
          <p:nvSpPr>
            <p:cNvPr id="68622" name="Rectangle 15"/>
            <p:cNvSpPr/>
            <p:nvPr/>
          </p:nvSpPr>
          <p:spPr>
            <a:xfrm>
              <a:off x="720" y="1440"/>
              <a:ext cx="196" cy="272"/>
            </a:xfrm>
            <a:prstGeom prst="rect">
              <a:avLst/>
            </a:prstGeom>
            <a:noFill/>
            <a:ln w="9525">
              <a:noFill/>
            </a:ln>
          </p:spPr>
          <p:txBody>
            <a:bodyPr wrap="none" lIns="92075" tIns="46038" rIns="92075" bIns="46038" anchor="t" anchorCtr="0">
              <a:spAutoFit/>
            </a:bodyPr>
            <a:p>
              <a:pPr eaLnBrk="0" hangingPunct="0"/>
              <a:endParaRPr lang="en-US" altLang="zh-CN" sz="2400" dirty="0">
                <a:solidFill>
                  <a:schemeClr val="tx2"/>
                </a:solidFill>
                <a:latin typeface="Garamond" pitchFamily="18" charset="0"/>
                <a:ea typeface="宋体" panose="02010600030101010101" pitchFamily="2" charset="-122"/>
              </a:endParaRPr>
            </a:p>
          </p:txBody>
        </p:sp>
        <p:sp>
          <p:nvSpPr>
            <p:cNvPr id="68623" name="Line 16"/>
            <p:cNvSpPr/>
            <p:nvPr/>
          </p:nvSpPr>
          <p:spPr>
            <a:xfrm>
              <a:off x="970" y="1633"/>
              <a:ext cx="3792" cy="0"/>
            </a:xfrm>
            <a:prstGeom prst="line">
              <a:avLst/>
            </a:prstGeom>
            <a:ln w="12700" cap="flat" cmpd="sng">
              <a:solidFill>
                <a:schemeClr val="tx2"/>
              </a:solidFill>
              <a:prstDash val="solid"/>
              <a:round/>
              <a:headEnd type="none" w="sm" len="sm"/>
              <a:tailEnd type="stealth" w="med" len="lg"/>
            </a:ln>
          </p:spPr>
        </p:sp>
        <p:sp>
          <p:nvSpPr>
            <p:cNvPr id="68624" name="Line 17"/>
            <p:cNvSpPr/>
            <p:nvPr/>
          </p:nvSpPr>
          <p:spPr>
            <a:xfrm>
              <a:off x="970" y="1249"/>
              <a:ext cx="1680" cy="0"/>
            </a:xfrm>
            <a:prstGeom prst="line">
              <a:avLst/>
            </a:prstGeom>
            <a:ln w="28575">
              <a:noFill/>
            </a:ln>
          </p:spPr>
        </p:sp>
      </p:grpSp>
      <p:pic>
        <p:nvPicPr>
          <p:cNvPr id="68625" name="Picture 44" descr="随堂练习"/>
          <p:cNvPicPr>
            <a:picLocks noChangeAspect="1"/>
          </p:cNvPicPr>
          <p:nvPr/>
        </p:nvPicPr>
        <p:blipFill>
          <a:blip r:embed="rId3"/>
          <a:stretch>
            <a:fillRect/>
          </a:stretch>
        </p:blipFill>
        <p:spPr>
          <a:xfrm>
            <a:off x="2203450" y="76200"/>
            <a:ext cx="2597150" cy="652463"/>
          </a:xfrm>
          <a:prstGeom prst="rect">
            <a:avLst/>
          </a:prstGeom>
          <a:noFill/>
          <a:ln w="9525">
            <a:noFill/>
          </a:ln>
        </p:spPr>
      </p:pic>
      <p:graphicFrame>
        <p:nvGraphicFramePr>
          <p:cNvPr id="68627" name="Object 3"/>
          <p:cNvGraphicFramePr>
            <a:graphicFrameLocks noChangeAspect="1"/>
          </p:cNvGraphicFramePr>
          <p:nvPr/>
        </p:nvGraphicFramePr>
        <p:xfrm>
          <a:off x="3886200" y="5867400"/>
          <a:ext cx="604838" cy="457200"/>
        </p:xfrm>
        <a:graphic>
          <a:graphicData uri="http://schemas.openxmlformats.org/presentationml/2006/ole">
            <mc:AlternateContent xmlns:mc="http://schemas.openxmlformats.org/markup-compatibility/2006">
              <mc:Choice xmlns:v="urn:schemas-microsoft-com:vml" Requires="v">
                <p:oleObj spid="_x0000_s3168" name="" r:id="rId4" imgW="215900" imgH="177800" progId="Equation.3">
                  <p:embed/>
                </p:oleObj>
              </mc:Choice>
              <mc:Fallback>
                <p:oleObj name="" r:id="rId4" imgW="215900" imgH="177800" progId="Equation.3">
                  <p:embed/>
                  <p:pic>
                    <p:nvPicPr>
                      <p:cNvPr id="0" name="图片 3167"/>
                      <p:cNvPicPr/>
                      <p:nvPr/>
                    </p:nvPicPr>
                    <p:blipFill>
                      <a:blip r:embed="rId5"/>
                      <a:stretch>
                        <a:fillRect/>
                      </a:stretch>
                    </p:blipFill>
                    <p:spPr>
                      <a:xfrm>
                        <a:off x="3886200" y="5867400"/>
                        <a:ext cx="604838" cy="457200"/>
                      </a:xfrm>
                      <a:prstGeom prst="rect">
                        <a:avLst/>
                      </a:prstGeom>
                      <a:solidFill>
                        <a:schemeClr val="bg1"/>
                      </a:solidFill>
                      <a:ln w="38100">
                        <a:noFill/>
                        <a:miter/>
                      </a:ln>
                    </p:spPr>
                  </p:pic>
                </p:oleObj>
              </mc:Fallback>
            </mc:AlternateContent>
          </a:graphicData>
        </a:graphic>
      </p:graphicFrame>
      <p:graphicFrame>
        <p:nvGraphicFramePr>
          <p:cNvPr id="68628" name="Object 3"/>
          <p:cNvGraphicFramePr>
            <a:graphicFrameLocks noChangeAspect="1"/>
          </p:cNvGraphicFramePr>
          <p:nvPr/>
        </p:nvGraphicFramePr>
        <p:xfrm>
          <a:off x="1295400" y="4648200"/>
          <a:ext cx="392113" cy="425450"/>
        </p:xfrm>
        <a:graphic>
          <a:graphicData uri="http://schemas.openxmlformats.org/presentationml/2006/ole">
            <mc:AlternateContent xmlns:mc="http://schemas.openxmlformats.org/markup-compatibility/2006">
              <mc:Choice xmlns:v="urn:schemas-microsoft-com:vml" Requires="v">
                <p:oleObj spid="_x0000_s3166" name="" r:id="rId6" imgW="139700" imgH="165100" progId="Equation.3">
                  <p:embed/>
                </p:oleObj>
              </mc:Choice>
              <mc:Fallback>
                <p:oleObj name="" r:id="rId6" imgW="139700" imgH="165100" progId="Equation.3">
                  <p:embed/>
                  <p:pic>
                    <p:nvPicPr>
                      <p:cNvPr id="0" name="图片 3165"/>
                      <p:cNvPicPr/>
                      <p:nvPr/>
                    </p:nvPicPr>
                    <p:blipFill>
                      <a:blip r:embed="rId7"/>
                      <a:stretch>
                        <a:fillRect/>
                      </a:stretch>
                    </p:blipFill>
                    <p:spPr>
                      <a:xfrm>
                        <a:off x="1295400" y="4648200"/>
                        <a:ext cx="392113" cy="425450"/>
                      </a:xfrm>
                      <a:prstGeom prst="rect">
                        <a:avLst/>
                      </a:prstGeom>
                      <a:noFill/>
                      <a:ln w="38100">
                        <a:noFill/>
                        <a:miter/>
                      </a:ln>
                    </p:spPr>
                  </p:pic>
                </p:oleObj>
              </mc:Fallback>
            </mc:AlternateContent>
          </a:graphicData>
        </a:graphic>
      </p:graphicFrame>
      <p:graphicFrame>
        <p:nvGraphicFramePr>
          <p:cNvPr id="68629" name="Object 3"/>
          <p:cNvGraphicFramePr>
            <a:graphicFrameLocks noChangeAspect="1"/>
          </p:cNvGraphicFramePr>
          <p:nvPr/>
        </p:nvGraphicFramePr>
        <p:xfrm>
          <a:off x="1295400" y="5638800"/>
          <a:ext cx="381000" cy="374650"/>
        </p:xfrm>
        <a:graphic>
          <a:graphicData uri="http://schemas.openxmlformats.org/presentationml/2006/ole">
            <mc:AlternateContent xmlns:mc="http://schemas.openxmlformats.org/markup-compatibility/2006">
              <mc:Choice xmlns:v="urn:schemas-microsoft-com:vml" Requires="v">
                <p:oleObj spid="_x0000_s3167" name="" r:id="rId8" imgW="165100" imgH="177800" progId="Equation.3">
                  <p:embed/>
                </p:oleObj>
              </mc:Choice>
              <mc:Fallback>
                <p:oleObj name="" r:id="rId8" imgW="165100" imgH="177800" progId="Equation.3">
                  <p:embed/>
                  <p:pic>
                    <p:nvPicPr>
                      <p:cNvPr id="0" name="图片 3166"/>
                      <p:cNvPicPr/>
                      <p:nvPr/>
                    </p:nvPicPr>
                    <p:blipFill>
                      <a:blip r:embed="rId9"/>
                      <a:stretch>
                        <a:fillRect/>
                      </a:stretch>
                    </p:blipFill>
                    <p:spPr>
                      <a:xfrm>
                        <a:off x="1295400" y="5638800"/>
                        <a:ext cx="381000" cy="374650"/>
                      </a:xfrm>
                      <a:prstGeom prst="rect">
                        <a:avLst/>
                      </a:prstGeom>
                      <a:noFill/>
                      <a:ln w="38100">
                        <a:noFill/>
                        <a:miter/>
                      </a:ln>
                    </p:spPr>
                  </p:pic>
                </p:oleObj>
              </mc:Fallback>
            </mc:AlternateContent>
          </a:graphicData>
        </a:graphic>
      </p:graphicFrame>
      <p:graphicFrame>
        <p:nvGraphicFramePr>
          <p:cNvPr id="68630" name="Object 3"/>
          <p:cNvGraphicFramePr>
            <a:graphicFrameLocks noChangeAspect="1"/>
          </p:cNvGraphicFramePr>
          <p:nvPr/>
        </p:nvGraphicFramePr>
        <p:xfrm>
          <a:off x="7613650" y="5562600"/>
          <a:ext cx="463550" cy="423863"/>
        </p:xfrm>
        <a:graphic>
          <a:graphicData uri="http://schemas.openxmlformats.org/presentationml/2006/ole">
            <mc:AlternateContent xmlns:mc="http://schemas.openxmlformats.org/markup-compatibility/2006">
              <mc:Choice xmlns:v="urn:schemas-microsoft-com:vml" Requires="v">
                <p:oleObj spid="_x0000_s3169" name="" r:id="rId10" imgW="165100" imgH="165100" progId="Equation.3">
                  <p:embed/>
                </p:oleObj>
              </mc:Choice>
              <mc:Fallback>
                <p:oleObj name="" r:id="rId10" imgW="165100" imgH="165100" progId="Equation.3">
                  <p:embed/>
                  <p:pic>
                    <p:nvPicPr>
                      <p:cNvPr id="0" name="图片 3168"/>
                      <p:cNvPicPr/>
                      <p:nvPr/>
                    </p:nvPicPr>
                    <p:blipFill>
                      <a:blip r:embed="rId11"/>
                      <a:stretch>
                        <a:fillRect/>
                      </a:stretch>
                    </p:blipFill>
                    <p:spPr>
                      <a:xfrm>
                        <a:off x="7613650" y="5562600"/>
                        <a:ext cx="463550" cy="423863"/>
                      </a:xfrm>
                      <a:prstGeom prst="rect">
                        <a:avLst/>
                      </a:prstGeom>
                      <a:noFill/>
                      <a:ln w="38100">
                        <a:noFill/>
                        <a:miter/>
                      </a:ln>
                    </p:spPr>
                  </p:pic>
                </p:oleObj>
              </mc:Fallback>
            </mc:AlternateContent>
          </a:graphicData>
        </a:graphic>
      </p:graphicFrame>
      <p:sp>
        <p:nvSpPr>
          <p:cNvPr id="68631" name="Line 24"/>
          <p:cNvSpPr/>
          <p:nvPr/>
        </p:nvSpPr>
        <p:spPr>
          <a:xfrm>
            <a:off x="7696200" y="4648200"/>
            <a:ext cx="0" cy="1524000"/>
          </a:xfrm>
          <a:prstGeom prst="line">
            <a:avLst/>
          </a:prstGeom>
          <a:ln w="9525" cap="flat" cmpd="sng">
            <a:solidFill>
              <a:srgbClr val="000000"/>
            </a:solidFill>
            <a:prstDash val="solid"/>
            <a:round/>
            <a:headEnd type="none" w="med" len="med"/>
            <a:tailEnd type="none" w="med" len="med"/>
          </a:ln>
        </p:spPr>
      </p:sp>
      <p:sp>
        <p:nvSpPr>
          <p:cNvPr id="68632" name="Rectangle 25"/>
          <p:cNvSpPr/>
          <p:nvPr/>
        </p:nvSpPr>
        <p:spPr>
          <a:xfrm>
            <a:off x="7620000" y="4540250"/>
            <a:ext cx="685800" cy="829945"/>
          </a:xfrm>
          <a:prstGeom prst="rect">
            <a:avLst/>
          </a:prstGeom>
          <a:noFill/>
          <a:ln w="9525">
            <a:noFill/>
          </a:ln>
        </p:spPr>
        <p:txBody>
          <a:bodyPr anchor="t" anchorCtr="0">
            <a:spAutoFit/>
          </a:bodyPr>
          <a:p>
            <a:pPr algn="ctr"/>
            <a:r>
              <a:rPr lang="zh-CN" altLang="en-US" sz="2400" b="1" dirty="0">
                <a:solidFill>
                  <a:srgbClr val="000000"/>
                </a:solidFill>
                <a:latin typeface="Times New Roman" panose="02020603050405020304" pitchFamily="18" charset="0"/>
                <a:ea typeface="华文中宋" panose="02010600040101010101" pitchFamily="2" charset="-122"/>
              </a:rPr>
              <a:t>墙</a:t>
            </a:r>
            <a:endParaRPr lang="zh-CN" altLang="en-US" sz="2400" b="1" dirty="0">
              <a:solidFill>
                <a:srgbClr val="000000"/>
              </a:solidFill>
              <a:latin typeface="Times New Roman" panose="02020603050405020304" pitchFamily="18" charset="0"/>
              <a:ea typeface="华文中宋" panose="02010600040101010101" pitchFamily="2" charset="-122"/>
            </a:endParaRPr>
          </a:p>
          <a:p>
            <a:pPr algn="ctr"/>
            <a:r>
              <a:rPr lang="zh-CN" altLang="en-US" sz="2400" b="1" dirty="0">
                <a:solidFill>
                  <a:srgbClr val="000000"/>
                </a:solidFill>
                <a:latin typeface="Times New Roman" panose="02020603050405020304" pitchFamily="18" charset="0"/>
                <a:ea typeface="华文中宋" panose="02010600040101010101" pitchFamily="2" charset="-122"/>
              </a:rPr>
              <a:t>面</a:t>
            </a:r>
            <a:endParaRPr lang="zh-CN" altLang="en-US" sz="2400" b="1" dirty="0">
              <a:solidFill>
                <a:srgbClr val="000000"/>
              </a:solidFill>
              <a:latin typeface="Times New Roman" panose="02020603050405020304" pitchFamily="18" charset="0"/>
              <a:ea typeface="华文中宋" panose="02010600040101010101" pitchFamily="2" charset="-122"/>
            </a:endParaRPr>
          </a:p>
        </p:txBody>
      </p:sp>
      <p:sp>
        <p:nvSpPr>
          <p:cNvPr id="2" name="Rectangle 4"/>
          <p:cNvSpPr/>
          <p:nvPr/>
        </p:nvSpPr>
        <p:spPr>
          <a:xfrm>
            <a:off x="2051685" y="3729355"/>
            <a:ext cx="5223510" cy="534035"/>
          </a:xfrm>
          <a:prstGeom prst="rect">
            <a:avLst/>
          </a:prstGeom>
          <a:noFill/>
          <a:ln w="9525">
            <a:noFill/>
          </a:ln>
        </p:spPr>
        <p:txBody>
          <a:bodyPr wrap="square" lIns="92075" tIns="46038" rIns="92075" bIns="46038" anchor="t" anchorCtr="0">
            <a:spAutoFit/>
          </a:bodyPr>
          <a:p>
            <a:pPr eaLnBrk="0" hangingPunct="0">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rPr>
              <a:t>【关键】</a:t>
            </a:r>
            <a:r>
              <a:rPr lang="zh-CN" altLang="en-US" sz="2400" b="1" dirty="0">
                <a:solidFill>
                  <a:srgbClr val="000000"/>
                </a:solidFill>
                <a:latin typeface="微软雅黑" panose="020B0503020204020204" pitchFamily="34" charset="-122"/>
                <a:ea typeface="微软雅黑" panose="020B0503020204020204" pitchFamily="34" charset="-122"/>
              </a:rPr>
              <a:t>任意点</a:t>
            </a:r>
            <a:r>
              <a:rPr lang="en-US" altLang="zh-CN" sz="2400" b="1" dirty="0">
                <a:solidFill>
                  <a:srgbClr val="000000"/>
                </a:solidFill>
                <a:latin typeface="微软雅黑" panose="020B0503020204020204" pitchFamily="34" charset="-122"/>
                <a:ea typeface="微软雅黑" panose="020B0503020204020204" pitchFamily="34" charset="-122"/>
              </a:rPr>
              <a:t>x</a:t>
            </a:r>
            <a:r>
              <a:rPr lang="zh-CN" altLang="en-US" sz="2400" b="1" dirty="0">
                <a:solidFill>
                  <a:srgbClr val="000000"/>
                </a:solidFill>
                <a:latin typeface="微软雅黑" panose="020B0503020204020204" pitchFamily="34" charset="-122"/>
                <a:ea typeface="微软雅黑" panose="020B0503020204020204" pitchFamily="34" charset="-122"/>
              </a:rPr>
              <a:t>处的振动方程</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 name="Rectangle 4"/>
          <p:cNvSpPr/>
          <p:nvPr/>
        </p:nvSpPr>
        <p:spPr>
          <a:xfrm>
            <a:off x="4800600" y="4114165"/>
            <a:ext cx="4294505" cy="534035"/>
          </a:xfrm>
          <a:prstGeom prst="rect">
            <a:avLst/>
          </a:prstGeom>
          <a:noFill/>
          <a:ln w="9525">
            <a:noFill/>
          </a:ln>
        </p:spPr>
        <p:txBody>
          <a:bodyPr wrap="square" lIns="92075" tIns="46038" rIns="92075" bIns="46038" anchor="t" anchorCtr="0">
            <a:spAutoFit/>
          </a:bodyPr>
          <a:p>
            <a:pPr eaLnBrk="0" hangingPunct="0">
              <a:lnSpc>
                <a:spcPct val="120000"/>
              </a:lnSpc>
            </a:pPr>
            <a:r>
              <a:rPr lang="zh-CN" altLang="en-US" sz="2400" b="1" dirty="0">
                <a:solidFill>
                  <a:srgbClr val="000000"/>
                </a:solidFill>
                <a:latin typeface="微软雅黑" panose="020B0503020204020204" pitchFamily="34" charset="-122"/>
                <a:ea typeface="微软雅黑" panose="020B0503020204020204" pitchFamily="34" charset="-122"/>
              </a:rPr>
              <a:t>是入射波和反射波的振动叠加</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 name="Rectangle 4"/>
          <p:cNvSpPr/>
          <p:nvPr/>
        </p:nvSpPr>
        <p:spPr>
          <a:xfrm>
            <a:off x="2052320" y="4528185"/>
            <a:ext cx="4907915" cy="534035"/>
          </a:xfrm>
          <a:prstGeom prst="rect">
            <a:avLst/>
          </a:prstGeom>
          <a:noFill/>
          <a:ln w="9525">
            <a:noFill/>
          </a:ln>
        </p:spPr>
        <p:txBody>
          <a:bodyPr wrap="square" lIns="92075" tIns="46038" rIns="92075" bIns="46038" anchor="t" anchorCtr="0">
            <a:spAutoFit/>
          </a:bodyPr>
          <a:p>
            <a:pPr eaLnBrk="0" hangingPunct="0">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rPr>
              <a:t>【目标】</a:t>
            </a:r>
            <a:r>
              <a:rPr lang="zh-CN" altLang="en-US" sz="2400" b="1" dirty="0">
                <a:solidFill>
                  <a:srgbClr val="000000"/>
                </a:solidFill>
                <a:latin typeface="微软雅黑" panose="020B0503020204020204" pitchFamily="34" charset="-122"/>
                <a:ea typeface="微软雅黑" panose="020B0503020204020204" pitchFamily="34" charset="-122"/>
              </a:rPr>
              <a:t>入射波和反射波的波函数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5" name="Rectangle 4"/>
          <p:cNvSpPr/>
          <p:nvPr/>
        </p:nvSpPr>
        <p:spPr>
          <a:xfrm>
            <a:off x="2051685" y="5085080"/>
            <a:ext cx="2440305" cy="534035"/>
          </a:xfrm>
          <a:prstGeom prst="rect">
            <a:avLst/>
          </a:prstGeom>
          <a:noFill/>
          <a:ln w="9525">
            <a:noFill/>
          </a:ln>
        </p:spPr>
        <p:txBody>
          <a:bodyPr wrap="square" lIns="92075" tIns="46038" rIns="92075" bIns="46038" anchor="t" anchorCtr="0">
            <a:spAutoFit/>
          </a:bodyPr>
          <a:p>
            <a:pPr eaLnBrk="0" hangingPunct="0">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rPr>
              <a:t>【聚焦】</a:t>
            </a:r>
            <a:r>
              <a:rPr lang="zh-CN" altLang="en-US" sz="2400" b="1" dirty="0">
                <a:solidFill>
                  <a:srgbClr val="000000"/>
                </a:solidFill>
                <a:latin typeface="微软雅黑" panose="020B0503020204020204" pitchFamily="34" charset="-122"/>
                <a:ea typeface="微软雅黑" panose="020B0503020204020204" pitchFamily="34" charset="-122"/>
              </a:rPr>
              <a:t>波函数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8632" grpId="1"/>
      <p:bldP spid="2" grpId="1"/>
      <p:bldP spid="3" grpId="1"/>
      <p:bldP spid="4" grpId="1"/>
      <p:bldP spid="5"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8625" name="Picture 44" descr="随堂练习"/>
          <p:cNvPicPr>
            <a:picLocks noChangeAspect="1"/>
          </p:cNvPicPr>
          <p:nvPr/>
        </p:nvPicPr>
        <p:blipFill>
          <a:blip r:embed="rId1"/>
          <a:stretch>
            <a:fillRect/>
          </a:stretch>
        </p:blipFill>
        <p:spPr>
          <a:xfrm>
            <a:off x="2203450" y="76200"/>
            <a:ext cx="2597150" cy="652463"/>
          </a:xfrm>
          <a:prstGeom prst="rect">
            <a:avLst/>
          </a:prstGeom>
          <a:noFill/>
          <a:ln w="9525">
            <a:noFill/>
          </a:ln>
        </p:spPr>
      </p:pic>
      <p:grpSp>
        <p:nvGrpSpPr>
          <p:cNvPr id="69633" name="Group 5"/>
          <p:cNvGrpSpPr/>
          <p:nvPr/>
        </p:nvGrpSpPr>
        <p:grpSpPr>
          <a:xfrm>
            <a:off x="999173" y="1055327"/>
            <a:ext cx="6851650" cy="1875833"/>
            <a:chOff x="717" y="894"/>
            <a:chExt cx="4316" cy="1108"/>
          </a:xfrm>
        </p:grpSpPr>
        <p:sp>
          <p:nvSpPr>
            <p:cNvPr id="69634" name="Rectangle 6"/>
            <p:cNvSpPr/>
            <p:nvPr/>
          </p:nvSpPr>
          <p:spPr>
            <a:xfrm>
              <a:off x="2400" y="1584"/>
              <a:ext cx="228" cy="308"/>
            </a:xfrm>
            <a:prstGeom prst="rect">
              <a:avLst/>
            </a:prstGeom>
            <a:noFill/>
            <a:ln w="9525">
              <a:noFill/>
            </a:ln>
          </p:spPr>
          <p:txBody>
            <a:bodyPr wrap="none" lIns="92075" tIns="46038" rIns="92075" bIns="46038" anchor="t" anchorCtr="0">
              <a:spAutoFit/>
            </a:bodyPr>
            <a:p>
              <a:pPr eaLnBrk="0" hangingPunct="0"/>
              <a:r>
                <a:rPr lang="en-US" altLang="zh-CN" sz="2800" i="1" dirty="0">
                  <a:solidFill>
                    <a:schemeClr val="tx2"/>
                  </a:solidFill>
                  <a:ea typeface="宋体" panose="02010600030101010101" pitchFamily="2" charset="-122"/>
                  <a:cs typeface="Times New Roman" panose="02020603050405020304" pitchFamily="18" charset="0"/>
                </a:rPr>
                <a:t>d</a:t>
              </a:r>
              <a:endParaRPr lang="en-US" altLang="zh-CN" sz="2800" i="1" dirty="0">
                <a:solidFill>
                  <a:schemeClr val="tx2"/>
                </a:solidFill>
                <a:ea typeface="宋体" panose="02010600030101010101" pitchFamily="2" charset="-122"/>
                <a:cs typeface="Times New Roman" panose="02020603050405020304" pitchFamily="18" charset="0"/>
              </a:endParaRPr>
            </a:p>
          </p:txBody>
        </p:sp>
        <p:sp>
          <p:nvSpPr>
            <p:cNvPr id="69635" name="Line 7"/>
            <p:cNvSpPr/>
            <p:nvPr/>
          </p:nvSpPr>
          <p:spPr>
            <a:xfrm>
              <a:off x="970" y="1002"/>
              <a:ext cx="0" cy="898"/>
            </a:xfrm>
            <a:prstGeom prst="line">
              <a:avLst/>
            </a:prstGeom>
            <a:ln w="12700" cap="flat" cmpd="sng">
              <a:solidFill>
                <a:srgbClr val="000000"/>
              </a:solidFill>
              <a:prstDash val="solid"/>
              <a:round/>
              <a:headEnd type="stealth" w="med" len="lg"/>
              <a:tailEnd type="none" w="sm" len="sm"/>
            </a:ln>
          </p:spPr>
        </p:sp>
        <p:sp>
          <p:nvSpPr>
            <p:cNvPr id="69636" name="Rectangle 8"/>
            <p:cNvSpPr/>
            <p:nvPr/>
          </p:nvSpPr>
          <p:spPr>
            <a:xfrm>
              <a:off x="717" y="894"/>
              <a:ext cx="216" cy="308"/>
            </a:xfrm>
            <a:prstGeom prst="rect">
              <a:avLst/>
            </a:prstGeom>
            <a:noFill/>
            <a:ln w="9525">
              <a:noFill/>
            </a:ln>
          </p:spPr>
          <p:txBody>
            <a:bodyPr wrap="none" lIns="92075" tIns="46038" rIns="92075" bIns="46038" anchor="t" anchorCtr="0">
              <a:spAutoFit/>
            </a:bodyPr>
            <a:p>
              <a:pPr eaLnBrk="0" hangingPunct="0"/>
              <a:r>
                <a:rPr lang="en-US" altLang="zh-CN" sz="2800" b="1" i="1" dirty="0">
                  <a:solidFill>
                    <a:schemeClr val="tx2"/>
                  </a:solidFill>
                  <a:ea typeface="宋体" panose="02010600030101010101" pitchFamily="2" charset="-122"/>
                  <a:cs typeface="Times New Roman" panose="02020603050405020304" pitchFamily="18" charset="0"/>
                </a:rPr>
                <a:t>y</a:t>
              </a:r>
              <a:endParaRPr lang="en-US" altLang="zh-CN" sz="2800" b="1" i="1" dirty="0">
                <a:solidFill>
                  <a:schemeClr val="tx2"/>
                </a:solidFill>
                <a:ea typeface="宋体" panose="02010600030101010101" pitchFamily="2" charset="-122"/>
                <a:cs typeface="Times New Roman" panose="02020603050405020304" pitchFamily="18" charset="0"/>
              </a:endParaRPr>
            </a:p>
          </p:txBody>
        </p:sp>
        <p:sp>
          <p:nvSpPr>
            <p:cNvPr id="69637" name="Line 9"/>
            <p:cNvSpPr/>
            <p:nvPr/>
          </p:nvSpPr>
          <p:spPr>
            <a:xfrm>
              <a:off x="970" y="1777"/>
              <a:ext cx="1344" cy="0"/>
            </a:xfrm>
            <a:prstGeom prst="line">
              <a:avLst/>
            </a:prstGeom>
            <a:ln w="12700" cap="flat" cmpd="sng">
              <a:solidFill>
                <a:srgbClr val="A50021"/>
              </a:solidFill>
              <a:prstDash val="solid"/>
              <a:round/>
              <a:headEnd type="stealth" w="med" len="lg"/>
              <a:tailEnd type="none" w="sm" len="sm"/>
            </a:ln>
          </p:spPr>
        </p:sp>
        <p:sp>
          <p:nvSpPr>
            <p:cNvPr id="69638" name="Line 10"/>
            <p:cNvSpPr/>
            <p:nvPr/>
          </p:nvSpPr>
          <p:spPr>
            <a:xfrm>
              <a:off x="2698" y="1777"/>
              <a:ext cx="2064" cy="0"/>
            </a:xfrm>
            <a:prstGeom prst="line">
              <a:avLst/>
            </a:prstGeom>
            <a:ln w="12700" cap="flat" cmpd="sng">
              <a:solidFill>
                <a:srgbClr val="A50021"/>
              </a:solidFill>
              <a:prstDash val="solid"/>
              <a:round/>
              <a:headEnd type="none" w="sm" len="sm"/>
              <a:tailEnd type="stealth" w="med" len="lg"/>
            </a:ln>
          </p:spPr>
        </p:sp>
        <p:sp>
          <p:nvSpPr>
            <p:cNvPr id="69639" name="Rectangle 11" descr="编织物"/>
            <p:cNvSpPr/>
            <p:nvPr/>
          </p:nvSpPr>
          <p:spPr>
            <a:xfrm>
              <a:off x="4740" y="1026"/>
              <a:ext cx="90" cy="976"/>
            </a:xfrm>
            <a:prstGeom prst="rect">
              <a:avLst/>
            </a:prstGeom>
            <a:blipFill rotWithShape="0">
              <a:blip r:embed="rId2"/>
            </a:blipFill>
            <a:ln w="12700" cap="flat" cmpd="sng">
              <a:solidFill>
                <a:srgbClr val="99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9640" name="Rectangle 12"/>
            <p:cNvSpPr/>
            <p:nvPr/>
          </p:nvSpPr>
          <p:spPr>
            <a:xfrm>
              <a:off x="4416" y="1044"/>
              <a:ext cx="308" cy="486"/>
            </a:xfrm>
            <a:prstGeom prst="rect">
              <a:avLst/>
            </a:prstGeom>
            <a:noFill/>
            <a:ln w="9525">
              <a:noFill/>
            </a:ln>
          </p:spPr>
          <p:txBody>
            <a:bodyPr wrap="none" lIns="92075" tIns="46038" rIns="92075" bIns="46038" anchor="t" anchorCtr="0">
              <a:spAutoFit/>
            </a:bodyPr>
            <a:p>
              <a:pPr eaLnBrk="0" hangingPunct="0"/>
              <a:r>
                <a:rPr lang="zh-CN" altLang="en-US" sz="2400" b="1" dirty="0">
                  <a:solidFill>
                    <a:srgbClr val="000000"/>
                  </a:solidFill>
                  <a:latin typeface="Garamond" pitchFamily="18" charset="0"/>
                  <a:ea typeface="宋体" panose="02010600030101010101" pitchFamily="2" charset="-122"/>
                </a:rPr>
                <a:t>墙</a:t>
              </a:r>
              <a:endParaRPr lang="zh-CN" altLang="en-US" sz="2400" b="1" dirty="0">
                <a:solidFill>
                  <a:srgbClr val="000000"/>
                </a:solidFill>
                <a:latin typeface="Garamond" pitchFamily="18" charset="0"/>
                <a:ea typeface="宋体" panose="02010600030101010101" pitchFamily="2" charset="-122"/>
              </a:endParaRPr>
            </a:p>
            <a:p>
              <a:pPr eaLnBrk="0" hangingPunct="0"/>
              <a:r>
                <a:rPr lang="zh-CN" altLang="en-US" sz="2400" b="1" dirty="0">
                  <a:solidFill>
                    <a:srgbClr val="000000"/>
                  </a:solidFill>
                  <a:latin typeface="Garamond" pitchFamily="18" charset="0"/>
                  <a:ea typeface="宋体" panose="02010600030101010101" pitchFamily="2" charset="-122"/>
                </a:rPr>
                <a:t>面</a:t>
              </a:r>
              <a:endParaRPr lang="zh-CN" altLang="en-US" sz="2400" b="1" dirty="0">
                <a:solidFill>
                  <a:srgbClr val="000000"/>
                </a:solidFill>
                <a:latin typeface="Garamond" pitchFamily="18" charset="0"/>
                <a:ea typeface="宋体" panose="02010600030101010101" pitchFamily="2" charset="-122"/>
              </a:endParaRPr>
            </a:p>
          </p:txBody>
        </p:sp>
        <p:sp>
          <p:nvSpPr>
            <p:cNvPr id="69641" name="Rectangle 13"/>
            <p:cNvSpPr/>
            <p:nvPr/>
          </p:nvSpPr>
          <p:spPr>
            <a:xfrm>
              <a:off x="4803" y="1302"/>
              <a:ext cx="230" cy="306"/>
            </a:xfrm>
            <a:prstGeom prst="rect">
              <a:avLst/>
            </a:prstGeom>
            <a:noFill/>
            <a:ln w="9525">
              <a:noFill/>
            </a:ln>
          </p:spPr>
          <p:txBody>
            <a:bodyPr wrap="none" lIns="92075" tIns="46038" rIns="92075" bIns="46038" anchor="t" anchorCtr="0">
              <a:spAutoFit/>
            </a:bodyPr>
            <a:p>
              <a:pPr eaLnBrk="0" hangingPunct="0"/>
              <a:r>
                <a:rPr lang="en-US" altLang="zh-CN" sz="2800" dirty="0">
                  <a:solidFill>
                    <a:schemeClr val="tx2"/>
                  </a:solidFill>
                  <a:latin typeface="Garamond" pitchFamily="18" charset="0"/>
                  <a:ea typeface="宋体" panose="02010600030101010101" pitchFamily="2" charset="-122"/>
                </a:rPr>
                <a:t>p</a:t>
              </a:r>
              <a:endParaRPr lang="en-US" altLang="zh-CN" sz="2800" dirty="0">
                <a:solidFill>
                  <a:schemeClr val="tx2"/>
                </a:solidFill>
                <a:latin typeface="Garamond" pitchFamily="18" charset="0"/>
                <a:ea typeface="宋体" panose="02010600030101010101" pitchFamily="2" charset="-122"/>
              </a:endParaRPr>
            </a:p>
          </p:txBody>
        </p:sp>
        <p:sp>
          <p:nvSpPr>
            <p:cNvPr id="69642" name="Rectangle 14"/>
            <p:cNvSpPr/>
            <p:nvPr/>
          </p:nvSpPr>
          <p:spPr>
            <a:xfrm>
              <a:off x="1344" y="970"/>
              <a:ext cx="116" cy="306"/>
            </a:xfrm>
            <a:prstGeom prst="rect">
              <a:avLst/>
            </a:prstGeom>
            <a:noFill/>
            <a:ln w="9525">
              <a:noFill/>
            </a:ln>
          </p:spPr>
          <p:txBody>
            <a:bodyPr wrap="none" lIns="92075" tIns="46038" rIns="92075" bIns="46038" anchor="t" anchorCtr="0">
              <a:spAutoFit/>
            </a:bodyPr>
            <a:p>
              <a:pPr eaLnBrk="0" hangingPunct="0"/>
              <a:endParaRPr lang="zh-CN" altLang="zh-CN" sz="2800" b="1" dirty="0">
                <a:solidFill>
                  <a:schemeClr val="tx2"/>
                </a:solidFill>
                <a:latin typeface="Garamond" pitchFamily="18" charset="0"/>
                <a:ea typeface="宋体" panose="02010600030101010101" pitchFamily="2" charset="-122"/>
              </a:endParaRPr>
            </a:p>
          </p:txBody>
        </p:sp>
        <p:sp>
          <p:nvSpPr>
            <p:cNvPr id="69643" name="Rectangle 15"/>
            <p:cNvSpPr/>
            <p:nvPr/>
          </p:nvSpPr>
          <p:spPr>
            <a:xfrm>
              <a:off x="720" y="1440"/>
              <a:ext cx="230" cy="307"/>
            </a:xfrm>
            <a:prstGeom prst="rect">
              <a:avLst/>
            </a:prstGeom>
            <a:noFill/>
            <a:ln w="9525">
              <a:noFill/>
            </a:ln>
          </p:spPr>
          <p:txBody>
            <a:bodyPr wrap="none" lIns="92075" tIns="46038" rIns="92075" bIns="46038" anchor="t" anchorCtr="0">
              <a:spAutoFit/>
            </a:bodyPr>
            <a:p>
              <a:pPr eaLnBrk="0" hangingPunct="0"/>
              <a:r>
                <a:rPr lang="en-US" altLang="zh-CN" sz="2800" dirty="0">
                  <a:solidFill>
                    <a:schemeClr val="tx2"/>
                  </a:solidFill>
                  <a:latin typeface="Garamond" pitchFamily="18" charset="0"/>
                  <a:ea typeface="宋体" panose="02010600030101010101" pitchFamily="2" charset="-122"/>
                </a:rPr>
                <a:t>o</a:t>
              </a:r>
              <a:endParaRPr lang="en-US" altLang="zh-CN" sz="2800" dirty="0">
                <a:solidFill>
                  <a:schemeClr val="tx2"/>
                </a:solidFill>
                <a:latin typeface="Garamond" pitchFamily="18" charset="0"/>
                <a:ea typeface="宋体" panose="02010600030101010101" pitchFamily="2" charset="-122"/>
              </a:endParaRPr>
            </a:p>
          </p:txBody>
        </p:sp>
        <p:sp>
          <p:nvSpPr>
            <p:cNvPr id="69644" name="Line 16"/>
            <p:cNvSpPr/>
            <p:nvPr/>
          </p:nvSpPr>
          <p:spPr>
            <a:xfrm>
              <a:off x="970" y="1633"/>
              <a:ext cx="3792" cy="0"/>
            </a:xfrm>
            <a:prstGeom prst="line">
              <a:avLst/>
            </a:prstGeom>
            <a:ln w="12700" cap="flat" cmpd="sng">
              <a:solidFill>
                <a:schemeClr val="tx2"/>
              </a:solidFill>
              <a:prstDash val="solid"/>
              <a:round/>
              <a:headEnd type="none" w="sm" len="sm"/>
              <a:tailEnd type="stealth" w="med" len="lg"/>
            </a:ln>
          </p:spPr>
        </p:sp>
        <p:sp>
          <p:nvSpPr>
            <p:cNvPr id="69645" name="Line 17"/>
            <p:cNvSpPr/>
            <p:nvPr/>
          </p:nvSpPr>
          <p:spPr>
            <a:xfrm>
              <a:off x="970" y="1249"/>
              <a:ext cx="1680" cy="0"/>
            </a:xfrm>
            <a:prstGeom prst="line">
              <a:avLst/>
            </a:prstGeom>
            <a:ln w="28575">
              <a:noFill/>
            </a:ln>
          </p:spPr>
        </p:sp>
      </p:grpSp>
      <p:sp>
        <p:nvSpPr>
          <p:cNvPr id="202770" name="Line 18"/>
          <p:cNvSpPr/>
          <p:nvPr/>
        </p:nvSpPr>
        <p:spPr>
          <a:xfrm>
            <a:off x="3161348" y="1923098"/>
            <a:ext cx="0" cy="936625"/>
          </a:xfrm>
          <a:prstGeom prst="line">
            <a:avLst/>
          </a:prstGeom>
          <a:ln w="19050" cap="flat" cmpd="sng">
            <a:solidFill>
              <a:srgbClr val="800000"/>
            </a:solidFill>
            <a:prstDash val="dash"/>
            <a:round/>
            <a:headEnd type="none" w="med" len="med"/>
            <a:tailEnd type="none" w="med" len="med"/>
          </a:ln>
        </p:spPr>
      </p:sp>
      <p:sp>
        <p:nvSpPr>
          <p:cNvPr id="202775" name="Line 23"/>
          <p:cNvSpPr/>
          <p:nvPr/>
        </p:nvSpPr>
        <p:spPr>
          <a:xfrm>
            <a:off x="1432560" y="1923098"/>
            <a:ext cx="1728788" cy="0"/>
          </a:xfrm>
          <a:prstGeom prst="line">
            <a:avLst/>
          </a:prstGeom>
          <a:ln w="31750" cap="rnd" cmpd="sng">
            <a:solidFill>
              <a:srgbClr val="0000FF"/>
            </a:solidFill>
            <a:prstDash val="solid"/>
            <a:round/>
            <a:headEnd type="none" w="med" len="med"/>
            <a:tailEnd type="triangle" w="med" len="med"/>
          </a:ln>
        </p:spPr>
      </p:sp>
      <p:sp>
        <p:nvSpPr>
          <p:cNvPr id="202778" name="Line 26"/>
          <p:cNvSpPr/>
          <p:nvPr/>
        </p:nvSpPr>
        <p:spPr>
          <a:xfrm>
            <a:off x="1371918" y="2139315"/>
            <a:ext cx="6048375" cy="0"/>
          </a:xfrm>
          <a:prstGeom prst="line">
            <a:avLst/>
          </a:prstGeom>
          <a:ln w="53975" cap="rnd" cmpd="sng">
            <a:solidFill>
              <a:srgbClr val="FF0000"/>
            </a:solidFill>
            <a:prstDash val="solid"/>
            <a:round/>
            <a:headEnd type="none" w="med" len="med"/>
            <a:tailEnd type="triangle" w="med" len="med"/>
          </a:ln>
        </p:spPr>
      </p:sp>
      <p:sp>
        <p:nvSpPr>
          <p:cNvPr id="202779" name="Line 27"/>
          <p:cNvSpPr/>
          <p:nvPr/>
        </p:nvSpPr>
        <p:spPr>
          <a:xfrm flipH="1">
            <a:off x="3108643" y="2688273"/>
            <a:ext cx="4248150" cy="0"/>
          </a:xfrm>
          <a:prstGeom prst="line">
            <a:avLst/>
          </a:prstGeom>
          <a:ln w="66675" cap="rnd" cmpd="sng">
            <a:solidFill>
              <a:srgbClr val="FF0000"/>
            </a:solidFill>
            <a:prstDash val="solid"/>
            <a:round/>
            <a:headEnd type="none" w="med" len="med"/>
            <a:tailEnd type="triangle" w="med" len="med"/>
          </a:ln>
        </p:spPr>
      </p:sp>
      <p:graphicFrame>
        <p:nvGraphicFramePr>
          <p:cNvPr id="2" name="Object 3"/>
          <p:cNvGraphicFramePr>
            <a:graphicFrameLocks noChangeAspect="1"/>
          </p:cNvGraphicFramePr>
          <p:nvPr/>
        </p:nvGraphicFramePr>
        <p:xfrm>
          <a:off x="173355" y="848360"/>
          <a:ext cx="3203575" cy="609600"/>
        </p:xfrm>
        <a:graphic>
          <a:graphicData uri="http://schemas.openxmlformats.org/presentationml/2006/ole">
            <mc:AlternateContent xmlns:mc="http://schemas.openxmlformats.org/markup-compatibility/2006">
              <mc:Choice xmlns:v="urn:schemas-microsoft-com:vml" Requires="v">
                <p:oleObj spid="_x0000_s3" name="" r:id="rId3" imgW="1104900" imgH="228600" progId="Equation.3">
                  <p:embed/>
                </p:oleObj>
              </mc:Choice>
              <mc:Fallback>
                <p:oleObj name="" r:id="rId3" imgW="1104900" imgH="228600" progId="Equation.3">
                  <p:embed/>
                  <p:pic>
                    <p:nvPicPr>
                      <p:cNvPr id="0" name="图片 3164"/>
                      <p:cNvPicPr/>
                      <p:nvPr/>
                    </p:nvPicPr>
                    <p:blipFill>
                      <a:blip r:embed="rId4"/>
                      <a:stretch>
                        <a:fillRect/>
                      </a:stretch>
                    </p:blipFill>
                    <p:spPr>
                      <a:xfrm>
                        <a:off x="173355" y="848360"/>
                        <a:ext cx="3203575" cy="609600"/>
                      </a:xfrm>
                      <a:prstGeom prst="rect">
                        <a:avLst/>
                      </a:prstGeom>
                      <a:noFill/>
                      <a:ln w="38100">
                        <a:noFill/>
                        <a:miter/>
                      </a:ln>
                    </p:spPr>
                  </p:pic>
                </p:oleObj>
              </mc:Fallback>
            </mc:AlternateContent>
          </a:graphicData>
        </a:graphic>
      </p:graphicFrame>
      <p:graphicFrame>
        <p:nvGraphicFramePr>
          <p:cNvPr id="4" name="Object 28"/>
          <p:cNvGraphicFramePr>
            <a:graphicFrameLocks noChangeAspect="1"/>
          </p:cNvGraphicFramePr>
          <p:nvPr/>
        </p:nvGraphicFramePr>
        <p:xfrm>
          <a:off x="7113905" y="2214245"/>
          <a:ext cx="518160" cy="476250"/>
        </p:xfrm>
        <a:graphic>
          <a:graphicData uri="http://schemas.openxmlformats.org/presentationml/2006/ole">
            <mc:AlternateContent xmlns:mc="http://schemas.openxmlformats.org/markup-compatibility/2006">
              <mc:Choice xmlns:v="urn:schemas-microsoft-com:vml" Requires="v">
                <p:oleObj spid="_x0000_s5" name="" r:id="rId5" imgW="139700" imgH="139700" progId="Equation.3">
                  <p:embed/>
                </p:oleObj>
              </mc:Choice>
              <mc:Fallback>
                <p:oleObj name="" r:id="rId5" imgW="139700" imgH="139700" progId="Equation.3">
                  <p:embed/>
                  <p:pic>
                    <p:nvPicPr>
                      <p:cNvPr id="0" name="图片 3172"/>
                      <p:cNvPicPr/>
                      <p:nvPr/>
                    </p:nvPicPr>
                    <p:blipFill>
                      <a:blip r:embed="rId6"/>
                      <a:stretch>
                        <a:fillRect/>
                      </a:stretch>
                    </p:blipFill>
                    <p:spPr>
                      <a:xfrm>
                        <a:off x="7113905" y="2214245"/>
                        <a:ext cx="518160" cy="476250"/>
                      </a:xfrm>
                      <a:prstGeom prst="rect">
                        <a:avLst/>
                      </a:prstGeom>
                      <a:solidFill>
                        <a:srgbClr val="FFFF00"/>
                      </a:solidFill>
                      <a:ln w="38100">
                        <a:noFill/>
                        <a:miter/>
                      </a:ln>
                    </p:spPr>
                  </p:pic>
                </p:oleObj>
              </mc:Fallback>
            </mc:AlternateContent>
          </a:graphicData>
        </a:graphic>
      </p:graphicFrame>
      <p:graphicFrame>
        <p:nvGraphicFramePr>
          <p:cNvPr id="7" name="Object 28"/>
          <p:cNvGraphicFramePr>
            <a:graphicFrameLocks noChangeAspect="1"/>
          </p:cNvGraphicFramePr>
          <p:nvPr/>
        </p:nvGraphicFramePr>
        <p:xfrm>
          <a:off x="1503363" y="4512945"/>
          <a:ext cx="1417955" cy="527050"/>
        </p:xfrm>
        <a:graphic>
          <a:graphicData uri="http://schemas.openxmlformats.org/presentationml/2006/ole">
            <mc:AlternateContent xmlns:mc="http://schemas.openxmlformats.org/markup-compatibility/2006">
              <mc:Choice xmlns:v="urn:schemas-microsoft-com:vml" Requires="v">
                <p:oleObj spid="_x0000_s8" name="" r:id="rId7" imgW="685800" imgH="228600" progId="Equation.3">
                  <p:embed/>
                </p:oleObj>
              </mc:Choice>
              <mc:Fallback>
                <p:oleObj name="" r:id="rId7" imgW="685800" imgH="228600" progId="Equation.3">
                  <p:embed/>
                  <p:pic>
                    <p:nvPicPr>
                      <p:cNvPr id="0" name="图片 3172"/>
                      <p:cNvPicPr/>
                      <p:nvPr/>
                    </p:nvPicPr>
                    <p:blipFill>
                      <a:blip r:embed="rId8"/>
                      <a:stretch>
                        <a:fillRect/>
                      </a:stretch>
                    </p:blipFill>
                    <p:spPr>
                      <a:xfrm>
                        <a:off x="1503363" y="4512945"/>
                        <a:ext cx="1417955" cy="527050"/>
                      </a:xfrm>
                      <a:prstGeom prst="rect">
                        <a:avLst/>
                      </a:prstGeom>
                      <a:noFill/>
                      <a:ln w="38100">
                        <a:noFill/>
                        <a:miter/>
                      </a:ln>
                    </p:spPr>
                  </p:pic>
                </p:oleObj>
              </mc:Fallback>
            </mc:AlternateContent>
          </a:graphicData>
        </a:graphic>
      </p:graphicFrame>
      <p:graphicFrame>
        <p:nvGraphicFramePr>
          <p:cNvPr id="9" name="Object 25"/>
          <p:cNvGraphicFramePr>
            <a:graphicFrameLocks noChangeAspect="1"/>
          </p:cNvGraphicFramePr>
          <p:nvPr/>
        </p:nvGraphicFramePr>
        <p:xfrm>
          <a:off x="5974715" y="3530600"/>
          <a:ext cx="3199130" cy="647700"/>
        </p:xfrm>
        <a:graphic>
          <a:graphicData uri="http://schemas.openxmlformats.org/presentationml/2006/ole">
            <mc:AlternateContent xmlns:mc="http://schemas.openxmlformats.org/markup-compatibility/2006">
              <mc:Choice xmlns:v="urn:schemas-microsoft-com:vml" Requires="v">
                <p:oleObj spid="_x0000_s3208" name="" r:id="rId9" imgW="2286000" imgH="393700" progId="Equation.3">
                  <p:embed/>
                </p:oleObj>
              </mc:Choice>
              <mc:Fallback>
                <p:oleObj name="" r:id="rId9" imgW="2286000" imgH="393700" progId="Equation.3">
                  <p:embed/>
                  <p:pic>
                    <p:nvPicPr>
                      <p:cNvPr id="0" name="图片 3207"/>
                      <p:cNvPicPr/>
                      <p:nvPr/>
                    </p:nvPicPr>
                    <p:blipFill>
                      <a:blip r:embed="rId10"/>
                      <a:stretch>
                        <a:fillRect/>
                      </a:stretch>
                    </p:blipFill>
                    <p:spPr>
                      <a:xfrm>
                        <a:off x="5974715" y="3530600"/>
                        <a:ext cx="3199130" cy="647700"/>
                      </a:xfrm>
                      <a:prstGeom prst="rect">
                        <a:avLst/>
                      </a:prstGeom>
                      <a:solidFill>
                        <a:srgbClr val="FFFF00"/>
                      </a:solidFill>
                      <a:ln w="38100">
                        <a:noFill/>
                        <a:miter/>
                      </a:ln>
                    </p:spPr>
                  </p:pic>
                </p:oleObj>
              </mc:Fallback>
            </mc:AlternateContent>
          </a:graphicData>
        </a:graphic>
      </p:graphicFrame>
      <p:sp>
        <p:nvSpPr>
          <p:cNvPr id="10" name="Text Box 24"/>
          <p:cNvSpPr txBox="1"/>
          <p:nvPr/>
        </p:nvSpPr>
        <p:spPr>
          <a:xfrm>
            <a:off x="1481613" y="4988243"/>
            <a:ext cx="1576705" cy="460375"/>
          </a:xfrm>
          <a:prstGeom prst="rect">
            <a:avLst/>
          </a:prstGeom>
          <a:noFill/>
          <a:ln w="25400">
            <a:noFill/>
          </a:ln>
        </p:spPr>
        <p:txBody>
          <a:bodyPr wrap="none" anchor="t" anchorCtr="0">
            <a:spAutoFit/>
          </a:bodyPr>
          <a:p>
            <a:pPr algn="ctr"/>
            <a:r>
              <a:rPr lang="en-US" altLang="zh-CN" sz="2400" b="1" dirty="0">
                <a:latin typeface="Times New Roman" panose="02020603050405020304" pitchFamily="18" charset="0"/>
                <a:ea typeface="宋体" panose="02010600030101010101" pitchFamily="2" charset="-122"/>
              </a:rPr>
              <a:t>p</a:t>
            </a:r>
            <a:r>
              <a:rPr lang="zh-CN" altLang="en-US" sz="2400" b="1" dirty="0">
                <a:latin typeface="Times New Roman" panose="02020603050405020304" pitchFamily="18" charset="0"/>
                <a:ea typeface="宋体" panose="02010600030101010101" pitchFamily="2" charset="-122"/>
              </a:rPr>
              <a:t>点为波节</a:t>
            </a:r>
            <a:endParaRPr lang="zh-CN" altLang="en-US" sz="2400" b="1" dirty="0">
              <a:latin typeface="Times New Roman" panose="02020603050405020304" pitchFamily="18" charset="0"/>
              <a:ea typeface="宋体" panose="02010600030101010101" pitchFamily="2" charset="-122"/>
            </a:endParaRPr>
          </a:p>
        </p:txBody>
      </p:sp>
      <p:sp>
        <p:nvSpPr>
          <p:cNvPr id="11" name="Text Box 24"/>
          <p:cNvSpPr txBox="1"/>
          <p:nvPr/>
        </p:nvSpPr>
        <p:spPr>
          <a:xfrm>
            <a:off x="4792503" y="5039678"/>
            <a:ext cx="2562225" cy="460375"/>
          </a:xfrm>
          <a:prstGeom prst="rect">
            <a:avLst/>
          </a:prstGeom>
          <a:noFill/>
          <a:ln w="25400">
            <a:noFill/>
          </a:ln>
        </p:spPr>
        <p:txBody>
          <a:bodyPr wrap="none" anchor="t" anchorCtr="0">
            <a:spAutoFit/>
          </a:bodyPr>
          <a:p>
            <a:pPr algn="ctr"/>
            <a:r>
              <a:rPr lang="zh-CN" altLang="en-US" sz="2400" b="1" dirty="0">
                <a:latin typeface="Times New Roman" panose="02020603050405020304" pitchFamily="18" charset="0"/>
                <a:ea typeface="宋体" panose="02010600030101010101" pitchFamily="2" charset="-122"/>
              </a:rPr>
              <a:t>因此</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点也为波节</a:t>
            </a:r>
            <a:endParaRPr lang="zh-CN" altLang="en-US" sz="2400" b="1" dirty="0">
              <a:latin typeface="Times New Roman" panose="02020603050405020304" pitchFamily="18" charset="0"/>
              <a:ea typeface="宋体" panose="02010600030101010101" pitchFamily="2" charset="-122"/>
            </a:endParaRPr>
          </a:p>
        </p:txBody>
      </p:sp>
      <p:sp>
        <p:nvSpPr>
          <p:cNvPr id="12" name="Text Box 24"/>
          <p:cNvSpPr txBox="1"/>
          <p:nvPr/>
        </p:nvSpPr>
        <p:spPr>
          <a:xfrm>
            <a:off x="185261" y="5468938"/>
            <a:ext cx="4364990" cy="460375"/>
          </a:xfrm>
          <a:prstGeom prst="rect">
            <a:avLst/>
          </a:prstGeom>
          <a:noFill/>
          <a:ln w="25400">
            <a:noFill/>
          </a:ln>
        </p:spPr>
        <p:txBody>
          <a:bodyPr wrap="none" anchor="t" anchorCtr="0">
            <a:spAutoFit/>
          </a:bodyPr>
          <a:p>
            <a:pPr algn="ct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相邻两个波节距离为半个波长</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
        <p:nvSpPr>
          <p:cNvPr id="52" name="Oval 80"/>
          <p:cNvSpPr>
            <a:spLocks noChangeAspect="1"/>
          </p:cNvSpPr>
          <p:nvPr/>
        </p:nvSpPr>
        <p:spPr>
          <a:xfrm>
            <a:off x="3060000" y="2196735"/>
            <a:ext cx="180000" cy="1800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13" name="Object 20"/>
          <p:cNvGraphicFramePr>
            <a:graphicFrameLocks noChangeAspect="1"/>
          </p:cNvGraphicFramePr>
          <p:nvPr/>
        </p:nvGraphicFramePr>
        <p:xfrm>
          <a:off x="3060700" y="1847215"/>
          <a:ext cx="383540" cy="520700"/>
        </p:xfrm>
        <a:graphic>
          <a:graphicData uri="http://schemas.openxmlformats.org/presentationml/2006/ole">
            <mc:AlternateContent xmlns:mc="http://schemas.openxmlformats.org/markup-compatibility/2006">
              <mc:Choice xmlns:v="urn:schemas-microsoft-com:vml" Requires="v">
                <p:oleObj spid="_x0000_s14" name="" r:id="rId11" imgW="127000" imgH="139700" progId="Equation.3">
                  <p:embed/>
                </p:oleObj>
              </mc:Choice>
              <mc:Fallback>
                <p:oleObj name="" r:id="rId11" imgW="127000" imgH="139700" progId="Equation.3">
                  <p:embed/>
                  <p:pic>
                    <p:nvPicPr>
                      <p:cNvPr id="0" name="图片 3169"/>
                      <p:cNvPicPr/>
                      <p:nvPr/>
                    </p:nvPicPr>
                    <p:blipFill>
                      <a:blip r:embed="rId12"/>
                      <a:stretch>
                        <a:fillRect/>
                      </a:stretch>
                    </p:blipFill>
                    <p:spPr>
                      <a:xfrm>
                        <a:off x="3060700" y="1847215"/>
                        <a:ext cx="383540" cy="520700"/>
                      </a:xfrm>
                      <a:prstGeom prst="rect">
                        <a:avLst/>
                      </a:prstGeom>
                      <a:noFill/>
                      <a:ln w="38100">
                        <a:noFill/>
                        <a:miter/>
                      </a:ln>
                    </p:spPr>
                  </p:pic>
                </p:oleObj>
              </mc:Fallback>
            </mc:AlternateContent>
          </a:graphicData>
        </a:graphic>
      </p:graphicFrame>
      <p:sp>
        <p:nvSpPr>
          <p:cNvPr id="16" name="Rectangle 6"/>
          <p:cNvSpPr/>
          <p:nvPr/>
        </p:nvSpPr>
        <p:spPr>
          <a:xfrm>
            <a:off x="4228465" y="1776450"/>
            <a:ext cx="361950" cy="521441"/>
          </a:xfrm>
          <a:prstGeom prst="rect">
            <a:avLst/>
          </a:prstGeom>
          <a:solidFill>
            <a:schemeClr val="bg1"/>
          </a:solidFill>
          <a:ln w="9525">
            <a:noFill/>
          </a:ln>
        </p:spPr>
        <p:txBody>
          <a:bodyPr wrap="none" lIns="92075" tIns="46038" rIns="92075" bIns="46038" anchor="t" anchorCtr="0">
            <a:spAutoFit/>
          </a:bodyPr>
          <a:p>
            <a:pPr eaLnBrk="0" hangingPunct="0"/>
            <a:r>
              <a:rPr lang="en-US" altLang="zh-CN" sz="2800" i="1" dirty="0">
                <a:solidFill>
                  <a:schemeClr val="tx2"/>
                </a:solidFill>
                <a:ea typeface="宋体" panose="02010600030101010101" pitchFamily="2" charset="-122"/>
                <a:cs typeface="Times New Roman" panose="02020603050405020304" pitchFamily="18" charset="0"/>
              </a:rPr>
              <a:t>d</a:t>
            </a:r>
            <a:endParaRPr lang="en-US" altLang="zh-CN" sz="2800" i="1" dirty="0">
              <a:solidFill>
                <a:schemeClr val="tx2"/>
              </a:solidFill>
              <a:ea typeface="宋体" panose="02010600030101010101" pitchFamily="2" charset="-122"/>
              <a:cs typeface="Times New Roman" panose="02020603050405020304" pitchFamily="18" charset="0"/>
            </a:endParaRPr>
          </a:p>
        </p:txBody>
      </p:sp>
      <p:graphicFrame>
        <p:nvGraphicFramePr>
          <p:cNvPr id="202774" name="Object 22"/>
          <p:cNvGraphicFramePr>
            <a:graphicFrameLocks noChangeAspect="1"/>
          </p:cNvGraphicFramePr>
          <p:nvPr/>
        </p:nvGraphicFramePr>
        <p:xfrm>
          <a:off x="4800600" y="2606358"/>
          <a:ext cx="769938" cy="458787"/>
        </p:xfrm>
        <a:graphic>
          <a:graphicData uri="http://schemas.openxmlformats.org/presentationml/2006/ole">
            <mc:AlternateContent xmlns:mc="http://schemas.openxmlformats.org/markup-compatibility/2006">
              <mc:Choice xmlns:v="urn:schemas-microsoft-com:vml" Requires="v">
                <p:oleObj spid="_x0000_s3171" name="" r:id="rId13" imgW="317500" imgH="63500" progId="Equation.3">
                  <p:embed/>
                </p:oleObj>
              </mc:Choice>
              <mc:Fallback>
                <p:oleObj name="" r:id="rId13" imgW="317500" imgH="63500" progId="Equation.3">
                  <p:embed/>
                  <p:pic>
                    <p:nvPicPr>
                      <p:cNvPr id="0" name="图片 3170"/>
                      <p:cNvPicPr/>
                      <p:nvPr/>
                    </p:nvPicPr>
                    <p:blipFill>
                      <a:blip r:embed="rId14">
                        <a:clrChange>
                          <a:clrFrom>
                            <a:srgbClr val="000000"/>
                          </a:clrFrom>
                          <a:clrTo>
                            <a:srgbClr val="0033CC"/>
                          </a:clrTo>
                        </a:clrChange>
                      </a:blip>
                      <a:stretch>
                        <a:fillRect/>
                      </a:stretch>
                    </p:blipFill>
                    <p:spPr>
                      <a:xfrm>
                        <a:off x="4800600" y="2606358"/>
                        <a:ext cx="769938" cy="458787"/>
                      </a:xfrm>
                      <a:prstGeom prst="rect">
                        <a:avLst/>
                      </a:prstGeom>
                      <a:solidFill>
                        <a:schemeClr val="bg1"/>
                      </a:solidFill>
                      <a:ln w="38100">
                        <a:noFill/>
                        <a:miter/>
                      </a:ln>
                    </p:spPr>
                  </p:pic>
                </p:oleObj>
              </mc:Fallback>
            </mc:AlternateContent>
          </a:graphicData>
        </a:graphic>
      </p:graphicFrame>
      <p:graphicFrame>
        <p:nvGraphicFramePr>
          <p:cNvPr id="202772" name="Object 20"/>
          <p:cNvGraphicFramePr>
            <a:graphicFrameLocks noChangeAspect="1"/>
          </p:cNvGraphicFramePr>
          <p:nvPr/>
        </p:nvGraphicFramePr>
        <p:xfrm>
          <a:off x="1911350" y="1559560"/>
          <a:ext cx="383540" cy="520700"/>
        </p:xfrm>
        <a:graphic>
          <a:graphicData uri="http://schemas.openxmlformats.org/presentationml/2006/ole">
            <mc:AlternateContent xmlns:mc="http://schemas.openxmlformats.org/markup-compatibility/2006">
              <mc:Choice xmlns:v="urn:schemas-microsoft-com:vml" Requires="v">
                <p:oleObj spid="_x0000_s3170" name="" r:id="rId15" imgW="127000" imgH="139700" progId="Equation.3">
                  <p:embed/>
                </p:oleObj>
              </mc:Choice>
              <mc:Fallback>
                <p:oleObj name="" r:id="rId15" imgW="127000" imgH="139700" progId="Equation.3">
                  <p:embed/>
                  <p:pic>
                    <p:nvPicPr>
                      <p:cNvPr id="0" name="图片 3169"/>
                      <p:cNvPicPr/>
                      <p:nvPr/>
                    </p:nvPicPr>
                    <p:blipFill>
                      <a:blip r:embed="rId12"/>
                      <a:stretch>
                        <a:fillRect/>
                      </a:stretch>
                    </p:blipFill>
                    <p:spPr>
                      <a:xfrm>
                        <a:off x="1911350" y="1559560"/>
                        <a:ext cx="383540" cy="520700"/>
                      </a:xfrm>
                      <a:prstGeom prst="rect">
                        <a:avLst/>
                      </a:prstGeom>
                      <a:solidFill>
                        <a:schemeClr val="bg1"/>
                      </a:solidFill>
                      <a:ln w="38100">
                        <a:noFill/>
                        <a:miter/>
                      </a:ln>
                    </p:spPr>
                  </p:pic>
                </p:oleObj>
              </mc:Fallback>
            </mc:AlternateContent>
          </a:graphicData>
        </a:graphic>
      </p:graphicFrame>
      <p:graphicFrame>
        <p:nvGraphicFramePr>
          <p:cNvPr id="17" name="Object 28"/>
          <p:cNvGraphicFramePr>
            <a:graphicFrameLocks noChangeAspect="1"/>
          </p:cNvGraphicFramePr>
          <p:nvPr/>
        </p:nvGraphicFramePr>
        <p:xfrm>
          <a:off x="2921318" y="4311015"/>
          <a:ext cx="4937125" cy="906780"/>
        </p:xfrm>
        <a:graphic>
          <a:graphicData uri="http://schemas.openxmlformats.org/presentationml/2006/ole">
            <mc:AlternateContent xmlns:mc="http://schemas.openxmlformats.org/markup-compatibility/2006">
              <mc:Choice xmlns:v="urn:schemas-microsoft-com:vml" Requires="v">
                <p:oleObj spid="_x0000_s18" name="" r:id="rId16" imgW="2387600" imgH="393700" progId="Equation.3">
                  <p:embed/>
                </p:oleObj>
              </mc:Choice>
              <mc:Fallback>
                <p:oleObj name="" r:id="rId16" imgW="2387600" imgH="393700" progId="Equation.3">
                  <p:embed/>
                  <p:pic>
                    <p:nvPicPr>
                      <p:cNvPr id="0" name="图片 3172"/>
                      <p:cNvPicPr/>
                      <p:nvPr/>
                    </p:nvPicPr>
                    <p:blipFill>
                      <a:blip r:embed="rId17"/>
                      <a:stretch>
                        <a:fillRect/>
                      </a:stretch>
                    </p:blipFill>
                    <p:spPr>
                      <a:xfrm>
                        <a:off x="2921318" y="4311015"/>
                        <a:ext cx="4937125" cy="906780"/>
                      </a:xfrm>
                      <a:prstGeom prst="rect">
                        <a:avLst/>
                      </a:prstGeom>
                      <a:noFill/>
                      <a:ln w="38100">
                        <a:noFill/>
                        <a:miter/>
                      </a:ln>
                    </p:spPr>
                  </p:pic>
                </p:oleObj>
              </mc:Fallback>
            </mc:AlternateContent>
          </a:graphicData>
        </a:graphic>
      </p:graphicFrame>
      <p:sp>
        <p:nvSpPr>
          <p:cNvPr id="15" name="Text Box 24"/>
          <p:cNvSpPr txBox="1"/>
          <p:nvPr/>
        </p:nvSpPr>
        <p:spPr>
          <a:xfrm>
            <a:off x="179228" y="3165158"/>
            <a:ext cx="1999615" cy="460375"/>
          </a:xfrm>
          <a:prstGeom prst="rect">
            <a:avLst/>
          </a:prstGeom>
          <a:noFill/>
          <a:ln w="25400">
            <a:noFill/>
          </a:ln>
        </p:spPr>
        <p:txBody>
          <a:bodyPr wrap="none" anchor="t" anchorCtr="0">
            <a:spAutoFit/>
          </a:bodyPr>
          <a:p>
            <a:pPr algn="ctr"/>
            <a:r>
              <a:rPr lang="en-US" altLang="zh-CN" sz="2400" b="1" dirty="0">
                <a:latin typeface="Times New Roman" panose="02020603050405020304" pitchFamily="18" charset="0"/>
                <a:ea typeface="宋体" panose="02010600030101010101" pitchFamily="2" charset="-122"/>
              </a:rPr>
              <a:t>(1)O</a:t>
            </a:r>
            <a:r>
              <a:rPr lang="zh-CN" altLang="en-US" sz="2400" b="1" dirty="0">
                <a:latin typeface="Times New Roman" panose="02020603050405020304" pitchFamily="18" charset="0"/>
                <a:ea typeface="宋体" panose="02010600030101010101" pitchFamily="2" charset="-122"/>
              </a:rPr>
              <a:t>点的振动</a:t>
            </a:r>
            <a:endParaRPr lang="en-US" altLang="zh-CN" sz="2400" b="1" dirty="0">
              <a:latin typeface="Times New Roman" panose="02020603050405020304" pitchFamily="18" charset="0"/>
              <a:ea typeface="宋体" panose="02010600030101010101" pitchFamily="2" charset="-122"/>
            </a:endParaRPr>
          </a:p>
        </p:txBody>
      </p:sp>
      <p:graphicFrame>
        <p:nvGraphicFramePr>
          <p:cNvPr id="19" name="Object 3"/>
          <p:cNvGraphicFramePr>
            <a:graphicFrameLocks noChangeAspect="1"/>
          </p:cNvGraphicFramePr>
          <p:nvPr/>
        </p:nvGraphicFramePr>
        <p:xfrm>
          <a:off x="2178685" y="3079115"/>
          <a:ext cx="3203575" cy="609600"/>
        </p:xfrm>
        <a:graphic>
          <a:graphicData uri="http://schemas.openxmlformats.org/presentationml/2006/ole">
            <mc:AlternateContent xmlns:mc="http://schemas.openxmlformats.org/markup-compatibility/2006">
              <mc:Choice xmlns:v="urn:schemas-microsoft-com:vml" Requires="v">
                <p:oleObj spid="_x0000_s20" name="" r:id="rId18" imgW="1104900" imgH="228600" progId="Equation.3">
                  <p:embed/>
                </p:oleObj>
              </mc:Choice>
              <mc:Fallback>
                <p:oleObj name="" r:id="rId18" imgW="1104900" imgH="228600" progId="Equation.3">
                  <p:embed/>
                  <p:pic>
                    <p:nvPicPr>
                      <p:cNvPr id="0" name="图片 3164"/>
                      <p:cNvPicPr/>
                      <p:nvPr/>
                    </p:nvPicPr>
                    <p:blipFill>
                      <a:blip r:embed="rId4"/>
                      <a:stretch>
                        <a:fillRect/>
                      </a:stretch>
                    </p:blipFill>
                    <p:spPr>
                      <a:xfrm>
                        <a:off x="2178685" y="3079115"/>
                        <a:ext cx="3203575" cy="609600"/>
                      </a:xfrm>
                      <a:prstGeom prst="rect">
                        <a:avLst/>
                      </a:prstGeom>
                      <a:noFill/>
                      <a:ln w="38100">
                        <a:noFill/>
                        <a:miter/>
                      </a:ln>
                    </p:spPr>
                  </p:pic>
                </p:oleObj>
              </mc:Fallback>
            </mc:AlternateContent>
          </a:graphicData>
        </a:graphic>
      </p:graphicFrame>
      <p:sp>
        <p:nvSpPr>
          <p:cNvPr id="21" name="Text Box 24"/>
          <p:cNvSpPr txBox="1"/>
          <p:nvPr/>
        </p:nvSpPr>
        <p:spPr>
          <a:xfrm>
            <a:off x="178910" y="3669348"/>
            <a:ext cx="2680970" cy="460375"/>
          </a:xfrm>
          <a:prstGeom prst="rect">
            <a:avLst/>
          </a:prstGeom>
          <a:noFill/>
          <a:ln w="25400">
            <a:noFill/>
          </a:ln>
        </p:spPr>
        <p:txBody>
          <a:bodyPr wrap="none" anchor="t" anchorCtr="0">
            <a:spAutoFit/>
          </a:bodyPr>
          <a:p>
            <a:pPr algn="ct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入射波的波函数</a:t>
            </a:r>
            <a:endParaRPr lang="zh-CN" altLang="en-US" sz="2400" b="1" dirty="0">
              <a:latin typeface="Times New Roman" panose="02020603050405020304" pitchFamily="18" charset="0"/>
              <a:ea typeface="宋体" panose="02010600030101010101" pitchFamily="2" charset="-122"/>
            </a:endParaRPr>
          </a:p>
        </p:txBody>
      </p:sp>
      <p:graphicFrame>
        <p:nvGraphicFramePr>
          <p:cNvPr id="22" name="Object 25"/>
          <p:cNvGraphicFramePr>
            <a:graphicFrameLocks noChangeAspect="1"/>
          </p:cNvGraphicFramePr>
          <p:nvPr/>
        </p:nvGraphicFramePr>
        <p:xfrm>
          <a:off x="2921635" y="3651250"/>
          <a:ext cx="3052763" cy="527050"/>
        </p:xfrm>
        <a:graphic>
          <a:graphicData uri="http://schemas.openxmlformats.org/presentationml/2006/ole">
            <mc:AlternateContent xmlns:mc="http://schemas.openxmlformats.org/markup-compatibility/2006">
              <mc:Choice xmlns:v="urn:schemas-microsoft-com:vml" Requires="v">
                <p:oleObj spid="_x0000_s23" name="" r:id="rId19" imgW="1219200" imgH="228600" progId="Equation.3">
                  <p:embed/>
                </p:oleObj>
              </mc:Choice>
              <mc:Fallback>
                <p:oleObj name="" r:id="rId19" imgW="1219200" imgH="228600" progId="Equation.3">
                  <p:embed/>
                  <p:pic>
                    <p:nvPicPr>
                      <p:cNvPr id="0" name="图片 3171"/>
                      <p:cNvPicPr/>
                      <p:nvPr/>
                    </p:nvPicPr>
                    <p:blipFill>
                      <a:blip r:embed="rId20"/>
                      <a:stretch>
                        <a:fillRect/>
                      </a:stretch>
                    </p:blipFill>
                    <p:spPr>
                      <a:xfrm>
                        <a:off x="2921635" y="3651250"/>
                        <a:ext cx="3052763" cy="527050"/>
                      </a:xfrm>
                      <a:prstGeom prst="rect">
                        <a:avLst/>
                      </a:prstGeom>
                      <a:noFill/>
                      <a:ln w="38100">
                        <a:noFill/>
                        <a:miter/>
                      </a:ln>
                    </p:spPr>
                  </p:pic>
                </p:oleObj>
              </mc:Fallback>
            </mc:AlternateContent>
          </a:graphicData>
        </a:graphic>
      </p:graphicFrame>
      <p:sp>
        <p:nvSpPr>
          <p:cNvPr id="24" name="Text Box 24"/>
          <p:cNvSpPr txBox="1"/>
          <p:nvPr/>
        </p:nvSpPr>
        <p:spPr>
          <a:xfrm>
            <a:off x="184625" y="4103688"/>
            <a:ext cx="2680970" cy="460375"/>
          </a:xfrm>
          <a:prstGeom prst="rect">
            <a:avLst/>
          </a:prstGeom>
          <a:noFill/>
          <a:ln w="25400">
            <a:noFill/>
          </a:ln>
        </p:spPr>
        <p:txBody>
          <a:bodyPr wrap="none" anchor="t" anchorCtr="0">
            <a:spAutoFit/>
          </a:bodyPr>
          <a:p>
            <a:pPr algn="ct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反</a:t>
            </a:r>
            <a:r>
              <a:rPr lang="zh-CN" altLang="en-US" sz="2400" b="1" dirty="0">
                <a:latin typeface="Times New Roman" panose="02020603050405020304" pitchFamily="18" charset="0"/>
                <a:ea typeface="宋体" panose="02010600030101010101" pitchFamily="2" charset="-122"/>
              </a:rPr>
              <a:t>射波的波函数</a:t>
            </a:r>
            <a:endParaRPr lang="zh-CN" altLang="en-US" sz="2400" b="1" dirty="0">
              <a:latin typeface="Times New Roman" panose="02020603050405020304" pitchFamily="18" charset="0"/>
              <a:ea typeface="宋体" panose="02010600030101010101" pitchFamily="2" charset="-122"/>
            </a:endParaRPr>
          </a:p>
        </p:txBody>
      </p:sp>
      <p:graphicFrame>
        <p:nvGraphicFramePr>
          <p:cNvPr id="25" name="Object 28"/>
          <p:cNvGraphicFramePr>
            <a:graphicFrameLocks noChangeAspect="1"/>
          </p:cNvGraphicFramePr>
          <p:nvPr/>
        </p:nvGraphicFramePr>
        <p:xfrm>
          <a:off x="2884488" y="4030980"/>
          <a:ext cx="4708525" cy="496888"/>
        </p:xfrm>
        <a:graphic>
          <a:graphicData uri="http://schemas.openxmlformats.org/presentationml/2006/ole">
            <mc:AlternateContent xmlns:mc="http://schemas.openxmlformats.org/markup-compatibility/2006">
              <mc:Choice xmlns:v="urn:schemas-microsoft-com:vml" Requires="v">
                <p:oleObj spid="_x0000_s26" name="" r:id="rId21" imgW="1879600" imgH="215900" progId="Equation.3">
                  <p:embed/>
                </p:oleObj>
              </mc:Choice>
              <mc:Fallback>
                <p:oleObj name="" r:id="rId21" imgW="1879600" imgH="215900" progId="Equation.3">
                  <p:embed/>
                  <p:pic>
                    <p:nvPicPr>
                      <p:cNvPr id="0" name="图片 3172"/>
                      <p:cNvPicPr/>
                      <p:nvPr/>
                    </p:nvPicPr>
                    <p:blipFill>
                      <a:blip r:embed="rId22"/>
                      <a:stretch>
                        <a:fillRect/>
                      </a:stretch>
                    </p:blipFill>
                    <p:spPr>
                      <a:xfrm>
                        <a:off x="2884488" y="4030980"/>
                        <a:ext cx="4708525" cy="496888"/>
                      </a:xfrm>
                      <a:prstGeom prst="rect">
                        <a:avLst/>
                      </a:prstGeom>
                      <a:noFill/>
                      <a:ln w="38100">
                        <a:noFill/>
                        <a:miter/>
                      </a:ln>
                    </p:spPr>
                  </p:pic>
                </p:oleObj>
              </mc:Fallback>
            </mc:AlternateContent>
          </a:graphicData>
        </a:graphic>
      </p:graphicFrame>
      <p:sp>
        <p:nvSpPr>
          <p:cNvPr id="27" name="Text Box 24"/>
          <p:cNvSpPr txBox="1"/>
          <p:nvPr/>
        </p:nvSpPr>
        <p:spPr>
          <a:xfrm>
            <a:off x="185895" y="4534218"/>
            <a:ext cx="1150620" cy="460375"/>
          </a:xfrm>
          <a:prstGeom prst="rect">
            <a:avLst/>
          </a:prstGeom>
          <a:noFill/>
          <a:ln w="25400">
            <a:noFill/>
          </a:ln>
        </p:spPr>
        <p:txBody>
          <a:bodyPr wrap="none" anchor="t" anchorCtr="0">
            <a:spAutoFit/>
          </a:bodyPr>
          <a:p>
            <a:pPr algn="ct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驻波</a:t>
            </a:r>
            <a:endParaRPr lang="zh-CN" altLang="en-US" sz="2400" b="1" dirty="0">
              <a:latin typeface="Times New Roman" panose="02020603050405020304" pitchFamily="18" charset="0"/>
              <a:ea typeface="宋体" panose="02010600030101010101" pitchFamily="2" charset="-122"/>
            </a:endParaRPr>
          </a:p>
        </p:txBody>
      </p:sp>
      <p:sp>
        <p:nvSpPr>
          <p:cNvPr id="28" name="Text Box 24"/>
          <p:cNvSpPr txBox="1"/>
          <p:nvPr/>
        </p:nvSpPr>
        <p:spPr>
          <a:xfrm>
            <a:off x="157955" y="4988243"/>
            <a:ext cx="1150620" cy="460375"/>
          </a:xfrm>
          <a:prstGeom prst="rect">
            <a:avLst/>
          </a:prstGeom>
          <a:noFill/>
          <a:ln w="25400">
            <a:noFill/>
          </a:ln>
        </p:spPr>
        <p:txBody>
          <a:bodyPr wrap="none" anchor="t" anchorCtr="0">
            <a:spAutoFit/>
          </a:bodyPr>
          <a:p>
            <a:pPr algn="ctr"/>
            <a:r>
              <a:rPr lang="en-US" altLang="zh-CN" sz="2400" b="1" dirty="0">
                <a:latin typeface="Times New Roman" panose="02020603050405020304" pitchFamily="18" charset="0"/>
                <a:ea typeface="宋体" panose="02010600030101010101" pitchFamily="2" charset="-122"/>
              </a:rPr>
              <a:t>(5)</a:t>
            </a:r>
            <a:r>
              <a:rPr lang="zh-CN" altLang="en-US" sz="2400" b="1" dirty="0">
                <a:latin typeface="Times New Roman" panose="02020603050405020304" pitchFamily="18" charset="0"/>
                <a:ea typeface="宋体" panose="02010600030101010101" pitchFamily="2" charset="-122"/>
              </a:rPr>
              <a:t>节点</a:t>
            </a:r>
            <a:endParaRPr lang="zh-CN" altLang="en-US" sz="2400" b="1" dirty="0">
              <a:latin typeface="Times New Roman" panose="02020603050405020304" pitchFamily="18" charset="0"/>
              <a:ea typeface="宋体" panose="02010600030101010101" pitchFamily="2" charset="-122"/>
            </a:endParaRPr>
          </a:p>
        </p:txBody>
      </p:sp>
      <p:sp>
        <p:nvSpPr>
          <p:cNvPr id="202776" name="Text Box 24"/>
          <p:cNvSpPr txBox="1"/>
          <p:nvPr/>
        </p:nvSpPr>
        <p:spPr>
          <a:xfrm>
            <a:off x="1575435" y="1274763"/>
            <a:ext cx="1103313" cy="457200"/>
          </a:xfrm>
          <a:prstGeom prst="rect">
            <a:avLst/>
          </a:prstGeom>
          <a:noFill/>
          <a:ln w="25400">
            <a:noFill/>
          </a:ln>
        </p:spPr>
        <p:txBody>
          <a:bodyPr wrap="none" anchor="t" anchorCtr="0">
            <a:spAutoFit/>
          </a:bodyPr>
          <a:p>
            <a:pPr algn="ctr"/>
            <a:r>
              <a:rPr lang="zh-CN" altLang="en-US" sz="2400" b="1" dirty="0">
                <a:latin typeface="Times New Roman" panose="02020603050405020304" pitchFamily="18" charset="0"/>
                <a:ea typeface="宋体" panose="02010600030101010101" pitchFamily="2" charset="-122"/>
              </a:rPr>
              <a:t>入射波</a:t>
            </a:r>
            <a:endParaRPr lang="zh-CN" altLang="en-US" sz="2400" b="1" dirty="0">
              <a:latin typeface="Times New Roman" panose="02020603050405020304" pitchFamily="18" charset="0"/>
              <a:ea typeface="宋体" panose="02010600030101010101" pitchFamily="2" charset="-122"/>
            </a:endParaRPr>
          </a:p>
        </p:txBody>
      </p:sp>
      <p:graphicFrame>
        <p:nvGraphicFramePr>
          <p:cNvPr id="29" name="Object 3"/>
          <p:cNvGraphicFramePr>
            <a:graphicFrameLocks noChangeAspect="1"/>
          </p:cNvGraphicFramePr>
          <p:nvPr/>
        </p:nvGraphicFramePr>
        <p:xfrm>
          <a:off x="2993390" y="4828540"/>
          <a:ext cx="1820545" cy="837565"/>
        </p:xfrm>
        <a:graphic>
          <a:graphicData uri="http://schemas.openxmlformats.org/presentationml/2006/ole">
            <mc:AlternateContent xmlns:mc="http://schemas.openxmlformats.org/markup-compatibility/2006">
              <mc:Choice xmlns:v="urn:schemas-microsoft-com:vml" Requires="v">
                <p:oleObj spid="_x0000_s30" name="" r:id="rId23" imgW="1091565" imgH="393700" progId="Equation.3">
                  <p:embed/>
                </p:oleObj>
              </mc:Choice>
              <mc:Fallback>
                <p:oleObj name="" r:id="rId23" imgW="1091565" imgH="393700" progId="Equation.3">
                  <p:embed/>
                  <p:pic>
                    <p:nvPicPr>
                      <p:cNvPr id="0" name="图片 3164"/>
                      <p:cNvPicPr/>
                      <p:nvPr/>
                    </p:nvPicPr>
                    <p:blipFill>
                      <a:blip r:embed="rId24"/>
                      <a:stretch>
                        <a:fillRect/>
                      </a:stretch>
                    </p:blipFill>
                    <p:spPr>
                      <a:xfrm>
                        <a:off x="2993390" y="4828540"/>
                        <a:ext cx="1820545" cy="837565"/>
                      </a:xfrm>
                      <a:prstGeom prst="rect">
                        <a:avLst/>
                      </a:prstGeom>
                      <a:noFill/>
                      <a:ln w="38100">
                        <a:noFill/>
                        <a:miter/>
                      </a:ln>
                    </p:spPr>
                  </p:pic>
                </p:oleObj>
              </mc:Fallback>
            </mc:AlternateContent>
          </a:graphicData>
        </a:graphic>
      </p:graphicFrame>
      <p:graphicFrame>
        <p:nvGraphicFramePr>
          <p:cNvPr id="31" name="Object 3"/>
          <p:cNvGraphicFramePr>
            <a:graphicFrameLocks noChangeAspect="1"/>
          </p:cNvGraphicFramePr>
          <p:nvPr/>
        </p:nvGraphicFramePr>
        <p:xfrm>
          <a:off x="7426325" y="4847273"/>
          <a:ext cx="1157605" cy="818515"/>
        </p:xfrm>
        <a:graphic>
          <a:graphicData uri="http://schemas.openxmlformats.org/presentationml/2006/ole">
            <mc:AlternateContent xmlns:mc="http://schemas.openxmlformats.org/markup-compatibility/2006">
              <mc:Choice xmlns:v="urn:schemas-microsoft-com:vml" Requires="v">
                <p:oleObj spid="_x0000_s32" name="" r:id="rId25" imgW="711200" imgH="393700" progId="Equation.3">
                  <p:embed/>
                </p:oleObj>
              </mc:Choice>
              <mc:Fallback>
                <p:oleObj name="" r:id="rId25" imgW="711200" imgH="393700" progId="Equation.3">
                  <p:embed/>
                  <p:pic>
                    <p:nvPicPr>
                      <p:cNvPr id="0" name="图片 3164"/>
                      <p:cNvPicPr/>
                      <p:nvPr/>
                    </p:nvPicPr>
                    <p:blipFill>
                      <a:blip r:embed="rId26"/>
                      <a:stretch>
                        <a:fillRect/>
                      </a:stretch>
                    </p:blipFill>
                    <p:spPr>
                      <a:xfrm>
                        <a:off x="7426325" y="4847273"/>
                        <a:ext cx="1157605" cy="818515"/>
                      </a:xfrm>
                      <a:prstGeom prst="rect">
                        <a:avLst/>
                      </a:prstGeom>
                      <a:noFill/>
                      <a:ln w="38100">
                        <a:noFill/>
                        <a:miter/>
                      </a:ln>
                    </p:spPr>
                  </p:pic>
                </p:oleObj>
              </mc:Fallback>
            </mc:AlternateContent>
          </a:graphicData>
        </a:graphic>
      </p:graphicFrame>
      <p:sp>
        <p:nvSpPr>
          <p:cNvPr id="33" name="Text Box 24"/>
          <p:cNvSpPr txBox="1"/>
          <p:nvPr/>
        </p:nvSpPr>
        <p:spPr>
          <a:xfrm>
            <a:off x="1077436" y="5929313"/>
            <a:ext cx="1101090" cy="460375"/>
          </a:xfrm>
          <a:prstGeom prst="rect">
            <a:avLst/>
          </a:prstGeom>
          <a:noFill/>
          <a:ln w="25400">
            <a:noFill/>
          </a:ln>
        </p:spPr>
        <p:txBody>
          <a:bodyPr wrap="none" anchor="t" anchorCtr="0">
            <a:spAutoFit/>
          </a:bodyPr>
          <a:p>
            <a:pPr algn="ctr"/>
            <a:r>
              <a:rPr lang="zh-CN" altLang="en-US" sz="2400" b="1" dirty="0">
                <a:latin typeface="Times New Roman" panose="02020603050405020304" pitchFamily="18" charset="0"/>
                <a:ea typeface="宋体" panose="02010600030101010101" pitchFamily="2" charset="-122"/>
              </a:rPr>
              <a:t>或直接</a:t>
            </a:r>
            <a:endParaRPr lang="en-US" altLang="zh-CN" sz="2400" b="1" dirty="0">
              <a:latin typeface="Times New Roman" panose="02020603050405020304" pitchFamily="18" charset="0"/>
              <a:ea typeface="宋体" panose="02010600030101010101" pitchFamily="2" charset="-122"/>
            </a:endParaRPr>
          </a:p>
        </p:txBody>
      </p:sp>
      <p:graphicFrame>
        <p:nvGraphicFramePr>
          <p:cNvPr id="34" name="Object 28"/>
          <p:cNvGraphicFramePr>
            <a:graphicFrameLocks noChangeAspect="1"/>
          </p:cNvGraphicFramePr>
          <p:nvPr/>
        </p:nvGraphicFramePr>
        <p:xfrm>
          <a:off x="2605405" y="5805170"/>
          <a:ext cx="1944370" cy="683895"/>
        </p:xfrm>
        <a:graphic>
          <a:graphicData uri="http://schemas.openxmlformats.org/presentationml/2006/ole">
            <mc:AlternateContent xmlns:mc="http://schemas.openxmlformats.org/markup-compatibility/2006">
              <mc:Choice xmlns:v="urn:schemas-microsoft-com:vml" Requires="v">
                <p:oleObj spid="_x0000_s35" name="" r:id="rId27" imgW="1206500" imgH="393700" progId="Equation.3">
                  <p:embed/>
                </p:oleObj>
              </mc:Choice>
              <mc:Fallback>
                <p:oleObj name="" r:id="rId27" imgW="1206500" imgH="393700" progId="Equation.3">
                  <p:embed/>
                  <p:pic>
                    <p:nvPicPr>
                      <p:cNvPr id="0" name="图片 3172"/>
                      <p:cNvPicPr/>
                      <p:nvPr/>
                    </p:nvPicPr>
                    <p:blipFill>
                      <a:blip r:embed="rId28"/>
                      <a:stretch>
                        <a:fillRect/>
                      </a:stretch>
                    </p:blipFill>
                    <p:spPr>
                      <a:xfrm>
                        <a:off x="2605405" y="5805170"/>
                        <a:ext cx="1944370" cy="683895"/>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2770"/>
                                        </p:tgtEl>
                                        <p:attrNameLst>
                                          <p:attrName>style.visibility</p:attrName>
                                        </p:attrNameLst>
                                      </p:cBhvr>
                                      <p:to>
                                        <p:strVal val="visible"/>
                                      </p:to>
                                    </p:set>
                                    <p:animEffect transition="in" filter="wipe(up)">
                                      <p:cBhvr>
                                        <p:cTn id="7" dur="500"/>
                                        <p:tgtEl>
                                          <p:spTgt spid="202770"/>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 calcmode="lin" valueType="num">
                                      <p:cBhvr>
                                        <p:cTn id="12" dur="500" fill="hold"/>
                                        <p:tgtEl>
                                          <p:spTgt spid="52"/>
                                        </p:tgtEl>
                                        <p:attrNameLst>
                                          <p:attrName>ppt_w</p:attrName>
                                        </p:attrNameLst>
                                      </p:cBhvr>
                                      <p:tavLst>
                                        <p:tav tm="0">
                                          <p:val>
                                            <p:fltVal val="0"/>
                                          </p:val>
                                        </p:tav>
                                        <p:tav tm="100000">
                                          <p:val>
                                            <p:strVal val="#ppt_w"/>
                                          </p:val>
                                        </p:tav>
                                      </p:tavLst>
                                    </p:anim>
                                    <p:anim calcmode="lin" valueType="num">
                                      <p:cBhvr>
                                        <p:cTn id="13" dur="500" fill="hold"/>
                                        <p:tgtEl>
                                          <p:spTgt spid="52"/>
                                        </p:tgtEl>
                                        <p:attrNameLst>
                                          <p:attrName>ppt_h</p:attrName>
                                        </p:attrNameLst>
                                      </p:cBhvr>
                                      <p:tavLst>
                                        <p:tav tm="0">
                                          <p:val>
                                            <p:fltVal val="0"/>
                                          </p:val>
                                        </p:tav>
                                        <p:tav tm="100000">
                                          <p:val>
                                            <p:strVal val="#ppt_h"/>
                                          </p:val>
                                        </p:tav>
                                      </p:tavLst>
                                    </p:anim>
                                    <p:anim calcmode="lin" valueType="num">
                                      <p:cBhvr>
                                        <p:cTn id="14" dur="500" fill="hold"/>
                                        <p:tgtEl>
                                          <p:spTgt spid="52"/>
                                        </p:tgtEl>
                                        <p:attrNameLst>
                                          <p:attrName>style.rotation</p:attrName>
                                        </p:attrNameLst>
                                      </p:cBhvr>
                                      <p:tavLst>
                                        <p:tav tm="0">
                                          <p:val>
                                            <p:fltVal val="360"/>
                                          </p:val>
                                        </p:tav>
                                        <p:tav tm="100000">
                                          <p:val>
                                            <p:fltVal val="0"/>
                                          </p:val>
                                        </p:tav>
                                      </p:tavLst>
                                    </p:anim>
                                    <p:animEffect transition="in" filter="fade">
                                      <p:cBhvr>
                                        <p:cTn id="15" dur="500"/>
                                        <p:tgtEl>
                                          <p:spTgt spid="52"/>
                                        </p:tgtEl>
                                      </p:cBhvr>
                                    </p:animEffect>
                                  </p:childTnLst>
                                </p:cTn>
                              </p:par>
                            </p:childTnLst>
                          </p:cTn>
                        </p:par>
                        <p:par>
                          <p:cTn id="16" fill="hold">
                            <p:stCondLst>
                              <p:cond delay="500"/>
                            </p:stCondLst>
                            <p:childTnLst>
                              <p:par>
                                <p:cTn id="17" presetID="53" presetClass="entr" presetSubtype="16"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000000"/>
                                          </p:val>
                                        </p:tav>
                                        <p:tav tm="100000">
                                          <p:val>
                                            <p:strVal val="#ppt_w"/>
                                          </p:val>
                                        </p:tav>
                                      </p:tavLst>
                                    </p:anim>
                                    <p:anim calcmode="lin" valueType="num">
                                      <p:cBhvr>
                                        <p:cTn id="20" dur="500" fill="hold"/>
                                        <p:tgtEl>
                                          <p:spTgt spid="13"/>
                                        </p:tgtEl>
                                        <p:attrNameLst>
                                          <p:attrName>ppt_h</p:attrName>
                                        </p:attrNameLst>
                                      </p:cBhvr>
                                      <p:tavLst>
                                        <p:tav tm="0">
                                          <p:val>
                                            <p:fltVal val="0.000000"/>
                                          </p:val>
                                        </p:tav>
                                        <p:tav tm="100000">
                                          <p:val>
                                            <p:strVal val="#ppt_h"/>
                                          </p:val>
                                        </p:tav>
                                      </p:tavLst>
                                    </p:anim>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500"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500" fill="hold">
                                          <p:stCondLst>
                                            <p:cond delay="0"/>
                                          </p:stCondLst>
                                        </p:cTn>
                                        <p:tgtEl>
                                          <p:spTgt spid="21"/>
                                        </p:tgtEl>
                                        <p:attrNameLst>
                                          <p:attrName>style.visibility</p:attrName>
                                        </p:attrNameLst>
                                      </p:cBhvr>
                                      <p:to>
                                        <p:strVal val="visible"/>
                                      </p:to>
                                    </p:set>
                                    <p:animEffect transition="in" filter="wipe(left)">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2000" fill="hold">
                                          <p:stCondLst>
                                            <p:cond delay="0"/>
                                          </p:stCondLst>
                                        </p:cTn>
                                        <p:tgtEl>
                                          <p:spTgt spid="202775"/>
                                        </p:tgtEl>
                                        <p:attrNameLst>
                                          <p:attrName>style.visibility</p:attrName>
                                        </p:attrNameLst>
                                      </p:cBhvr>
                                      <p:to>
                                        <p:strVal val="visible"/>
                                      </p:to>
                                    </p:set>
                                    <p:animEffect transition="in" filter="wipe(left)">
                                      <p:cBhvr>
                                        <p:cTn id="46" dur="2000"/>
                                        <p:tgtEl>
                                          <p:spTgt spid="202775"/>
                                        </p:tgtEl>
                                      </p:cBhvr>
                                    </p:animEffect>
                                  </p:childTnLst>
                                </p:cTn>
                              </p:par>
                            </p:childTnLst>
                          </p:cTn>
                        </p:par>
                        <p:par>
                          <p:cTn id="47" fill="hold">
                            <p:stCondLst>
                              <p:cond delay="2000"/>
                            </p:stCondLst>
                            <p:childTnLst>
                              <p:par>
                                <p:cTn id="48" presetID="22" presetClass="entr" presetSubtype="8" fill="hold" grpId="0" nodeType="afterEffect">
                                  <p:stCondLst>
                                    <p:cond delay="0"/>
                                  </p:stCondLst>
                                  <p:childTnLst>
                                    <p:set>
                                      <p:cBhvr>
                                        <p:cTn id="49" dur="500" fill="hold">
                                          <p:stCondLst>
                                            <p:cond delay="0"/>
                                          </p:stCondLst>
                                        </p:cTn>
                                        <p:tgtEl>
                                          <p:spTgt spid="202776"/>
                                        </p:tgtEl>
                                        <p:attrNameLst>
                                          <p:attrName>style.visibility</p:attrName>
                                        </p:attrNameLst>
                                      </p:cBhvr>
                                      <p:to>
                                        <p:strVal val="visible"/>
                                      </p:to>
                                    </p:set>
                                    <p:animEffect transition="in" filter="wipe(left)">
                                      <p:cBhvr>
                                        <p:cTn id="50" dur="500"/>
                                        <p:tgtEl>
                                          <p:spTgt spid="202776"/>
                                        </p:tgtEl>
                                      </p:cBhvr>
                                    </p:animEffect>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nodeType="clickEffect">
                                  <p:stCondLst>
                                    <p:cond delay="0"/>
                                  </p:stCondLst>
                                  <p:childTnLst>
                                    <p:set>
                                      <p:cBhvr>
                                        <p:cTn id="54" dur="1" fill="hold">
                                          <p:stCondLst>
                                            <p:cond delay="0"/>
                                          </p:stCondLst>
                                        </p:cTn>
                                        <p:tgtEl>
                                          <p:spTgt spid="202772"/>
                                        </p:tgtEl>
                                        <p:attrNameLst>
                                          <p:attrName>style.visibility</p:attrName>
                                        </p:attrNameLst>
                                      </p:cBhvr>
                                      <p:to>
                                        <p:strVal val="visible"/>
                                      </p:to>
                                    </p:set>
                                    <p:animEffect transition="in" filter="wheel(1)">
                                      <p:cBhvr>
                                        <p:cTn id="55" dur="2000"/>
                                        <p:tgtEl>
                                          <p:spTgt spid="20277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500"/>
                                        <p:tgtEl>
                                          <p:spTgt spid="2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500" fill="hold">
                                          <p:stCondLst>
                                            <p:cond delay="0"/>
                                          </p:stCondLst>
                                        </p:cTn>
                                        <p:tgtEl>
                                          <p:spTgt spid="24"/>
                                        </p:tgtEl>
                                        <p:attrNameLst>
                                          <p:attrName>style.visibility</p:attrName>
                                        </p:attrNameLst>
                                      </p:cBhvr>
                                      <p:to>
                                        <p:strVal val="visible"/>
                                      </p:to>
                                    </p:set>
                                    <p:animEffect transition="in" filter="wipe(left)">
                                      <p:cBhvr>
                                        <p:cTn id="65" dur="500"/>
                                        <p:tgtEl>
                                          <p:spTgt spid="2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5000" fill="hold">
                                          <p:stCondLst>
                                            <p:cond delay="0"/>
                                          </p:stCondLst>
                                        </p:cTn>
                                        <p:tgtEl>
                                          <p:spTgt spid="202778"/>
                                        </p:tgtEl>
                                        <p:attrNameLst>
                                          <p:attrName>style.visibility</p:attrName>
                                        </p:attrNameLst>
                                      </p:cBhvr>
                                      <p:to>
                                        <p:strVal val="visible"/>
                                      </p:to>
                                    </p:set>
                                    <p:animEffect transition="in" filter="wipe(left)">
                                      <p:cBhvr>
                                        <p:cTn id="70" dur="5000"/>
                                        <p:tgtEl>
                                          <p:spTgt spid="202778"/>
                                        </p:tgtEl>
                                      </p:cBhvr>
                                    </p:animEffect>
                                  </p:childTnLst>
                                </p:cTn>
                              </p:par>
                            </p:childTnLst>
                          </p:cTn>
                        </p:par>
                        <p:par>
                          <p:cTn id="71" fill="hold">
                            <p:stCondLst>
                              <p:cond delay="5000"/>
                            </p:stCondLst>
                            <p:childTnLst>
                              <p:par>
                                <p:cTn id="72" presetID="21" presetClass="entr" presetSubtype="1" fill="hold" grpId="0" nodeType="after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wheel(1)">
                                      <p:cBhvr>
                                        <p:cTn id="74" dur="2000"/>
                                        <p:tgtEl>
                                          <p:spTgt spid="16"/>
                                        </p:tgtEl>
                                      </p:cBhvr>
                                    </p:animEffect>
                                  </p:childTnLst>
                                </p:cTn>
                              </p:par>
                            </p:childTnLst>
                          </p:cTn>
                        </p:par>
                        <p:par>
                          <p:cTn id="75" fill="hold">
                            <p:stCondLst>
                              <p:cond delay="7000"/>
                            </p:stCondLst>
                            <p:childTnLst>
                              <p:par>
                                <p:cTn id="76" presetID="21" presetClass="entr" presetSubtype="1" fill="hold" nodeType="after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wheel(1)">
                                      <p:cBhvr>
                                        <p:cTn id="78" dur="2000"/>
                                        <p:tgtEl>
                                          <p:spTgt spid="4"/>
                                        </p:tgtEl>
                                      </p:cBhvr>
                                    </p:animEffect>
                                  </p:childTnLst>
                                </p:cTn>
                              </p:par>
                            </p:childTnLst>
                          </p:cTn>
                        </p:par>
                        <p:par>
                          <p:cTn id="79" fill="hold">
                            <p:stCondLst>
                              <p:cond delay="9000"/>
                            </p:stCondLst>
                            <p:childTnLst>
                              <p:par>
                                <p:cTn id="80" presetID="22" presetClass="entr" presetSubtype="2" fill="hold" nodeType="afterEffect">
                                  <p:stCondLst>
                                    <p:cond delay="0"/>
                                  </p:stCondLst>
                                  <p:childTnLst>
                                    <p:set>
                                      <p:cBhvr>
                                        <p:cTn id="81" dur="5000" fill="hold">
                                          <p:stCondLst>
                                            <p:cond delay="0"/>
                                          </p:stCondLst>
                                        </p:cTn>
                                        <p:tgtEl>
                                          <p:spTgt spid="202779"/>
                                        </p:tgtEl>
                                        <p:attrNameLst>
                                          <p:attrName>style.visibility</p:attrName>
                                        </p:attrNameLst>
                                      </p:cBhvr>
                                      <p:to>
                                        <p:strVal val="visible"/>
                                      </p:to>
                                    </p:set>
                                    <p:animEffect transition="in" filter="wipe(right)">
                                      <p:cBhvr>
                                        <p:cTn id="82" dur="5000"/>
                                        <p:tgtEl>
                                          <p:spTgt spid="202779"/>
                                        </p:tgtEl>
                                      </p:cBhvr>
                                    </p:animEffect>
                                  </p:childTnLst>
                                </p:cTn>
                              </p:par>
                            </p:childTnLst>
                          </p:cTn>
                        </p:par>
                        <p:par>
                          <p:cTn id="83" fill="hold">
                            <p:stCondLst>
                              <p:cond delay="14000"/>
                            </p:stCondLst>
                            <p:childTnLst>
                              <p:par>
                                <p:cTn id="84" presetID="53" presetClass="entr" presetSubtype="16" fill="hold" nodeType="afterEffect">
                                  <p:stCondLst>
                                    <p:cond delay="0"/>
                                  </p:stCondLst>
                                  <p:childTnLst>
                                    <p:set>
                                      <p:cBhvr>
                                        <p:cTn id="85" dur="2000" fill="hold">
                                          <p:stCondLst>
                                            <p:cond delay="0"/>
                                          </p:stCondLst>
                                        </p:cTn>
                                        <p:tgtEl>
                                          <p:spTgt spid="202774"/>
                                        </p:tgtEl>
                                        <p:attrNameLst>
                                          <p:attrName>style.visibility</p:attrName>
                                        </p:attrNameLst>
                                      </p:cBhvr>
                                      <p:to>
                                        <p:strVal val="visible"/>
                                      </p:to>
                                    </p:set>
                                    <p:anim calcmode="lin" valueType="num">
                                      <p:cBhvr>
                                        <p:cTn id="86" dur="2000" fill="hold"/>
                                        <p:tgtEl>
                                          <p:spTgt spid="202774"/>
                                        </p:tgtEl>
                                        <p:attrNameLst>
                                          <p:attrName>ppt_w</p:attrName>
                                        </p:attrNameLst>
                                      </p:cBhvr>
                                      <p:tavLst>
                                        <p:tav tm="0">
                                          <p:val>
                                            <p:fltVal val="0.000000"/>
                                          </p:val>
                                        </p:tav>
                                        <p:tav tm="100000">
                                          <p:val>
                                            <p:strVal val="#ppt_w"/>
                                          </p:val>
                                        </p:tav>
                                      </p:tavLst>
                                    </p:anim>
                                    <p:anim calcmode="lin" valueType="num">
                                      <p:cBhvr>
                                        <p:cTn id="87" dur="2000" fill="hold"/>
                                        <p:tgtEl>
                                          <p:spTgt spid="202774"/>
                                        </p:tgtEl>
                                        <p:attrNameLst>
                                          <p:attrName>ppt_h</p:attrName>
                                        </p:attrNameLst>
                                      </p:cBhvr>
                                      <p:tavLst>
                                        <p:tav tm="0">
                                          <p:val>
                                            <p:fltVal val="0.000000"/>
                                          </p:val>
                                        </p:tav>
                                        <p:tav tm="100000">
                                          <p:val>
                                            <p:strVal val="#ppt_h"/>
                                          </p:val>
                                        </p:tav>
                                      </p:tavLst>
                                    </p:anim>
                                    <p:animEffect transition="in" filter="fade">
                                      <p:cBhvr>
                                        <p:cTn id="88" dur="2000"/>
                                        <p:tgtEl>
                                          <p:spTgt spid="20277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wipe(left)">
                                      <p:cBhvr>
                                        <p:cTn id="93" dur="500"/>
                                        <p:tgtEl>
                                          <p:spTgt spid="25"/>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500" fill="hold">
                                          <p:stCondLst>
                                            <p:cond delay="0"/>
                                          </p:stCondLst>
                                        </p:cTn>
                                        <p:tgtEl>
                                          <p:spTgt spid="27"/>
                                        </p:tgtEl>
                                        <p:attrNameLst>
                                          <p:attrName>style.visibility</p:attrName>
                                        </p:attrNameLst>
                                      </p:cBhvr>
                                      <p:to>
                                        <p:strVal val="visible"/>
                                      </p:to>
                                    </p:set>
                                    <p:animEffect transition="in" filter="wipe(left)">
                                      <p:cBhvr>
                                        <p:cTn id="98" dur="500"/>
                                        <p:tgtEl>
                                          <p:spTgt spid="27"/>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7"/>
                                        </p:tgtEl>
                                        <p:attrNameLst>
                                          <p:attrName>style.visibility</p:attrName>
                                        </p:attrNameLst>
                                      </p:cBhvr>
                                      <p:to>
                                        <p:strVal val="visible"/>
                                      </p:to>
                                    </p:set>
                                    <p:animEffect transition="in" filter="wipe(left)">
                                      <p:cBhvr>
                                        <p:cTn id="103" dur="500"/>
                                        <p:tgtEl>
                                          <p:spTgt spid="7"/>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9"/>
                                        </p:tgtEl>
                                        <p:attrNameLst>
                                          <p:attrName>style.visibility</p:attrName>
                                        </p:attrNameLst>
                                      </p:cBhvr>
                                      <p:to>
                                        <p:strVal val="visible"/>
                                      </p:to>
                                    </p:set>
                                    <p:animEffect transition="in" filter="wipe(left)">
                                      <p:cBhvr>
                                        <p:cTn id="108" dur="500"/>
                                        <p:tgtEl>
                                          <p:spTgt spid="9"/>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17"/>
                                        </p:tgtEl>
                                        <p:attrNameLst>
                                          <p:attrName>style.visibility</p:attrName>
                                        </p:attrNameLst>
                                      </p:cBhvr>
                                      <p:to>
                                        <p:strVal val="visible"/>
                                      </p:to>
                                    </p:set>
                                    <p:animEffect transition="in" filter="wipe(left)">
                                      <p:cBhvr>
                                        <p:cTn id="113" dur="500"/>
                                        <p:tgtEl>
                                          <p:spTgt spid="17"/>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500" fill="hold">
                                          <p:stCondLst>
                                            <p:cond delay="0"/>
                                          </p:stCondLst>
                                        </p:cTn>
                                        <p:tgtEl>
                                          <p:spTgt spid="28"/>
                                        </p:tgtEl>
                                        <p:attrNameLst>
                                          <p:attrName>style.visibility</p:attrName>
                                        </p:attrNameLst>
                                      </p:cBhvr>
                                      <p:to>
                                        <p:strVal val="visible"/>
                                      </p:to>
                                    </p:set>
                                    <p:animEffect transition="in" filter="wipe(left)">
                                      <p:cBhvr>
                                        <p:cTn id="118" dur="500"/>
                                        <p:tgtEl>
                                          <p:spTgt spid="28"/>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500" fill="hold">
                                          <p:stCondLst>
                                            <p:cond delay="0"/>
                                          </p:stCondLst>
                                        </p:cTn>
                                        <p:tgtEl>
                                          <p:spTgt spid="10"/>
                                        </p:tgtEl>
                                        <p:attrNameLst>
                                          <p:attrName>style.visibility</p:attrName>
                                        </p:attrNameLst>
                                      </p:cBhvr>
                                      <p:to>
                                        <p:strVal val="visible"/>
                                      </p:to>
                                    </p:set>
                                    <p:animEffect transition="in" filter="wipe(left)">
                                      <p:cBhvr>
                                        <p:cTn id="123" dur="500"/>
                                        <p:tgtEl>
                                          <p:spTgt spid="10"/>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29"/>
                                        </p:tgtEl>
                                        <p:attrNameLst>
                                          <p:attrName>style.visibility</p:attrName>
                                        </p:attrNameLst>
                                      </p:cBhvr>
                                      <p:to>
                                        <p:strVal val="visible"/>
                                      </p:to>
                                    </p:set>
                                    <p:animEffect transition="in" filter="wipe(left)">
                                      <p:cBhvr>
                                        <p:cTn id="128" dur="500"/>
                                        <p:tgtEl>
                                          <p:spTgt spid="29"/>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500" fill="hold">
                                          <p:stCondLst>
                                            <p:cond delay="0"/>
                                          </p:stCondLst>
                                        </p:cTn>
                                        <p:tgtEl>
                                          <p:spTgt spid="12"/>
                                        </p:tgtEl>
                                        <p:attrNameLst>
                                          <p:attrName>style.visibility</p:attrName>
                                        </p:attrNameLst>
                                      </p:cBhvr>
                                      <p:to>
                                        <p:strVal val="visible"/>
                                      </p:to>
                                    </p:set>
                                    <p:animEffect transition="in" filter="wipe(left)">
                                      <p:cBhvr>
                                        <p:cTn id="133" dur="500"/>
                                        <p:tgtEl>
                                          <p:spTgt spid="12"/>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500" fill="hold">
                                          <p:stCondLst>
                                            <p:cond delay="0"/>
                                          </p:stCondLst>
                                        </p:cTn>
                                        <p:tgtEl>
                                          <p:spTgt spid="11"/>
                                        </p:tgtEl>
                                        <p:attrNameLst>
                                          <p:attrName>style.visibility</p:attrName>
                                        </p:attrNameLst>
                                      </p:cBhvr>
                                      <p:to>
                                        <p:strVal val="visible"/>
                                      </p:to>
                                    </p:set>
                                    <p:animEffect transition="in" filter="wipe(left)">
                                      <p:cBhvr>
                                        <p:cTn id="138" dur="500"/>
                                        <p:tgtEl>
                                          <p:spTgt spid="11"/>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31"/>
                                        </p:tgtEl>
                                        <p:attrNameLst>
                                          <p:attrName>style.visibility</p:attrName>
                                        </p:attrNameLst>
                                      </p:cBhvr>
                                      <p:to>
                                        <p:strVal val="visible"/>
                                      </p:to>
                                    </p:set>
                                    <p:animEffect transition="in" filter="wipe(left)">
                                      <p:cBhvr>
                                        <p:cTn id="143" dur="500"/>
                                        <p:tgtEl>
                                          <p:spTgt spid="31"/>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500" fill="hold">
                                          <p:stCondLst>
                                            <p:cond delay="0"/>
                                          </p:stCondLst>
                                        </p:cTn>
                                        <p:tgtEl>
                                          <p:spTgt spid="33"/>
                                        </p:tgtEl>
                                        <p:attrNameLst>
                                          <p:attrName>style.visibility</p:attrName>
                                        </p:attrNameLst>
                                      </p:cBhvr>
                                      <p:to>
                                        <p:strVal val="visible"/>
                                      </p:to>
                                    </p:set>
                                    <p:animEffect transition="in" filter="wipe(left)">
                                      <p:cBhvr>
                                        <p:cTn id="148" dur="500"/>
                                        <p:tgtEl>
                                          <p:spTgt spid="33"/>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34"/>
                                        </p:tgtEl>
                                        <p:attrNameLst>
                                          <p:attrName>style.visibility</p:attrName>
                                        </p:attrNameLst>
                                      </p:cBhvr>
                                      <p:to>
                                        <p:strVal val="visible"/>
                                      </p:to>
                                    </p:set>
                                    <p:animEffect transition="in" filter="wipe(left)">
                                      <p:cBhvr>
                                        <p:cTn id="15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6" grpId="0"/>
      <p:bldP spid="10" grpId="0"/>
      <p:bldP spid="11" grpId="0"/>
      <p:bldP spid="12" grpId="0"/>
      <p:bldP spid="52" grpId="0" bldLvl="0" animBg="1"/>
      <p:bldP spid="52" grpId="1" animBg="1"/>
      <p:bldP spid="16" grpId="0" bldLvl="0" animBg="1"/>
      <p:bldP spid="16" grpId="1" animBg="1"/>
      <p:bldP spid="15" grpId="0"/>
      <p:bldP spid="21" grpId="0"/>
      <p:bldP spid="24" grpId="0"/>
      <p:bldP spid="27" grpId="0"/>
      <p:bldP spid="28" grpId="0"/>
      <p:bldP spid="3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207927" name="AutoShape 55" descr="羊皮纸"/>
          <p:cNvSpPr/>
          <p:nvPr/>
        </p:nvSpPr>
        <p:spPr>
          <a:xfrm>
            <a:off x="280988" y="1104900"/>
            <a:ext cx="1800225" cy="647700"/>
          </a:xfrm>
          <a:prstGeom prst="roundRect">
            <a:avLst>
              <a:gd name="adj" fmla="val 16667"/>
            </a:avLst>
          </a:prstGeom>
          <a:blipFill rotWithShape="1">
            <a:blip r:embed="rId1"/>
          </a:blipFill>
          <a:ln w="317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7928" name="Rectangle 56"/>
          <p:cNvSpPr/>
          <p:nvPr/>
        </p:nvSpPr>
        <p:spPr>
          <a:xfrm>
            <a:off x="352425" y="1176338"/>
            <a:ext cx="1612900" cy="519112"/>
          </a:xfrm>
          <a:prstGeom prst="rect">
            <a:avLst/>
          </a:prstGeom>
          <a:noFill/>
          <a:ln w="9525">
            <a:noFill/>
          </a:ln>
        </p:spPr>
        <p:txBody>
          <a:bodyPr anchor="t" anchorCtr="0">
            <a:spAutoFit/>
          </a:bodyPr>
          <a:p>
            <a:pPr>
              <a:spcBef>
                <a:spcPct val="50000"/>
              </a:spcBef>
            </a:pPr>
            <a:r>
              <a:rPr lang="zh-CN" altLang="en-US" sz="2800" b="1" dirty="0">
                <a:solidFill>
                  <a:srgbClr val="000000"/>
                </a:solidFill>
                <a:latin typeface="微软雅黑" panose="020B0503020204020204" pitchFamily="34" charset="-122"/>
                <a:ea typeface="微软雅黑" panose="020B0503020204020204" pitchFamily="34" charset="-122"/>
              </a:rPr>
              <a:t>波源频率</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aphicFrame>
        <p:nvGraphicFramePr>
          <p:cNvPr id="207929" name="Object 57"/>
          <p:cNvGraphicFramePr>
            <a:graphicFrameLocks noChangeAspect="1"/>
          </p:cNvGraphicFramePr>
          <p:nvPr/>
        </p:nvGraphicFramePr>
        <p:xfrm>
          <a:off x="2157413" y="1295400"/>
          <a:ext cx="315912" cy="279400"/>
        </p:xfrm>
        <a:graphic>
          <a:graphicData uri="http://schemas.openxmlformats.org/presentationml/2006/ole">
            <mc:AlternateContent xmlns:mc="http://schemas.openxmlformats.org/markup-compatibility/2006">
              <mc:Choice xmlns:v="urn:schemas-microsoft-com:vml" Requires="v">
                <p:oleObj spid="_x0000_s3086" name="" r:id="rId2" imgW="139700" imgH="101600" progId="Equation.3">
                  <p:embed/>
                </p:oleObj>
              </mc:Choice>
              <mc:Fallback>
                <p:oleObj name="" r:id="rId2" imgW="139700" imgH="101600" progId="Equation.3">
                  <p:embed/>
                  <p:pic>
                    <p:nvPicPr>
                      <p:cNvPr id="0" name="图片 3085"/>
                      <p:cNvPicPr/>
                      <p:nvPr/>
                    </p:nvPicPr>
                    <p:blipFill>
                      <a:blip r:embed="rId3"/>
                      <a:stretch>
                        <a:fillRect/>
                      </a:stretch>
                    </p:blipFill>
                    <p:spPr>
                      <a:xfrm>
                        <a:off x="2157413" y="1295400"/>
                        <a:ext cx="315912" cy="279400"/>
                      </a:xfrm>
                      <a:prstGeom prst="rect">
                        <a:avLst/>
                      </a:prstGeom>
                      <a:noFill/>
                      <a:ln w="38100">
                        <a:noFill/>
                        <a:miter/>
                      </a:ln>
                    </p:spPr>
                  </p:pic>
                </p:oleObj>
              </mc:Fallback>
            </mc:AlternateContent>
          </a:graphicData>
        </a:graphic>
      </p:graphicFrame>
      <p:sp>
        <p:nvSpPr>
          <p:cNvPr id="207930" name="Text Box 58"/>
          <p:cNvSpPr txBox="1"/>
          <p:nvPr/>
        </p:nvSpPr>
        <p:spPr>
          <a:xfrm>
            <a:off x="2362200" y="1143000"/>
            <a:ext cx="6264275" cy="519113"/>
          </a:xfrm>
          <a:prstGeom prst="rect">
            <a:avLst/>
          </a:prstGeom>
          <a:noFill/>
          <a:ln w="9525">
            <a:noFill/>
          </a:ln>
        </p:spPr>
        <p:txBody>
          <a:bodyPr anchor="t" anchorCtr="0">
            <a:spAutoFit/>
          </a:bodyPr>
          <a:p>
            <a:pPr>
              <a:spcBef>
                <a:spcPct val="50000"/>
              </a:spcBef>
            </a:pPr>
            <a:r>
              <a:rPr lang="zh-CN" altLang="en-US" sz="2800" b="1" dirty="0">
                <a:solidFill>
                  <a:srgbClr val="020202"/>
                </a:solidFill>
                <a:latin typeface="Times New Roman" panose="02020603050405020304" pitchFamily="18" charset="0"/>
                <a:ea typeface="微软雅黑" panose="020B0503020204020204" pitchFamily="34" charset="-122"/>
              </a:rPr>
              <a:t>波源在单位时间内发出的完整波数目</a:t>
            </a:r>
            <a:endParaRPr lang="zh-CN" altLang="en-US" sz="2800" b="1" dirty="0">
              <a:solidFill>
                <a:srgbClr val="020202"/>
              </a:solidFill>
              <a:latin typeface="Times New Roman" panose="02020603050405020304" pitchFamily="18" charset="0"/>
              <a:ea typeface="微软雅黑" panose="020B0503020204020204" pitchFamily="34" charset="-122"/>
            </a:endParaRPr>
          </a:p>
        </p:txBody>
      </p:sp>
      <p:graphicFrame>
        <p:nvGraphicFramePr>
          <p:cNvPr id="207932" name="Object 60"/>
          <p:cNvGraphicFramePr>
            <a:graphicFrameLocks noChangeAspect="1"/>
          </p:cNvGraphicFramePr>
          <p:nvPr/>
        </p:nvGraphicFramePr>
        <p:xfrm>
          <a:off x="2168525" y="2103438"/>
          <a:ext cx="315913" cy="279400"/>
        </p:xfrm>
        <a:graphic>
          <a:graphicData uri="http://schemas.openxmlformats.org/presentationml/2006/ole">
            <mc:AlternateContent xmlns:mc="http://schemas.openxmlformats.org/markup-compatibility/2006">
              <mc:Choice xmlns:v="urn:schemas-microsoft-com:vml" Requires="v">
                <p:oleObj spid="_x0000_s3094" name="" r:id="rId4" imgW="139700" imgH="101600" progId="Equation.3">
                  <p:embed/>
                </p:oleObj>
              </mc:Choice>
              <mc:Fallback>
                <p:oleObj name="" r:id="rId4" imgW="139700" imgH="101600" progId="Equation.3">
                  <p:embed/>
                  <p:pic>
                    <p:nvPicPr>
                      <p:cNvPr id="0" name="图片 3093"/>
                      <p:cNvPicPr/>
                      <p:nvPr/>
                    </p:nvPicPr>
                    <p:blipFill>
                      <a:blip r:embed="rId3"/>
                      <a:stretch>
                        <a:fillRect/>
                      </a:stretch>
                    </p:blipFill>
                    <p:spPr>
                      <a:xfrm>
                        <a:off x="2168525" y="2103438"/>
                        <a:ext cx="315913" cy="279400"/>
                      </a:xfrm>
                      <a:prstGeom prst="rect">
                        <a:avLst/>
                      </a:prstGeom>
                      <a:noFill/>
                      <a:ln w="38100">
                        <a:noFill/>
                        <a:miter/>
                      </a:ln>
                    </p:spPr>
                  </p:pic>
                </p:oleObj>
              </mc:Fallback>
            </mc:AlternateContent>
          </a:graphicData>
        </a:graphic>
      </p:graphicFrame>
      <p:sp>
        <p:nvSpPr>
          <p:cNvPr id="207933" name="Line 61"/>
          <p:cNvSpPr/>
          <p:nvPr/>
        </p:nvSpPr>
        <p:spPr>
          <a:xfrm>
            <a:off x="2600325" y="2239963"/>
            <a:ext cx="647700" cy="0"/>
          </a:xfrm>
          <a:prstGeom prst="line">
            <a:avLst/>
          </a:prstGeom>
          <a:ln w="22225" cap="rnd" cmpd="sng">
            <a:solidFill>
              <a:srgbClr val="000000"/>
            </a:solidFill>
            <a:prstDash val="solid"/>
            <a:round/>
            <a:headEnd type="none" w="med" len="med"/>
            <a:tailEnd type="none" w="med" len="med"/>
          </a:ln>
        </p:spPr>
      </p:sp>
      <p:graphicFrame>
        <p:nvGraphicFramePr>
          <p:cNvPr id="207934" name="Object 62"/>
          <p:cNvGraphicFramePr>
            <a:graphicFrameLocks noChangeAspect="1"/>
          </p:cNvGraphicFramePr>
          <p:nvPr/>
        </p:nvGraphicFramePr>
        <p:xfrm>
          <a:off x="2775744" y="2187575"/>
          <a:ext cx="403225" cy="555625"/>
        </p:xfrm>
        <a:graphic>
          <a:graphicData uri="http://schemas.openxmlformats.org/presentationml/2006/ole">
            <mc:AlternateContent xmlns:mc="http://schemas.openxmlformats.org/markup-compatibility/2006">
              <mc:Choice xmlns:v="urn:schemas-microsoft-com:vml" Requires="v">
                <p:oleObj spid="_x0000_s3084" name="" r:id="rId5" imgW="165100" imgH="228600" progId="Equation.3">
                  <p:embed/>
                </p:oleObj>
              </mc:Choice>
              <mc:Fallback>
                <p:oleObj name="" r:id="rId5" imgW="165100" imgH="228600" progId="Equation.3">
                  <p:embed/>
                  <p:pic>
                    <p:nvPicPr>
                      <p:cNvPr id="0" name="图片 3083"/>
                      <p:cNvPicPr/>
                      <p:nvPr/>
                    </p:nvPicPr>
                    <p:blipFill>
                      <a:blip r:embed="rId6"/>
                      <a:stretch>
                        <a:fillRect/>
                      </a:stretch>
                    </p:blipFill>
                    <p:spPr>
                      <a:xfrm>
                        <a:off x="2775744" y="2187575"/>
                        <a:ext cx="403225" cy="555625"/>
                      </a:xfrm>
                      <a:prstGeom prst="rect">
                        <a:avLst/>
                      </a:prstGeom>
                      <a:noFill/>
                      <a:ln w="38100">
                        <a:noFill/>
                        <a:miter/>
                      </a:ln>
                    </p:spPr>
                  </p:pic>
                </p:oleObj>
              </mc:Fallback>
            </mc:AlternateContent>
          </a:graphicData>
        </a:graphic>
      </p:graphicFrame>
      <p:graphicFrame>
        <p:nvGraphicFramePr>
          <p:cNvPr id="207935" name="Object 63"/>
          <p:cNvGraphicFramePr>
            <a:graphicFrameLocks noChangeAspect="1"/>
          </p:cNvGraphicFramePr>
          <p:nvPr/>
        </p:nvGraphicFramePr>
        <p:xfrm>
          <a:off x="2798763" y="1822450"/>
          <a:ext cx="277812" cy="401638"/>
        </p:xfrm>
        <a:graphic>
          <a:graphicData uri="http://schemas.openxmlformats.org/presentationml/2006/ole">
            <mc:AlternateContent xmlns:mc="http://schemas.openxmlformats.org/markup-compatibility/2006">
              <mc:Choice xmlns:v="urn:schemas-microsoft-com:vml" Requires="v">
                <p:oleObj spid="_x0000_s3087" name="" r:id="rId7" imgW="114300" imgH="165100" progId="Equation.3">
                  <p:embed/>
                </p:oleObj>
              </mc:Choice>
              <mc:Fallback>
                <p:oleObj name="" r:id="rId7" imgW="114300" imgH="165100" progId="Equation.3">
                  <p:embed/>
                  <p:pic>
                    <p:nvPicPr>
                      <p:cNvPr id="0" name="图片 3086"/>
                      <p:cNvPicPr/>
                      <p:nvPr/>
                    </p:nvPicPr>
                    <p:blipFill>
                      <a:blip r:embed="rId8"/>
                      <a:stretch>
                        <a:fillRect/>
                      </a:stretch>
                    </p:blipFill>
                    <p:spPr>
                      <a:xfrm>
                        <a:off x="2798763" y="1822450"/>
                        <a:ext cx="277812" cy="401638"/>
                      </a:xfrm>
                      <a:prstGeom prst="rect">
                        <a:avLst/>
                      </a:prstGeom>
                      <a:noFill/>
                      <a:ln w="38100">
                        <a:noFill/>
                        <a:miter/>
                      </a:ln>
                    </p:spPr>
                  </p:pic>
                </p:oleObj>
              </mc:Fallback>
            </mc:AlternateContent>
          </a:graphicData>
        </a:graphic>
      </p:graphicFrame>
      <p:sp>
        <p:nvSpPr>
          <p:cNvPr id="207936" name="AutoShape 64" descr="羊皮纸"/>
          <p:cNvSpPr/>
          <p:nvPr/>
        </p:nvSpPr>
        <p:spPr>
          <a:xfrm>
            <a:off x="276225" y="2743200"/>
            <a:ext cx="1800225" cy="647700"/>
          </a:xfrm>
          <a:prstGeom prst="roundRect">
            <a:avLst>
              <a:gd name="adj" fmla="val 16667"/>
            </a:avLst>
          </a:prstGeom>
          <a:blipFill rotWithShape="1">
            <a:blip r:embed="rId1"/>
          </a:blipFill>
          <a:ln w="317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7937" name="Rectangle 65"/>
          <p:cNvSpPr/>
          <p:nvPr/>
        </p:nvSpPr>
        <p:spPr>
          <a:xfrm>
            <a:off x="347663" y="2814638"/>
            <a:ext cx="1612900" cy="519112"/>
          </a:xfrm>
          <a:prstGeom prst="rect">
            <a:avLst/>
          </a:prstGeom>
          <a:noFill/>
          <a:ln w="9525">
            <a:noFill/>
          </a:ln>
        </p:spPr>
        <p:txBody>
          <a:bodyPr anchor="t" anchorCtr="0">
            <a:spAutoFit/>
          </a:bodyPr>
          <a:p>
            <a:pPr>
              <a:spcBef>
                <a:spcPct val="50000"/>
              </a:spcBef>
            </a:pPr>
            <a:r>
              <a:rPr lang="zh-CN" altLang="en-US" sz="2800" b="1" dirty="0">
                <a:latin typeface="微软雅黑" panose="020B0503020204020204" pitchFamily="34" charset="-122"/>
                <a:ea typeface="微软雅黑" panose="020B0503020204020204" pitchFamily="34" charset="-122"/>
              </a:rPr>
              <a:t>波的频率</a:t>
            </a:r>
            <a:endParaRPr lang="zh-CN" altLang="en-US" sz="2800" b="1" dirty="0">
              <a:latin typeface="微软雅黑" panose="020B0503020204020204" pitchFamily="34" charset="-122"/>
              <a:ea typeface="微软雅黑" panose="020B0503020204020204" pitchFamily="34" charset="-122"/>
            </a:endParaRPr>
          </a:p>
        </p:txBody>
      </p:sp>
      <p:graphicFrame>
        <p:nvGraphicFramePr>
          <p:cNvPr id="207938" name="Object 66"/>
          <p:cNvGraphicFramePr>
            <a:graphicFrameLocks noChangeAspect="1"/>
          </p:cNvGraphicFramePr>
          <p:nvPr/>
        </p:nvGraphicFramePr>
        <p:xfrm>
          <a:off x="2105025" y="2965450"/>
          <a:ext cx="315913" cy="279400"/>
        </p:xfrm>
        <a:graphic>
          <a:graphicData uri="http://schemas.openxmlformats.org/presentationml/2006/ole">
            <mc:AlternateContent xmlns:mc="http://schemas.openxmlformats.org/markup-compatibility/2006">
              <mc:Choice xmlns:v="urn:schemas-microsoft-com:vml" Requires="v">
                <p:oleObj spid="_x0000_s3088" name="" r:id="rId9" imgW="139700" imgH="101600" progId="Equation.3">
                  <p:embed/>
                </p:oleObj>
              </mc:Choice>
              <mc:Fallback>
                <p:oleObj name="" r:id="rId9" imgW="139700" imgH="101600" progId="Equation.3">
                  <p:embed/>
                  <p:pic>
                    <p:nvPicPr>
                      <p:cNvPr id="0" name="图片 3087"/>
                      <p:cNvPicPr/>
                      <p:nvPr/>
                    </p:nvPicPr>
                    <p:blipFill>
                      <a:blip r:embed="rId3"/>
                      <a:stretch>
                        <a:fillRect/>
                      </a:stretch>
                    </p:blipFill>
                    <p:spPr>
                      <a:xfrm>
                        <a:off x="2105025" y="2965450"/>
                        <a:ext cx="315913" cy="279400"/>
                      </a:xfrm>
                      <a:prstGeom prst="rect">
                        <a:avLst/>
                      </a:prstGeom>
                      <a:noFill/>
                      <a:ln w="38100">
                        <a:noFill/>
                        <a:miter/>
                      </a:ln>
                    </p:spPr>
                  </p:pic>
                </p:oleObj>
              </mc:Fallback>
            </mc:AlternateContent>
          </a:graphicData>
        </a:graphic>
      </p:graphicFrame>
      <p:sp>
        <p:nvSpPr>
          <p:cNvPr id="207939" name="Text Box 67"/>
          <p:cNvSpPr txBox="1"/>
          <p:nvPr/>
        </p:nvSpPr>
        <p:spPr>
          <a:xfrm>
            <a:off x="2320925" y="2806700"/>
            <a:ext cx="6588125" cy="519113"/>
          </a:xfrm>
          <a:prstGeom prst="rect">
            <a:avLst/>
          </a:prstGeom>
          <a:noFill/>
          <a:ln w="9525">
            <a:noFill/>
          </a:ln>
        </p:spPr>
        <p:txBody>
          <a:bodyPr anchor="t" anchorCtr="0">
            <a:spAutoFit/>
          </a:bodyPr>
          <a:p>
            <a:pPr>
              <a:spcBef>
                <a:spcPct val="50000"/>
              </a:spcBef>
            </a:pPr>
            <a:r>
              <a:rPr lang="zh-CN" altLang="en-US" sz="2800" b="1" dirty="0">
                <a:solidFill>
                  <a:srgbClr val="020202"/>
                </a:solidFill>
                <a:latin typeface="Times New Roman" panose="02020603050405020304" pitchFamily="18" charset="0"/>
                <a:ea typeface="微软雅黑" panose="020B0503020204020204" pitchFamily="34" charset="-122"/>
              </a:rPr>
              <a:t>单位时间内通过介质中某点的完整波数目</a:t>
            </a:r>
            <a:endParaRPr lang="zh-CN" altLang="en-US" sz="2800" b="1" dirty="0">
              <a:solidFill>
                <a:srgbClr val="020202"/>
              </a:solidFill>
              <a:latin typeface="Times New Roman" panose="02020603050405020304" pitchFamily="18" charset="0"/>
              <a:ea typeface="微软雅黑" panose="020B0503020204020204" pitchFamily="34" charset="-122"/>
            </a:endParaRPr>
          </a:p>
        </p:txBody>
      </p:sp>
      <p:graphicFrame>
        <p:nvGraphicFramePr>
          <p:cNvPr id="207940" name="Object 68"/>
          <p:cNvGraphicFramePr>
            <a:graphicFrameLocks noChangeAspect="1"/>
          </p:cNvGraphicFramePr>
          <p:nvPr/>
        </p:nvGraphicFramePr>
        <p:xfrm>
          <a:off x="1571625" y="3543300"/>
          <a:ext cx="471488" cy="647700"/>
        </p:xfrm>
        <a:graphic>
          <a:graphicData uri="http://schemas.openxmlformats.org/presentationml/2006/ole">
            <mc:AlternateContent xmlns:mc="http://schemas.openxmlformats.org/markup-compatibility/2006">
              <mc:Choice xmlns:v="urn:schemas-microsoft-com:vml" Requires="v">
                <p:oleObj spid="_x0000_s3090" name="" r:id="rId10" imgW="114300" imgH="190500" progId="Equation.3">
                  <p:embed/>
                </p:oleObj>
              </mc:Choice>
              <mc:Fallback>
                <p:oleObj name="" r:id="rId10" imgW="114300" imgH="190500" progId="Equation.3">
                  <p:embed/>
                  <p:pic>
                    <p:nvPicPr>
                      <p:cNvPr id="0" name="图片 3089"/>
                      <p:cNvPicPr/>
                      <p:nvPr/>
                    </p:nvPicPr>
                    <p:blipFill>
                      <a:blip r:embed="rId11">
                        <a:clrChange>
                          <a:clrFrom>
                            <a:srgbClr val="000000"/>
                          </a:clrFrom>
                          <a:clrTo>
                            <a:srgbClr val="0000FF"/>
                          </a:clrTo>
                        </a:clrChange>
                      </a:blip>
                      <a:stretch>
                        <a:fillRect/>
                      </a:stretch>
                    </p:blipFill>
                    <p:spPr>
                      <a:xfrm>
                        <a:off x="1571625" y="3543300"/>
                        <a:ext cx="471488" cy="647700"/>
                      </a:xfrm>
                      <a:prstGeom prst="rect">
                        <a:avLst/>
                      </a:prstGeom>
                      <a:noFill/>
                      <a:ln w="38100">
                        <a:noFill/>
                        <a:miter/>
                      </a:ln>
                    </p:spPr>
                  </p:pic>
                </p:oleObj>
              </mc:Fallback>
            </mc:AlternateContent>
          </a:graphicData>
        </a:graphic>
      </p:graphicFrame>
      <p:graphicFrame>
        <p:nvGraphicFramePr>
          <p:cNvPr id="207941" name="Object 69"/>
          <p:cNvGraphicFramePr>
            <a:graphicFrameLocks noChangeAspect="1"/>
          </p:cNvGraphicFramePr>
          <p:nvPr/>
        </p:nvGraphicFramePr>
        <p:xfrm>
          <a:off x="2074863" y="3765550"/>
          <a:ext cx="315912" cy="279400"/>
        </p:xfrm>
        <a:graphic>
          <a:graphicData uri="http://schemas.openxmlformats.org/presentationml/2006/ole">
            <mc:AlternateContent xmlns:mc="http://schemas.openxmlformats.org/markup-compatibility/2006">
              <mc:Choice xmlns:v="urn:schemas-microsoft-com:vml" Requires="v">
                <p:oleObj spid="_x0000_s3091" name="" r:id="rId12" imgW="139700" imgH="101600" progId="Equation.3">
                  <p:embed/>
                </p:oleObj>
              </mc:Choice>
              <mc:Fallback>
                <p:oleObj name="" r:id="rId12" imgW="139700" imgH="101600" progId="Equation.3">
                  <p:embed/>
                  <p:pic>
                    <p:nvPicPr>
                      <p:cNvPr id="0" name="图片 3090"/>
                      <p:cNvPicPr/>
                      <p:nvPr/>
                    </p:nvPicPr>
                    <p:blipFill>
                      <a:blip r:embed="rId3"/>
                      <a:stretch>
                        <a:fillRect/>
                      </a:stretch>
                    </p:blipFill>
                    <p:spPr>
                      <a:xfrm>
                        <a:off x="2074863" y="3765550"/>
                        <a:ext cx="315912" cy="279400"/>
                      </a:xfrm>
                      <a:prstGeom prst="rect">
                        <a:avLst/>
                      </a:prstGeom>
                      <a:noFill/>
                      <a:ln w="38100">
                        <a:noFill/>
                        <a:miter/>
                      </a:ln>
                    </p:spPr>
                  </p:pic>
                </p:oleObj>
              </mc:Fallback>
            </mc:AlternateContent>
          </a:graphicData>
        </a:graphic>
      </p:graphicFrame>
      <p:sp>
        <p:nvSpPr>
          <p:cNvPr id="207942" name="Line 70"/>
          <p:cNvSpPr/>
          <p:nvPr/>
        </p:nvSpPr>
        <p:spPr>
          <a:xfrm>
            <a:off x="2506663" y="3902075"/>
            <a:ext cx="647700" cy="0"/>
          </a:xfrm>
          <a:prstGeom prst="line">
            <a:avLst/>
          </a:prstGeom>
          <a:ln w="22225" cap="rnd" cmpd="sng">
            <a:solidFill>
              <a:srgbClr val="000000"/>
            </a:solidFill>
            <a:prstDash val="solid"/>
            <a:round/>
            <a:headEnd type="none" w="med" len="med"/>
            <a:tailEnd type="none" w="med" len="med"/>
          </a:ln>
        </p:spPr>
      </p:sp>
      <p:graphicFrame>
        <p:nvGraphicFramePr>
          <p:cNvPr id="207943" name="Object 71"/>
          <p:cNvGraphicFramePr>
            <a:graphicFrameLocks noChangeAspect="1"/>
          </p:cNvGraphicFramePr>
          <p:nvPr/>
        </p:nvGraphicFramePr>
        <p:xfrm>
          <a:off x="2647950" y="3517900"/>
          <a:ext cx="350838" cy="384175"/>
        </p:xfrm>
        <a:graphic>
          <a:graphicData uri="http://schemas.openxmlformats.org/presentationml/2006/ole">
            <mc:AlternateContent xmlns:mc="http://schemas.openxmlformats.org/markup-compatibility/2006">
              <mc:Choice xmlns:v="urn:schemas-microsoft-com:vml" Requires="v">
                <p:oleObj spid="_x0000_s3085" name="" r:id="rId13" imgW="127000" imgH="139700" progId="Equation.3">
                  <p:embed/>
                </p:oleObj>
              </mc:Choice>
              <mc:Fallback>
                <p:oleObj name="" r:id="rId13" imgW="127000" imgH="139700" progId="Equation.3">
                  <p:embed/>
                  <p:pic>
                    <p:nvPicPr>
                      <p:cNvPr id="0" name="图片 3084"/>
                      <p:cNvPicPr/>
                      <p:nvPr/>
                    </p:nvPicPr>
                    <p:blipFill>
                      <a:blip r:embed="rId14"/>
                      <a:stretch>
                        <a:fillRect/>
                      </a:stretch>
                    </p:blipFill>
                    <p:spPr>
                      <a:xfrm>
                        <a:off x="2647950" y="3517900"/>
                        <a:ext cx="350838" cy="384175"/>
                      </a:xfrm>
                      <a:prstGeom prst="rect">
                        <a:avLst/>
                      </a:prstGeom>
                      <a:noFill/>
                      <a:ln w="38100">
                        <a:noFill/>
                        <a:miter/>
                      </a:ln>
                    </p:spPr>
                  </p:pic>
                </p:oleObj>
              </mc:Fallback>
            </mc:AlternateContent>
          </a:graphicData>
        </a:graphic>
      </p:graphicFrame>
      <p:graphicFrame>
        <p:nvGraphicFramePr>
          <p:cNvPr id="207944" name="Object 72"/>
          <p:cNvGraphicFramePr>
            <a:graphicFrameLocks noChangeAspect="1"/>
          </p:cNvGraphicFramePr>
          <p:nvPr/>
        </p:nvGraphicFramePr>
        <p:xfrm>
          <a:off x="2668588" y="3900488"/>
          <a:ext cx="368300" cy="514350"/>
        </p:xfrm>
        <a:graphic>
          <a:graphicData uri="http://schemas.openxmlformats.org/presentationml/2006/ole">
            <mc:AlternateContent xmlns:mc="http://schemas.openxmlformats.org/markup-compatibility/2006">
              <mc:Choice xmlns:v="urn:schemas-microsoft-com:vml" Requires="v">
                <p:oleObj spid="_x0000_s3092" name="" r:id="rId15" imgW="127000" imgH="177165" progId="Equation.3">
                  <p:embed/>
                </p:oleObj>
              </mc:Choice>
              <mc:Fallback>
                <p:oleObj name="" r:id="rId15" imgW="127000" imgH="177165" progId="Equation.3">
                  <p:embed/>
                  <p:pic>
                    <p:nvPicPr>
                      <p:cNvPr id="0" name="图片 3091"/>
                      <p:cNvPicPr/>
                      <p:nvPr/>
                    </p:nvPicPr>
                    <p:blipFill>
                      <a:blip r:embed="rId16"/>
                      <a:stretch>
                        <a:fillRect/>
                      </a:stretch>
                    </p:blipFill>
                    <p:spPr>
                      <a:xfrm>
                        <a:off x="2668588" y="3900488"/>
                        <a:ext cx="368300" cy="514350"/>
                      </a:xfrm>
                      <a:prstGeom prst="rect">
                        <a:avLst/>
                      </a:prstGeom>
                      <a:noFill/>
                      <a:ln w="38100">
                        <a:noFill/>
                        <a:miter/>
                      </a:ln>
                    </p:spPr>
                  </p:pic>
                </p:oleObj>
              </mc:Fallback>
            </mc:AlternateContent>
          </a:graphicData>
        </a:graphic>
      </p:graphicFrame>
      <p:sp>
        <p:nvSpPr>
          <p:cNvPr id="207945" name="Line 73"/>
          <p:cNvSpPr/>
          <p:nvPr/>
        </p:nvSpPr>
        <p:spPr>
          <a:xfrm>
            <a:off x="3009900" y="3684588"/>
            <a:ext cx="1223963" cy="0"/>
          </a:xfrm>
          <a:prstGeom prst="line">
            <a:avLst/>
          </a:prstGeom>
          <a:ln w="25400" cap="rnd" cmpd="sng">
            <a:solidFill>
              <a:srgbClr val="008000"/>
            </a:solidFill>
            <a:prstDash val="solid"/>
            <a:round/>
            <a:headEnd type="none" w="med" len="med"/>
            <a:tailEnd type="triangle" w="med" len="med"/>
          </a:ln>
        </p:spPr>
      </p:sp>
      <p:sp>
        <p:nvSpPr>
          <p:cNvPr id="207946" name="Text Box 74"/>
          <p:cNvSpPr txBox="1"/>
          <p:nvPr/>
        </p:nvSpPr>
        <p:spPr>
          <a:xfrm>
            <a:off x="4305300" y="3397250"/>
            <a:ext cx="2447925" cy="519113"/>
          </a:xfrm>
          <a:prstGeom prst="rect">
            <a:avLst/>
          </a:prstGeom>
          <a:noFill/>
          <a:ln w="9525">
            <a:noFill/>
          </a:ln>
        </p:spPr>
        <p:txBody>
          <a:bodyPr anchor="t" anchorCtr="0">
            <a:spAutoFit/>
          </a:bodyPr>
          <a:p>
            <a:pPr>
              <a:spcBef>
                <a:spcPct val="50000"/>
              </a:spcBef>
            </a:pPr>
            <a:r>
              <a:rPr lang="zh-CN" altLang="en-US" sz="2800" b="1" dirty="0">
                <a:solidFill>
                  <a:srgbClr val="020202"/>
                </a:solidFill>
                <a:latin typeface="Times New Roman" panose="02020603050405020304" pitchFamily="18" charset="0"/>
                <a:ea typeface="微软雅黑" panose="020B0503020204020204" pitchFamily="34" charset="-122"/>
              </a:rPr>
              <a:t>介质中的波速</a:t>
            </a:r>
            <a:endParaRPr lang="zh-CN" altLang="en-US" sz="2800" b="1" dirty="0">
              <a:solidFill>
                <a:srgbClr val="020202"/>
              </a:solidFill>
              <a:latin typeface="Times New Roman" panose="02020603050405020304" pitchFamily="18" charset="0"/>
              <a:ea typeface="微软雅黑" panose="020B0503020204020204" pitchFamily="34" charset="-122"/>
            </a:endParaRPr>
          </a:p>
        </p:txBody>
      </p:sp>
      <p:sp>
        <p:nvSpPr>
          <p:cNvPr id="207947" name="Line 75"/>
          <p:cNvSpPr/>
          <p:nvPr/>
        </p:nvSpPr>
        <p:spPr>
          <a:xfrm>
            <a:off x="3009900" y="4138613"/>
            <a:ext cx="1223963" cy="0"/>
          </a:xfrm>
          <a:prstGeom prst="line">
            <a:avLst/>
          </a:prstGeom>
          <a:ln w="25400" cap="rnd" cmpd="sng">
            <a:solidFill>
              <a:srgbClr val="008000"/>
            </a:solidFill>
            <a:prstDash val="solid"/>
            <a:round/>
            <a:headEnd type="none" w="med" len="med"/>
            <a:tailEnd type="triangle" w="med" len="med"/>
          </a:ln>
        </p:spPr>
      </p:sp>
      <p:sp>
        <p:nvSpPr>
          <p:cNvPr id="207948" name="Text Box 76"/>
          <p:cNvSpPr txBox="1"/>
          <p:nvPr/>
        </p:nvSpPr>
        <p:spPr>
          <a:xfrm>
            <a:off x="4305300" y="3902075"/>
            <a:ext cx="2447925" cy="519113"/>
          </a:xfrm>
          <a:prstGeom prst="rect">
            <a:avLst/>
          </a:prstGeom>
          <a:noFill/>
          <a:ln w="9525">
            <a:noFill/>
          </a:ln>
        </p:spPr>
        <p:txBody>
          <a:bodyPr anchor="t" anchorCtr="0">
            <a:spAutoFit/>
          </a:bodyPr>
          <a:p>
            <a:pPr>
              <a:spcBef>
                <a:spcPct val="50000"/>
              </a:spcBef>
            </a:pPr>
            <a:r>
              <a:rPr lang="zh-CN" altLang="en-US" sz="2800" b="1" dirty="0">
                <a:solidFill>
                  <a:srgbClr val="020202"/>
                </a:solidFill>
                <a:latin typeface="Times New Roman" panose="02020603050405020304" pitchFamily="18" charset="0"/>
                <a:ea typeface="微软雅黑" panose="020B0503020204020204" pitchFamily="34" charset="-122"/>
              </a:rPr>
              <a:t>介质中的波长</a:t>
            </a:r>
            <a:endParaRPr lang="zh-CN" altLang="en-US" sz="2800" b="1" dirty="0">
              <a:solidFill>
                <a:srgbClr val="020202"/>
              </a:solidFill>
              <a:latin typeface="Times New Roman" panose="02020603050405020304" pitchFamily="18" charset="0"/>
              <a:ea typeface="微软雅黑" panose="020B0503020204020204" pitchFamily="34" charset="-122"/>
            </a:endParaRPr>
          </a:p>
        </p:txBody>
      </p:sp>
      <p:sp>
        <p:nvSpPr>
          <p:cNvPr id="207949" name="AutoShape 77" descr="羊皮纸"/>
          <p:cNvSpPr/>
          <p:nvPr/>
        </p:nvSpPr>
        <p:spPr>
          <a:xfrm>
            <a:off x="228600" y="4610100"/>
            <a:ext cx="1800225" cy="647700"/>
          </a:xfrm>
          <a:prstGeom prst="roundRect">
            <a:avLst>
              <a:gd name="adj" fmla="val 16667"/>
            </a:avLst>
          </a:prstGeom>
          <a:blipFill rotWithShape="1">
            <a:blip r:embed="rId1"/>
          </a:blipFill>
          <a:ln w="317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7950" name="Rectangle 78"/>
          <p:cNvSpPr/>
          <p:nvPr/>
        </p:nvSpPr>
        <p:spPr>
          <a:xfrm>
            <a:off x="304800" y="4681538"/>
            <a:ext cx="1612900" cy="519112"/>
          </a:xfrm>
          <a:prstGeom prst="rect">
            <a:avLst/>
          </a:prstGeom>
          <a:noFill/>
          <a:ln w="9525">
            <a:noFill/>
          </a:ln>
        </p:spPr>
        <p:txBody>
          <a:bodyPr anchor="t" anchorCtr="0">
            <a:spAutoFit/>
          </a:bodyPr>
          <a:p>
            <a:pPr>
              <a:spcBef>
                <a:spcPct val="50000"/>
              </a:spcBef>
            </a:pPr>
            <a:r>
              <a:rPr lang="zh-CN" altLang="en-US" sz="2800" b="1" dirty="0">
                <a:solidFill>
                  <a:srgbClr val="FF3300"/>
                </a:solidFill>
                <a:latin typeface="微软雅黑" panose="020B0503020204020204" pitchFamily="34" charset="-122"/>
                <a:ea typeface="微软雅黑" panose="020B0503020204020204" pitchFamily="34" charset="-122"/>
              </a:rPr>
              <a:t>接收频率</a:t>
            </a:r>
            <a:endParaRPr lang="zh-CN" altLang="en-US" sz="2800" b="1" dirty="0">
              <a:solidFill>
                <a:srgbClr val="FF3300"/>
              </a:solidFill>
              <a:latin typeface="微软雅黑" panose="020B0503020204020204" pitchFamily="34" charset="-122"/>
              <a:ea typeface="微软雅黑" panose="020B0503020204020204" pitchFamily="34" charset="-122"/>
            </a:endParaRPr>
          </a:p>
        </p:txBody>
      </p:sp>
      <p:graphicFrame>
        <p:nvGraphicFramePr>
          <p:cNvPr id="207951" name="Object 79"/>
          <p:cNvGraphicFramePr>
            <a:graphicFrameLocks noChangeAspect="1"/>
          </p:cNvGraphicFramePr>
          <p:nvPr/>
        </p:nvGraphicFramePr>
        <p:xfrm>
          <a:off x="2082800" y="4811713"/>
          <a:ext cx="315913" cy="279400"/>
        </p:xfrm>
        <a:graphic>
          <a:graphicData uri="http://schemas.openxmlformats.org/presentationml/2006/ole">
            <mc:AlternateContent xmlns:mc="http://schemas.openxmlformats.org/markup-compatibility/2006">
              <mc:Choice xmlns:v="urn:schemas-microsoft-com:vml" Requires="v">
                <p:oleObj spid="_x0000_s3095" name="" r:id="rId17" imgW="139700" imgH="101600" progId="Equation.3">
                  <p:embed/>
                </p:oleObj>
              </mc:Choice>
              <mc:Fallback>
                <p:oleObj name="" r:id="rId17" imgW="139700" imgH="101600" progId="Equation.3">
                  <p:embed/>
                  <p:pic>
                    <p:nvPicPr>
                      <p:cNvPr id="0" name="图片 3094"/>
                      <p:cNvPicPr/>
                      <p:nvPr/>
                    </p:nvPicPr>
                    <p:blipFill>
                      <a:blip r:embed="rId3"/>
                      <a:stretch>
                        <a:fillRect/>
                      </a:stretch>
                    </p:blipFill>
                    <p:spPr>
                      <a:xfrm>
                        <a:off x="2082800" y="4811713"/>
                        <a:ext cx="315913" cy="279400"/>
                      </a:xfrm>
                      <a:prstGeom prst="rect">
                        <a:avLst/>
                      </a:prstGeom>
                      <a:noFill/>
                      <a:ln w="38100">
                        <a:noFill/>
                        <a:miter/>
                      </a:ln>
                    </p:spPr>
                  </p:pic>
                </p:oleObj>
              </mc:Fallback>
            </mc:AlternateContent>
          </a:graphicData>
        </a:graphic>
      </p:graphicFrame>
      <p:sp>
        <p:nvSpPr>
          <p:cNvPr id="207952" name="Text Box 80"/>
          <p:cNvSpPr txBox="1"/>
          <p:nvPr/>
        </p:nvSpPr>
        <p:spPr>
          <a:xfrm>
            <a:off x="2298700" y="4652963"/>
            <a:ext cx="6588125" cy="519112"/>
          </a:xfrm>
          <a:prstGeom prst="rect">
            <a:avLst/>
          </a:prstGeom>
          <a:noFill/>
          <a:ln w="9525">
            <a:noFill/>
          </a:ln>
        </p:spPr>
        <p:txBody>
          <a:bodyPr anchor="t" anchorCtr="0">
            <a:spAutoFit/>
          </a:bodyPr>
          <a:p>
            <a:pPr>
              <a:spcBef>
                <a:spcPct val="50000"/>
              </a:spcBef>
            </a:pPr>
            <a:r>
              <a:rPr lang="zh-CN" altLang="en-US" sz="2800" b="1" dirty="0">
                <a:solidFill>
                  <a:srgbClr val="020202"/>
                </a:solidFill>
                <a:latin typeface="Times New Roman" panose="02020603050405020304" pitchFamily="18" charset="0"/>
                <a:ea typeface="微软雅黑" panose="020B0503020204020204" pitchFamily="34" charset="-122"/>
              </a:rPr>
              <a:t>接收者在单位时间内接收到的完整波数目</a:t>
            </a:r>
            <a:endParaRPr lang="zh-CN" altLang="en-US" sz="2800" b="1" dirty="0">
              <a:solidFill>
                <a:srgbClr val="020202"/>
              </a:solidFill>
              <a:latin typeface="Times New Roman" panose="02020603050405020304" pitchFamily="18" charset="0"/>
              <a:ea typeface="微软雅黑" panose="020B0503020204020204" pitchFamily="34" charset="-122"/>
            </a:endParaRPr>
          </a:p>
        </p:txBody>
      </p:sp>
      <p:graphicFrame>
        <p:nvGraphicFramePr>
          <p:cNvPr id="207953" name="Object 81"/>
          <p:cNvGraphicFramePr>
            <a:graphicFrameLocks noChangeAspect="1"/>
          </p:cNvGraphicFramePr>
          <p:nvPr/>
        </p:nvGraphicFramePr>
        <p:xfrm>
          <a:off x="1611313" y="5507038"/>
          <a:ext cx="544512" cy="612775"/>
        </p:xfrm>
        <a:graphic>
          <a:graphicData uri="http://schemas.openxmlformats.org/presentationml/2006/ole">
            <mc:AlternateContent xmlns:mc="http://schemas.openxmlformats.org/markup-compatibility/2006">
              <mc:Choice xmlns:v="urn:schemas-microsoft-com:vml" Requires="v">
                <p:oleObj spid="_x0000_s3083" name="" r:id="rId18" imgW="139700" imgH="177800" progId="Equation.3">
                  <p:embed/>
                </p:oleObj>
              </mc:Choice>
              <mc:Fallback>
                <p:oleObj name="" r:id="rId18" imgW="139700" imgH="177800" progId="Equation.3">
                  <p:embed/>
                  <p:pic>
                    <p:nvPicPr>
                      <p:cNvPr id="0" name="图片 3082"/>
                      <p:cNvPicPr/>
                      <p:nvPr/>
                    </p:nvPicPr>
                    <p:blipFill>
                      <a:blip r:embed="rId19">
                        <a:clrChange>
                          <a:clrFrom>
                            <a:srgbClr val="000000"/>
                          </a:clrFrom>
                          <a:clrTo>
                            <a:srgbClr val="FF3300"/>
                          </a:clrTo>
                        </a:clrChange>
                      </a:blip>
                      <a:stretch>
                        <a:fillRect/>
                      </a:stretch>
                    </p:blipFill>
                    <p:spPr>
                      <a:xfrm>
                        <a:off x="1611313" y="5507038"/>
                        <a:ext cx="544512" cy="612775"/>
                      </a:xfrm>
                      <a:prstGeom prst="rect">
                        <a:avLst/>
                      </a:prstGeom>
                      <a:noFill/>
                      <a:ln w="38100">
                        <a:noFill/>
                        <a:miter/>
                      </a:ln>
                    </p:spPr>
                  </p:pic>
                </p:oleObj>
              </mc:Fallback>
            </mc:AlternateContent>
          </a:graphicData>
        </a:graphic>
      </p:graphicFrame>
      <p:graphicFrame>
        <p:nvGraphicFramePr>
          <p:cNvPr id="207954" name="Object 82"/>
          <p:cNvGraphicFramePr>
            <a:graphicFrameLocks noChangeAspect="1"/>
          </p:cNvGraphicFramePr>
          <p:nvPr/>
        </p:nvGraphicFramePr>
        <p:xfrm>
          <a:off x="2092325" y="5729288"/>
          <a:ext cx="315913" cy="279400"/>
        </p:xfrm>
        <a:graphic>
          <a:graphicData uri="http://schemas.openxmlformats.org/presentationml/2006/ole">
            <mc:AlternateContent xmlns:mc="http://schemas.openxmlformats.org/markup-compatibility/2006">
              <mc:Choice xmlns:v="urn:schemas-microsoft-com:vml" Requires="v">
                <p:oleObj spid="_x0000_s3077" name="" r:id="rId20" imgW="139700" imgH="101600" progId="Equation.3">
                  <p:embed/>
                </p:oleObj>
              </mc:Choice>
              <mc:Fallback>
                <p:oleObj name="" r:id="rId20" imgW="139700" imgH="101600" progId="Equation.3">
                  <p:embed/>
                  <p:pic>
                    <p:nvPicPr>
                      <p:cNvPr id="0" name="图片 3076"/>
                      <p:cNvPicPr/>
                      <p:nvPr/>
                    </p:nvPicPr>
                    <p:blipFill>
                      <a:blip r:embed="rId3"/>
                      <a:stretch>
                        <a:fillRect/>
                      </a:stretch>
                    </p:blipFill>
                    <p:spPr>
                      <a:xfrm>
                        <a:off x="2092325" y="5729288"/>
                        <a:ext cx="315913" cy="279400"/>
                      </a:xfrm>
                      <a:prstGeom prst="rect">
                        <a:avLst/>
                      </a:prstGeom>
                      <a:noFill/>
                      <a:ln w="38100">
                        <a:noFill/>
                        <a:miter/>
                      </a:ln>
                    </p:spPr>
                  </p:pic>
                </p:oleObj>
              </mc:Fallback>
            </mc:AlternateContent>
          </a:graphicData>
        </a:graphic>
      </p:graphicFrame>
      <p:sp>
        <p:nvSpPr>
          <p:cNvPr id="207955" name="Text Box 83"/>
          <p:cNvSpPr txBox="1"/>
          <p:nvPr/>
        </p:nvSpPr>
        <p:spPr>
          <a:xfrm>
            <a:off x="2309813" y="5310188"/>
            <a:ext cx="5256212" cy="519112"/>
          </a:xfrm>
          <a:prstGeom prst="rect">
            <a:avLst/>
          </a:prstGeom>
          <a:noFill/>
          <a:ln w="9525">
            <a:noFill/>
          </a:ln>
        </p:spPr>
        <p:txBody>
          <a:bodyPr anchor="t" anchorCtr="0">
            <a:spAutoFit/>
          </a:bodyPr>
          <a:p>
            <a:pPr>
              <a:spcBef>
                <a:spcPct val="50000"/>
              </a:spcBef>
            </a:pPr>
            <a:r>
              <a:rPr lang="zh-CN" altLang="en-US" sz="2800" b="1" dirty="0">
                <a:solidFill>
                  <a:srgbClr val="020202"/>
                </a:solidFill>
                <a:latin typeface="Times New Roman" panose="02020603050405020304" pitchFamily="18" charset="0"/>
                <a:ea typeface="微软雅黑" panose="020B0503020204020204" pitchFamily="34" charset="-122"/>
              </a:rPr>
              <a:t>单位时间内波通过接收者的距离</a:t>
            </a:r>
            <a:endParaRPr lang="zh-CN" altLang="en-US" sz="2800" b="1" dirty="0">
              <a:solidFill>
                <a:srgbClr val="020202"/>
              </a:solidFill>
              <a:latin typeface="Times New Roman" panose="02020603050405020304" pitchFamily="18" charset="0"/>
              <a:ea typeface="微软雅黑" panose="020B0503020204020204" pitchFamily="34" charset="-122"/>
            </a:endParaRPr>
          </a:p>
        </p:txBody>
      </p:sp>
      <p:sp>
        <p:nvSpPr>
          <p:cNvPr id="207956" name="Line 84"/>
          <p:cNvSpPr/>
          <p:nvPr/>
        </p:nvSpPr>
        <p:spPr>
          <a:xfrm>
            <a:off x="2454275" y="5886450"/>
            <a:ext cx="4968875" cy="0"/>
          </a:xfrm>
          <a:prstGeom prst="line">
            <a:avLst/>
          </a:prstGeom>
          <a:ln w="22225" cap="rnd" cmpd="sng">
            <a:solidFill>
              <a:srgbClr val="000000"/>
            </a:solidFill>
            <a:prstDash val="solid"/>
            <a:round/>
            <a:headEnd type="none" w="med" len="med"/>
            <a:tailEnd type="none" w="med" len="med"/>
          </a:ln>
        </p:spPr>
      </p:sp>
      <p:graphicFrame>
        <p:nvGraphicFramePr>
          <p:cNvPr id="207957" name="Object 85"/>
          <p:cNvGraphicFramePr>
            <a:graphicFrameLocks noChangeAspect="1"/>
          </p:cNvGraphicFramePr>
          <p:nvPr/>
        </p:nvGraphicFramePr>
        <p:xfrm>
          <a:off x="7421563" y="5741988"/>
          <a:ext cx="315912" cy="279400"/>
        </p:xfrm>
        <a:graphic>
          <a:graphicData uri="http://schemas.openxmlformats.org/presentationml/2006/ole">
            <mc:AlternateContent xmlns:mc="http://schemas.openxmlformats.org/markup-compatibility/2006">
              <mc:Choice xmlns:v="urn:schemas-microsoft-com:vml" Requires="v">
                <p:oleObj spid="_x0000_s3122" name="" r:id="rId21" imgW="139700" imgH="101600" progId="Equation.3">
                  <p:embed/>
                </p:oleObj>
              </mc:Choice>
              <mc:Fallback>
                <p:oleObj name="" r:id="rId21" imgW="139700" imgH="101600" progId="Equation.3">
                  <p:embed/>
                  <p:pic>
                    <p:nvPicPr>
                      <p:cNvPr id="0" name="图片 3121"/>
                      <p:cNvPicPr/>
                      <p:nvPr/>
                    </p:nvPicPr>
                    <p:blipFill>
                      <a:blip r:embed="rId3"/>
                      <a:stretch>
                        <a:fillRect/>
                      </a:stretch>
                    </p:blipFill>
                    <p:spPr>
                      <a:xfrm>
                        <a:off x="7421563" y="5741988"/>
                        <a:ext cx="315912" cy="279400"/>
                      </a:xfrm>
                      <a:prstGeom prst="rect">
                        <a:avLst/>
                      </a:prstGeom>
                      <a:noFill/>
                      <a:ln w="38100">
                        <a:noFill/>
                        <a:miter/>
                      </a:ln>
                    </p:spPr>
                  </p:pic>
                </p:oleObj>
              </mc:Fallback>
            </mc:AlternateContent>
          </a:graphicData>
        </a:graphic>
      </p:graphicFrame>
      <p:graphicFrame>
        <p:nvGraphicFramePr>
          <p:cNvPr id="207958" name="Object 86"/>
          <p:cNvGraphicFramePr>
            <a:graphicFrameLocks noChangeAspect="1"/>
          </p:cNvGraphicFramePr>
          <p:nvPr/>
        </p:nvGraphicFramePr>
        <p:xfrm>
          <a:off x="4468813" y="5886450"/>
          <a:ext cx="368300" cy="514350"/>
        </p:xfrm>
        <a:graphic>
          <a:graphicData uri="http://schemas.openxmlformats.org/presentationml/2006/ole">
            <mc:AlternateContent xmlns:mc="http://schemas.openxmlformats.org/markup-compatibility/2006">
              <mc:Choice xmlns:v="urn:schemas-microsoft-com:vml" Requires="v">
                <p:oleObj spid="_x0000_s3123" name="" r:id="rId22" imgW="127000" imgH="177165" progId="Equation.3">
                  <p:embed/>
                </p:oleObj>
              </mc:Choice>
              <mc:Fallback>
                <p:oleObj name="" r:id="rId22" imgW="127000" imgH="177165" progId="Equation.3">
                  <p:embed/>
                  <p:pic>
                    <p:nvPicPr>
                      <p:cNvPr id="0" name="图片 3122"/>
                      <p:cNvPicPr/>
                      <p:nvPr/>
                    </p:nvPicPr>
                    <p:blipFill>
                      <a:blip r:embed="rId23"/>
                      <a:stretch>
                        <a:fillRect/>
                      </a:stretch>
                    </p:blipFill>
                    <p:spPr>
                      <a:xfrm>
                        <a:off x="4468813" y="5886450"/>
                        <a:ext cx="368300" cy="514350"/>
                      </a:xfrm>
                      <a:prstGeom prst="rect">
                        <a:avLst/>
                      </a:prstGeom>
                      <a:noFill/>
                      <a:ln w="38100">
                        <a:noFill/>
                        <a:miter/>
                      </a:ln>
                    </p:spPr>
                  </p:pic>
                </p:oleObj>
              </mc:Fallback>
            </mc:AlternateContent>
          </a:graphicData>
        </a:graphic>
      </p:graphicFrame>
      <p:sp>
        <p:nvSpPr>
          <p:cNvPr id="207959" name="Line 87"/>
          <p:cNvSpPr/>
          <p:nvPr/>
        </p:nvSpPr>
        <p:spPr>
          <a:xfrm>
            <a:off x="7781925" y="5886450"/>
            <a:ext cx="647700" cy="0"/>
          </a:xfrm>
          <a:prstGeom prst="line">
            <a:avLst/>
          </a:prstGeom>
          <a:ln w="22225" cap="rnd" cmpd="sng">
            <a:solidFill>
              <a:srgbClr val="000000"/>
            </a:solidFill>
            <a:prstDash val="solid"/>
            <a:round/>
            <a:headEnd type="none" w="med" len="med"/>
            <a:tailEnd type="none" w="med" len="med"/>
          </a:ln>
        </p:spPr>
      </p:sp>
      <p:graphicFrame>
        <p:nvGraphicFramePr>
          <p:cNvPr id="207960" name="Object 88"/>
          <p:cNvGraphicFramePr>
            <a:graphicFrameLocks noChangeAspect="1"/>
          </p:cNvGraphicFramePr>
          <p:nvPr/>
        </p:nvGraphicFramePr>
        <p:xfrm>
          <a:off x="7854950" y="5381625"/>
          <a:ext cx="460375" cy="493713"/>
        </p:xfrm>
        <a:graphic>
          <a:graphicData uri="http://schemas.openxmlformats.org/presentationml/2006/ole">
            <mc:AlternateContent xmlns:mc="http://schemas.openxmlformats.org/markup-compatibility/2006">
              <mc:Choice xmlns:v="urn:schemas-microsoft-com:vml" Requires="v">
                <p:oleObj spid="_x0000_s3121" name="" r:id="rId24" imgW="165100" imgH="177800" progId="Equation.3">
                  <p:embed/>
                </p:oleObj>
              </mc:Choice>
              <mc:Fallback>
                <p:oleObj name="" r:id="rId24" imgW="165100" imgH="177800" progId="Equation.3">
                  <p:embed/>
                  <p:pic>
                    <p:nvPicPr>
                      <p:cNvPr id="0" name="图片 3120"/>
                      <p:cNvPicPr/>
                      <p:nvPr/>
                    </p:nvPicPr>
                    <p:blipFill>
                      <a:blip r:embed="rId25"/>
                      <a:stretch>
                        <a:fillRect/>
                      </a:stretch>
                    </p:blipFill>
                    <p:spPr>
                      <a:xfrm>
                        <a:off x="7854950" y="5381625"/>
                        <a:ext cx="460375" cy="493713"/>
                      </a:xfrm>
                      <a:prstGeom prst="rect">
                        <a:avLst/>
                      </a:prstGeom>
                      <a:noFill/>
                      <a:ln w="38100">
                        <a:noFill/>
                        <a:miter/>
                      </a:ln>
                    </p:spPr>
                  </p:pic>
                </p:oleObj>
              </mc:Fallback>
            </mc:AlternateContent>
          </a:graphicData>
        </a:graphic>
      </p:graphicFrame>
      <p:graphicFrame>
        <p:nvGraphicFramePr>
          <p:cNvPr id="207961" name="Object 89"/>
          <p:cNvGraphicFramePr>
            <a:graphicFrameLocks noChangeAspect="1"/>
          </p:cNvGraphicFramePr>
          <p:nvPr/>
        </p:nvGraphicFramePr>
        <p:xfrm>
          <a:off x="7854950" y="5886450"/>
          <a:ext cx="368300" cy="514350"/>
        </p:xfrm>
        <a:graphic>
          <a:graphicData uri="http://schemas.openxmlformats.org/presentationml/2006/ole">
            <mc:AlternateContent xmlns:mc="http://schemas.openxmlformats.org/markup-compatibility/2006">
              <mc:Choice xmlns:v="urn:schemas-microsoft-com:vml" Requires="v">
                <p:oleObj spid="_x0000_s3120" name="" r:id="rId26" imgW="127000" imgH="177165" progId="Equation.3">
                  <p:embed/>
                </p:oleObj>
              </mc:Choice>
              <mc:Fallback>
                <p:oleObj name="" r:id="rId26" imgW="127000" imgH="177165" progId="Equation.3">
                  <p:embed/>
                  <p:pic>
                    <p:nvPicPr>
                      <p:cNvPr id="0" name="图片 3119"/>
                      <p:cNvPicPr/>
                      <p:nvPr/>
                    </p:nvPicPr>
                    <p:blipFill>
                      <a:blip r:embed="rId16"/>
                      <a:stretch>
                        <a:fillRect/>
                      </a:stretch>
                    </p:blipFill>
                    <p:spPr>
                      <a:xfrm>
                        <a:off x="7854950" y="5886450"/>
                        <a:ext cx="368300" cy="514350"/>
                      </a:xfrm>
                      <a:prstGeom prst="rect">
                        <a:avLst/>
                      </a:prstGeom>
                      <a:noFill/>
                      <a:ln w="38100">
                        <a:noFill/>
                        <a:miter/>
                      </a:ln>
                    </p:spPr>
                  </p:pic>
                </p:oleObj>
              </mc:Fallback>
            </mc:AlternateContent>
          </a:graphicData>
        </a:graphic>
      </p:graphicFrame>
      <p:graphicFrame>
        <p:nvGraphicFramePr>
          <p:cNvPr id="2" name="Object 62"/>
          <p:cNvGraphicFramePr>
            <a:graphicFrameLocks noChangeAspect="1"/>
          </p:cNvGraphicFramePr>
          <p:nvPr/>
        </p:nvGraphicFramePr>
        <p:xfrm>
          <a:off x="1547972" y="1969770"/>
          <a:ext cx="433070" cy="555625"/>
        </p:xfrm>
        <a:graphic>
          <a:graphicData uri="http://schemas.openxmlformats.org/presentationml/2006/ole">
            <mc:AlternateContent xmlns:mc="http://schemas.openxmlformats.org/markup-compatibility/2006">
              <mc:Choice xmlns:v="urn:schemas-microsoft-com:vml" Requires="v">
                <p:oleObj spid="_x0000_s3" name="" r:id="rId27" imgW="177165" imgH="228600" progId="Equation.3">
                  <p:embed/>
                </p:oleObj>
              </mc:Choice>
              <mc:Fallback>
                <p:oleObj name="" r:id="rId27" imgW="177165" imgH="228600" progId="Equation.3">
                  <p:embed/>
                  <p:pic>
                    <p:nvPicPr>
                      <p:cNvPr id="0" name="图片 3083"/>
                      <p:cNvPicPr/>
                      <p:nvPr/>
                    </p:nvPicPr>
                    <p:blipFill>
                      <a:blip r:embed="rId28"/>
                      <a:stretch>
                        <a:fillRect/>
                      </a:stretch>
                    </p:blipFill>
                    <p:spPr>
                      <a:xfrm>
                        <a:off x="1547972" y="1969770"/>
                        <a:ext cx="433070" cy="555625"/>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7927"/>
                                        </p:tgtEl>
                                        <p:attrNameLst>
                                          <p:attrName>style.visibility</p:attrName>
                                        </p:attrNameLst>
                                      </p:cBhvr>
                                      <p:to>
                                        <p:strVal val="visible"/>
                                      </p:to>
                                    </p:set>
                                    <p:animEffect transition="in" filter="wipe(left)">
                                      <p:cBhvr>
                                        <p:cTn id="7" dur="500"/>
                                        <p:tgtEl>
                                          <p:spTgt spid="2079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7928"/>
                                        </p:tgtEl>
                                        <p:attrNameLst>
                                          <p:attrName>style.visibility</p:attrName>
                                        </p:attrNameLst>
                                      </p:cBhvr>
                                      <p:to>
                                        <p:strVal val="visible"/>
                                      </p:to>
                                    </p:set>
                                    <p:animEffect transition="in" filter="wipe(left)">
                                      <p:cBhvr>
                                        <p:cTn id="10" dur="500"/>
                                        <p:tgtEl>
                                          <p:spTgt spid="20792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07929"/>
                                        </p:tgtEl>
                                        <p:attrNameLst>
                                          <p:attrName>style.visibility</p:attrName>
                                        </p:attrNameLst>
                                      </p:cBhvr>
                                      <p:to>
                                        <p:strVal val="visible"/>
                                      </p:to>
                                    </p:set>
                                    <p:animEffect transition="in" filter="wipe(left)">
                                      <p:cBhvr>
                                        <p:cTn id="15" dur="500"/>
                                        <p:tgtEl>
                                          <p:spTgt spid="207929"/>
                                        </p:tgtEl>
                                      </p:cBhvr>
                                    </p:animEffec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grpId="0" nodeType="clickEffect">
                                  <p:stCondLst>
                                    <p:cond delay="0"/>
                                  </p:stCondLst>
                                  <p:iterate type="lt">
                                    <p:tmPct val="200000"/>
                                  </p:iterate>
                                  <p:childTnLst>
                                    <p:set>
                                      <p:cBhvr>
                                        <p:cTn id="19" dur="1" fill="hold">
                                          <p:stCondLst>
                                            <p:cond delay="0"/>
                                          </p:stCondLst>
                                        </p:cTn>
                                        <p:tgtEl>
                                          <p:spTgt spid="207930"/>
                                        </p:tgtEl>
                                        <p:attrNameLst>
                                          <p:attrName>style.visibility</p:attrName>
                                        </p:attrNameLst>
                                      </p:cBhvr>
                                      <p:to>
                                        <p:strVal val="visible"/>
                                      </p:to>
                                    </p:set>
                                    <p:anim calcmode="discrete" valueType="clr">
                                      <p:cBhvr override="childStyle">
                                        <p:cTn id="20" dur="80"/>
                                        <p:tgtEl>
                                          <p:spTgt spid="207930"/>
                                        </p:tgtEl>
                                        <p:attrNameLst>
                                          <p:attrName>style.color</p:attrName>
                                        </p:attrNameLst>
                                      </p:cBhvr>
                                      <p:tavLst>
                                        <p:tav tm="0">
                                          <p:val>
                                            <p:clrVal>
                                              <a:schemeClr val="tx1"/>
                                            </p:clrVal>
                                          </p:val>
                                        </p:tav>
                                        <p:tav tm="50000">
                                          <p:val>
                                            <p:clrVal>
                                              <a:schemeClr val="tx1"/>
                                            </p:clrVal>
                                          </p:val>
                                        </p:tav>
                                      </p:tavLst>
                                    </p:anim>
                                    <p:anim calcmode="discrete" valueType="clr">
                                      <p:cBhvr>
                                        <p:cTn id="21" dur="80"/>
                                        <p:tgtEl>
                                          <p:spTgt spid="207930"/>
                                        </p:tgtEl>
                                        <p:attrNameLst>
                                          <p:attrName>fillcolor</p:attrName>
                                        </p:attrNameLst>
                                      </p:cBhvr>
                                      <p:tavLst>
                                        <p:tav tm="0">
                                          <p:val>
                                            <p:clrVal>
                                              <a:schemeClr val="accent2"/>
                                            </p:clrVal>
                                          </p:val>
                                        </p:tav>
                                        <p:tav tm="50000">
                                          <p:val>
                                            <p:clrVal>
                                              <a:schemeClr val="hlink"/>
                                            </p:clrVal>
                                          </p:val>
                                        </p:tav>
                                      </p:tavLst>
                                    </p:anim>
                                    <p:set>
                                      <p:cBhvr>
                                        <p:cTn id="22" dur="80"/>
                                        <p:tgtEl>
                                          <p:spTgt spid="207930"/>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7932"/>
                                        </p:tgtEl>
                                        <p:attrNameLst>
                                          <p:attrName>style.visibility</p:attrName>
                                        </p:attrNameLst>
                                      </p:cBhvr>
                                      <p:to>
                                        <p:strVal val="visible"/>
                                      </p:to>
                                    </p:set>
                                    <p:animEffect transition="in" filter="wipe(left)">
                                      <p:cBhvr>
                                        <p:cTn id="32" dur="500"/>
                                        <p:tgtEl>
                                          <p:spTgt spid="207932"/>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207933"/>
                                        </p:tgtEl>
                                        <p:attrNameLst>
                                          <p:attrName>style.visibility</p:attrName>
                                        </p:attrNameLst>
                                      </p:cBhvr>
                                      <p:to>
                                        <p:strVal val="visible"/>
                                      </p:to>
                                    </p:set>
                                    <p:animEffect transition="in" filter="wipe(left)">
                                      <p:cBhvr>
                                        <p:cTn id="36" dur="500"/>
                                        <p:tgtEl>
                                          <p:spTgt spid="207933"/>
                                        </p:tgtEl>
                                      </p:cBhvr>
                                    </p:animEffect>
                                  </p:childTnLst>
                                </p:cTn>
                              </p:par>
                            </p:childTnLst>
                          </p:cTn>
                        </p:par>
                        <p:par>
                          <p:cTn id="37" fill="hold">
                            <p:stCondLst>
                              <p:cond delay="1000"/>
                            </p:stCondLst>
                            <p:childTnLst>
                              <p:par>
                                <p:cTn id="38" presetID="22" presetClass="entr" presetSubtype="1" fill="hold" nodeType="afterEffect">
                                  <p:stCondLst>
                                    <p:cond delay="0"/>
                                  </p:stCondLst>
                                  <p:childTnLst>
                                    <p:set>
                                      <p:cBhvr>
                                        <p:cTn id="39" dur="1" fill="hold">
                                          <p:stCondLst>
                                            <p:cond delay="0"/>
                                          </p:stCondLst>
                                        </p:cTn>
                                        <p:tgtEl>
                                          <p:spTgt spid="207934"/>
                                        </p:tgtEl>
                                        <p:attrNameLst>
                                          <p:attrName>style.visibility</p:attrName>
                                        </p:attrNameLst>
                                      </p:cBhvr>
                                      <p:to>
                                        <p:strVal val="visible"/>
                                      </p:to>
                                    </p:set>
                                    <p:animEffect transition="in" filter="wipe(up)">
                                      <p:cBhvr>
                                        <p:cTn id="40" dur="500"/>
                                        <p:tgtEl>
                                          <p:spTgt spid="207934"/>
                                        </p:tgtEl>
                                      </p:cBhvr>
                                    </p:animEffect>
                                  </p:childTnLst>
                                </p:cTn>
                              </p:par>
                            </p:childTnLst>
                          </p:cTn>
                        </p:par>
                        <p:par>
                          <p:cTn id="41" fill="hold">
                            <p:stCondLst>
                              <p:cond delay="1500"/>
                            </p:stCondLst>
                            <p:childTnLst>
                              <p:par>
                                <p:cTn id="42" presetID="22" presetClass="entr" presetSubtype="1" fill="hold" nodeType="afterEffect">
                                  <p:stCondLst>
                                    <p:cond delay="0"/>
                                  </p:stCondLst>
                                  <p:childTnLst>
                                    <p:set>
                                      <p:cBhvr>
                                        <p:cTn id="43" dur="1" fill="hold">
                                          <p:stCondLst>
                                            <p:cond delay="0"/>
                                          </p:stCondLst>
                                        </p:cTn>
                                        <p:tgtEl>
                                          <p:spTgt spid="207935"/>
                                        </p:tgtEl>
                                        <p:attrNameLst>
                                          <p:attrName>style.visibility</p:attrName>
                                        </p:attrNameLst>
                                      </p:cBhvr>
                                      <p:to>
                                        <p:strVal val="visible"/>
                                      </p:to>
                                    </p:set>
                                    <p:animEffect transition="in" filter="wipe(up)">
                                      <p:cBhvr>
                                        <p:cTn id="44" dur="500"/>
                                        <p:tgtEl>
                                          <p:spTgt spid="20793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07936"/>
                                        </p:tgtEl>
                                        <p:attrNameLst>
                                          <p:attrName>style.visibility</p:attrName>
                                        </p:attrNameLst>
                                      </p:cBhvr>
                                      <p:to>
                                        <p:strVal val="visible"/>
                                      </p:to>
                                    </p:set>
                                    <p:animEffect transition="in" filter="wipe(left)">
                                      <p:cBhvr>
                                        <p:cTn id="49" dur="500"/>
                                        <p:tgtEl>
                                          <p:spTgt spid="207936"/>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07937"/>
                                        </p:tgtEl>
                                        <p:attrNameLst>
                                          <p:attrName>style.visibility</p:attrName>
                                        </p:attrNameLst>
                                      </p:cBhvr>
                                      <p:to>
                                        <p:strVal val="visible"/>
                                      </p:to>
                                    </p:set>
                                    <p:animEffect transition="in" filter="wipe(left)">
                                      <p:cBhvr>
                                        <p:cTn id="52" dur="500"/>
                                        <p:tgtEl>
                                          <p:spTgt spid="20793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7938"/>
                                        </p:tgtEl>
                                        <p:attrNameLst>
                                          <p:attrName>style.visibility</p:attrName>
                                        </p:attrNameLst>
                                      </p:cBhvr>
                                      <p:to>
                                        <p:strVal val="visible"/>
                                      </p:to>
                                    </p:set>
                                    <p:animEffect transition="in" filter="wipe(left)">
                                      <p:cBhvr>
                                        <p:cTn id="57" dur="500"/>
                                        <p:tgtEl>
                                          <p:spTgt spid="207938"/>
                                        </p:tgtEl>
                                      </p:cBhvr>
                                    </p:animEffect>
                                  </p:childTnLst>
                                </p:cTn>
                              </p:par>
                            </p:childTnLst>
                          </p:cTn>
                        </p:par>
                      </p:childTnLst>
                    </p:cTn>
                  </p:par>
                  <p:par>
                    <p:cTn id="58" fill="hold">
                      <p:stCondLst>
                        <p:cond delay="indefinite"/>
                      </p:stCondLst>
                      <p:childTnLst>
                        <p:par>
                          <p:cTn id="59" fill="hold">
                            <p:stCondLst>
                              <p:cond delay="0"/>
                            </p:stCondLst>
                            <p:childTnLst>
                              <p:par>
                                <p:cTn id="60" presetID="27" presetClass="entr" presetSubtype="0" fill="hold" grpId="0" nodeType="clickEffect">
                                  <p:stCondLst>
                                    <p:cond delay="0"/>
                                  </p:stCondLst>
                                  <p:iterate type="lt">
                                    <p:tmPct val="200000"/>
                                  </p:iterate>
                                  <p:childTnLst>
                                    <p:set>
                                      <p:cBhvr>
                                        <p:cTn id="61" dur="1" fill="hold">
                                          <p:stCondLst>
                                            <p:cond delay="0"/>
                                          </p:stCondLst>
                                        </p:cTn>
                                        <p:tgtEl>
                                          <p:spTgt spid="207939"/>
                                        </p:tgtEl>
                                        <p:attrNameLst>
                                          <p:attrName>style.visibility</p:attrName>
                                        </p:attrNameLst>
                                      </p:cBhvr>
                                      <p:to>
                                        <p:strVal val="visible"/>
                                      </p:to>
                                    </p:set>
                                    <p:anim calcmode="discrete" valueType="clr">
                                      <p:cBhvr override="childStyle">
                                        <p:cTn id="62" dur="80"/>
                                        <p:tgtEl>
                                          <p:spTgt spid="207939"/>
                                        </p:tgtEl>
                                        <p:attrNameLst>
                                          <p:attrName>style.color</p:attrName>
                                        </p:attrNameLst>
                                      </p:cBhvr>
                                      <p:tavLst>
                                        <p:tav tm="0">
                                          <p:val>
                                            <p:clrVal>
                                              <a:schemeClr val="tx1"/>
                                            </p:clrVal>
                                          </p:val>
                                        </p:tav>
                                        <p:tav tm="50000">
                                          <p:val>
                                            <p:clrVal>
                                              <a:schemeClr val="tx1"/>
                                            </p:clrVal>
                                          </p:val>
                                        </p:tav>
                                      </p:tavLst>
                                    </p:anim>
                                    <p:anim calcmode="discrete" valueType="clr">
                                      <p:cBhvr>
                                        <p:cTn id="63" dur="80"/>
                                        <p:tgtEl>
                                          <p:spTgt spid="207939"/>
                                        </p:tgtEl>
                                        <p:attrNameLst>
                                          <p:attrName>fillcolor</p:attrName>
                                        </p:attrNameLst>
                                      </p:cBhvr>
                                      <p:tavLst>
                                        <p:tav tm="0">
                                          <p:val>
                                            <p:clrVal>
                                              <a:schemeClr val="accent2"/>
                                            </p:clrVal>
                                          </p:val>
                                        </p:tav>
                                        <p:tav tm="50000">
                                          <p:val>
                                            <p:clrVal>
                                              <a:schemeClr val="hlink"/>
                                            </p:clrVal>
                                          </p:val>
                                        </p:tav>
                                      </p:tavLst>
                                    </p:anim>
                                    <p:set>
                                      <p:cBhvr>
                                        <p:cTn id="64" dur="80"/>
                                        <p:tgtEl>
                                          <p:spTgt spid="207939"/>
                                        </p:tgtEl>
                                        <p:attrNameLst>
                                          <p:attrName>fill.type</p:attrName>
                                        </p:attrNameLst>
                                      </p:cBhvr>
                                      <p:to>
                                        <p:strVal val="solid"/>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07940"/>
                                        </p:tgtEl>
                                        <p:attrNameLst>
                                          <p:attrName>style.visibility</p:attrName>
                                        </p:attrNameLst>
                                      </p:cBhvr>
                                      <p:to>
                                        <p:strVal val="visible"/>
                                      </p:to>
                                    </p:set>
                                    <p:animEffect transition="in" filter="wipe(left)">
                                      <p:cBhvr>
                                        <p:cTn id="69" dur="500"/>
                                        <p:tgtEl>
                                          <p:spTgt spid="20794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07941"/>
                                        </p:tgtEl>
                                        <p:attrNameLst>
                                          <p:attrName>style.visibility</p:attrName>
                                        </p:attrNameLst>
                                      </p:cBhvr>
                                      <p:to>
                                        <p:strVal val="visible"/>
                                      </p:to>
                                    </p:set>
                                    <p:animEffect transition="in" filter="wipe(left)">
                                      <p:cBhvr>
                                        <p:cTn id="74" dur="500"/>
                                        <p:tgtEl>
                                          <p:spTgt spid="207941"/>
                                        </p:tgtEl>
                                      </p:cBhvr>
                                    </p:animEffect>
                                  </p:childTnLst>
                                </p:cTn>
                              </p:par>
                            </p:childTnLst>
                          </p:cTn>
                        </p:par>
                        <p:par>
                          <p:cTn id="75" fill="hold">
                            <p:stCondLst>
                              <p:cond delay="500"/>
                            </p:stCondLst>
                            <p:childTnLst>
                              <p:par>
                                <p:cTn id="76" presetID="22" presetClass="entr" presetSubtype="8" fill="hold" nodeType="afterEffect">
                                  <p:stCondLst>
                                    <p:cond delay="0"/>
                                  </p:stCondLst>
                                  <p:childTnLst>
                                    <p:set>
                                      <p:cBhvr>
                                        <p:cTn id="77" dur="1" fill="hold">
                                          <p:stCondLst>
                                            <p:cond delay="0"/>
                                          </p:stCondLst>
                                        </p:cTn>
                                        <p:tgtEl>
                                          <p:spTgt spid="207942"/>
                                        </p:tgtEl>
                                        <p:attrNameLst>
                                          <p:attrName>style.visibility</p:attrName>
                                        </p:attrNameLst>
                                      </p:cBhvr>
                                      <p:to>
                                        <p:strVal val="visible"/>
                                      </p:to>
                                    </p:set>
                                    <p:animEffect transition="in" filter="wipe(left)">
                                      <p:cBhvr>
                                        <p:cTn id="78" dur="500"/>
                                        <p:tgtEl>
                                          <p:spTgt spid="207942"/>
                                        </p:tgtEl>
                                      </p:cBhvr>
                                    </p:animEffect>
                                  </p:childTnLst>
                                </p:cTn>
                              </p:par>
                            </p:childTnLst>
                          </p:cTn>
                        </p:par>
                        <p:par>
                          <p:cTn id="79" fill="hold">
                            <p:stCondLst>
                              <p:cond delay="1000"/>
                            </p:stCondLst>
                            <p:childTnLst>
                              <p:par>
                                <p:cTn id="80" presetID="22" presetClass="entr" presetSubtype="8" fill="hold" nodeType="afterEffect">
                                  <p:stCondLst>
                                    <p:cond delay="0"/>
                                  </p:stCondLst>
                                  <p:childTnLst>
                                    <p:set>
                                      <p:cBhvr>
                                        <p:cTn id="81" dur="1" fill="hold">
                                          <p:stCondLst>
                                            <p:cond delay="0"/>
                                          </p:stCondLst>
                                        </p:cTn>
                                        <p:tgtEl>
                                          <p:spTgt spid="207943"/>
                                        </p:tgtEl>
                                        <p:attrNameLst>
                                          <p:attrName>style.visibility</p:attrName>
                                        </p:attrNameLst>
                                      </p:cBhvr>
                                      <p:to>
                                        <p:strVal val="visible"/>
                                      </p:to>
                                    </p:set>
                                    <p:animEffect transition="in" filter="wipe(left)">
                                      <p:cBhvr>
                                        <p:cTn id="82" dur="500"/>
                                        <p:tgtEl>
                                          <p:spTgt spid="207943"/>
                                        </p:tgtEl>
                                      </p:cBhvr>
                                    </p:animEffect>
                                  </p:childTnLst>
                                </p:cTn>
                              </p:par>
                            </p:childTnLst>
                          </p:cTn>
                        </p:par>
                        <p:par>
                          <p:cTn id="83" fill="hold">
                            <p:stCondLst>
                              <p:cond delay="1500"/>
                            </p:stCondLst>
                            <p:childTnLst>
                              <p:par>
                                <p:cTn id="84" presetID="22" presetClass="entr" presetSubtype="1" fill="hold" nodeType="afterEffect">
                                  <p:stCondLst>
                                    <p:cond delay="0"/>
                                  </p:stCondLst>
                                  <p:childTnLst>
                                    <p:set>
                                      <p:cBhvr>
                                        <p:cTn id="85" dur="1" fill="hold">
                                          <p:stCondLst>
                                            <p:cond delay="0"/>
                                          </p:stCondLst>
                                        </p:cTn>
                                        <p:tgtEl>
                                          <p:spTgt spid="207944"/>
                                        </p:tgtEl>
                                        <p:attrNameLst>
                                          <p:attrName>style.visibility</p:attrName>
                                        </p:attrNameLst>
                                      </p:cBhvr>
                                      <p:to>
                                        <p:strVal val="visible"/>
                                      </p:to>
                                    </p:set>
                                    <p:animEffect transition="in" filter="wipe(up)">
                                      <p:cBhvr>
                                        <p:cTn id="86" dur="500"/>
                                        <p:tgtEl>
                                          <p:spTgt spid="20794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07945"/>
                                        </p:tgtEl>
                                        <p:attrNameLst>
                                          <p:attrName>style.visibility</p:attrName>
                                        </p:attrNameLst>
                                      </p:cBhvr>
                                      <p:to>
                                        <p:strVal val="visible"/>
                                      </p:to>
                                    </p:set>
                                    <p:animEffect transition="in" filter="wipe(left)">
                                      <p:cBhvr>
                                        <p:cTn id="91" dur="500"/>
                                        <p:tgtEl>
                                          <p:spTgt spid="207945"/>
                                        </p:tgtEl>
                                      </p:cBhvr>
                                    </p:animEffect>
                                  </p:childTnLst>
                                </p:cTn>
                              </p:par>
                            </p:childTnLst>
                          </p:cTn>
                        </p:par>
                        <p:par>
                          <p:cTn id="92" fill="hold">
                            <p:stCondLst>
                              <p:cond delay="500"/>
                            </p:stCondLst>
                            <p:childTnLst>
                              <p:par>
                                <p:cTn id="93" presetID="22" presetClass="entr" presetSubtype="8" fill="hold" grpId="0" nodeType="afterEffect">
                                  <p:stCondLst>
                                    <p:cond delay="0"/>
                                  </p:stCondLst>
                                  <p:childTnLst>
                                    <p:set>
                                      <p:cBhvr>
                                        <p:cTn id="94" dur="1" fill="hold">
                                          <p:stCondLst>
                                            <p:cond delay="0"/>
                                          </p:stCondLst>
                                        </p:cTn>
                                        <p:tgtEl>
                                          <p:spTgt spid="207946"/>
                                        </p:tgtEl>
                                        <p:attrNameLst>
                                          <p:attrName>style.visibility</p:attrName>
                                        </p:attrNameLst>
                                      </p:cBhvr>
                                      <p:to>
                                        <p:strVal val="visible"/>
                                      </p:to>
                                    </p:set>
                                    <p:animEffect transition="in" filter="wipe(left)">
                                      <p:cBhvr>
                                        <p:cTn id="95" dur="2000"/>
                                        <p:tgtEl>
                                          <p:spTgt spid="207946"/>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07947"/>
                                        </p:tgtEl>
                                        <p:attrNameLst>
                                          <p:attrName>style.visibility</p:attrName>
                                        </p:attrNameLst>
                                      </p:cBhvr>
                                      <p:to>
                                        <p:strVal val="visible"/>
                                      </p:to>
                                    </p:set>
                                    <p:animEffect transition="in" filter="wipe(left)">
                                      <p:cBhvr>
                                        <p:cTn id="100" dur="500"/>
                                        <p:tgtEl>
                                          <p:spTgt spid="207947"/>
                                        </p:tgtEl>
                                      </p:cBhvr>
                                    </p:animEffect>
                                  </p:childTnLst>
                                </p:cTn>
                              </p:par>
                            </p:childTnLst>
                          </p:cTn>
                        </p:par>
                        <p:par>
                          <p:cTn id="101" fill="hold">
                            <p:stCondLst>
                              <p:cond delay="500"/>
                            </p:stCondLst>
                            <p:childTnLst>
                              <p:par>
                                <p:cTn id="102" presetID="22" presetClass="entr" presetSubtype="8" fill="hold" grpId="0" nodeType="afterEffect">
                                  <p:stCondLst>
                                    <p:cond delay="0"/>
                                  </p:stCondLst>
                                  <p:childTnLst>
                                    <p:set>
                                      <p:cBhvr>
                                        <p:cTn id="103" dur="1" fill="hold">
                                          <p:stCondLst>
                                            <p:cond delay="0"/>
                                          </p:stCondLst>
                                        </p:cTn>
                                        <p:tgtEl>
                                          <p:spTgt spid="207948"/>
                                        </p:tgtEl>
                                        <p:attrNameLst>
                                          <p:attrName>style.visibility</p:attrName>
                                        </p:attrNameLst>
                                      </p:cBhvr>
                                      <p:to>
                                        <p:strVal val="visible"/>
                                      </p:to>
                                    </p:set>
                                    <p:animEffect transition="in" filter="wipe(left)">
                                      <p:cBhvr>
                                        <p:cTn id="104" dur="2000"/>
                                        <p:tgtEl>
                                          <p:spTgt spid="207948"/>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07949"/>
                                        </p:tgtEl>
                                        <p:attrNameLst>
                                          <p:attrName>style.visibility</p:attrName>
                                        </p:attrNameLst>
                                      </p:cBhvr>
                                      <p:to>
                                        <p:strVal val="visible"/>
                                      </p:to>
                                    </p:set>
                                    <p:animEffect transition="in" filter="wipe(left)">
                                      <p:cBhvr>
                                        <p:cTn id="109" dur="500"/>
                                        <p:tgtEl>
                                          <p:spTgt spid="207949"/>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207950"/>
                                        </p:tgtEl>
                                        <p:attrNameLst>
                                          <p:attrName>style.visibility</p:attrName>
                                        </p:attrNameLst>
                                      </p:cBhvr>
                                      <p:to>
                                        <p:strVal val="visible"/>
                                      </p:to>
                                    </p:set>
                                    <p:animEffect transition="in" filter="wipe(left)">
                                      <p:cBhvr>
                                        <p:cTn id="112" dur="500"/>
                                        <p:tgtEl>
                                          <p:spTgt spid="207950"/>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207951"/>
                                        </p:tgtEl>
                                        <p:attrNameLst>
                                          <p:attrName>style.visibility</p:attrName>
                                        </p:attrNameLst>
                                      </p:cBhvr>
                                      <p:to>
                                        <p:strVal val="visible"/>
                                      </p:to>
                                    </p:set>
                                    <p:animEffect transition="in" filter="wipe(left)">
                                      <p:cBhvr>
                                        <p:cTn id="117" dur="500"/>
                                        <p:tgtEl>
                                          <p:spTgt spid="207951"/>
                                        </p:tgtEl>
                                      </p:cBhvr>
                                    </p:animEffect>
                                  </p:childTnLst>
                                </p:cTn>
                              </p:par>
                            </p:childTnLst>
                          </p:cTn>
                        </p:par>
                      </p:childTnLst>
                    </p:cTn>
                  </p:par>
                  <p:par>
                    <p:cTn id="118" fill="hold">
                      <p:stCondLst>
                        <p:cond delay="indefinite"/>
                      </p:stCondLst>
                      <p:childTnLst>
                        <p:par>
                          <p:cTn id="119" fill="hold">
                            <p:stCondLst>
                              <p:cond delay="0"/>
                            </p:stCondLst>
                            <p:childTnLst>
                              <p:par>
                                <p:cTn id="120" presetID="27" presetClass="entr" presetSubtype="0" fill="hold" grpId="0" nodeType="clickEffect">
                                  <p:stCondLst>
                                    <p:cond delay="0"/>
                                  </p:stCondLst>
                                  <p:iterate type="lt">
                                    <p:tmPct val="200000"/>
                                  </p:iterate>
                                  <p:childTnLst>
                                    <p:set>
                                      <p:cBhvr>
                                        <p:cTn id="121" dur="1" fill="hold">
                                          <p:stCondLst>
                                            <p:cond delay="0"/>
                                          </p:stCondLst>
                                        </p:cTn>
                                        <p:tgtEl>
                                          <p:spTgt spid="207952"/>
                                        </p:tgtEl>
                                        <p:attrNameLst>
                                          <p:attrName>style.visibility</p:attrName>
                                        </p:attrNameLst>
                                      </p:cBhvr>
                                      <p:to>
                                        <p:strVal val="visible"/>
                                      </p:to>
                                    </p:set>
                                    <p:anim calcmode="discrete" valueType="clr">
                                      <p:cBhvr override="childStyle">
                                        <p:cTn id="122" dur="80"/>
                                        <p:tgtEl>
                                          <p:spTgt spid="207952"/>
                                        </p:tgtEl>
                                        <p:attrNameLst>
                                          <p:attrName>style.color</p:attrName>
                                        </p:attrNameLst>
                                      </p:cBhvr>
                                      <p:tavLst>
                                        <p:tav tm="0">
                                          <p:val>
                                            <p:clrVal>
                                              <a:schemeClr val="tx1"/>
                                            </p:clrVal>
                                          </p:val>
                                        </p:tav>
                                        <p:tav tm="50000">
                                          <p:val>
                                            <p:clrVal>
                                              <a:schemeClr val="tx1"/>
                                            </p:clrVal>
                                          </p:val>
                                        </p:tav>
                                      </p:tavLst>
                                    </p:anim>
                                    <p:anim calcmode="discrete" valueType="clr">
                                      <p:cBhvr>
                                        <p:cTn id="123" dur="80"/>
                                        <p:tgtEl>
                                          <p:spTgt spid="207952"/>
                                        </p:tgtEl>
                                        <p:attrNameLst>
                                          <p:attrName>fillcolor</p:attrName>
                                        </p:attrNameLst>
                                      </p:cBhvr>
                                      <p:tavLst>
                                        <p:tav tm="0">
                                          <p:val>
                                            <p:clrVal>
                                              <a:schemeClr val="accent2"/>
                                            </p:clrVal>
                                          </p:val>
                                        </p:tav>
                                        <p:tav tm="50000">
                                          <p:val>
                                            <p:clrVal>
                                              <a:schemeClr val="hlink"/>
                                            </p:clrVal>
                                          </p:val>
                                        </p:tav>
                                      </p:tavLst>
                                    </p:anim>
                                    <p:set>
                                      <p:cBhvr>
                                        <p:cTn id="124" dur="80"/>
                                        <p:tgtEl>
                                          <p:spTgt spid="207952"/>
                                        </p:tgtEl>
                                        <p:attrNameLst>
                                          <p:attrName>fill.type</p:attrName>
                                        </p:attrNameLst>
                                      </p:cBhvr>
                                      <p:to>
                                        <p:strVal val="solid"/>
                                      </p:to>
                                    </p:se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207953"/>
                                        </p:tgtEl>
                                        <p:attrNameLst>
                                          <p:attrName>style.visibility</p:attrName>
                                        </p:attrNameLst>
                                      </p:cBhvr>
                                      <p:to>
                                        <p:strVal val="visible"/>
                                      </p:to>
                                    </p:set>
                                    <p:animEffect transition="in" filter="wipe(left)">
                                      <p:cBhvr>
                                        <p:cTn id="129" dur="500"/>
                                        <p:tgtEl>
                                          <p:spTgt spid="207953"/>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207954"/>
                                        </p:tgtEl>
                                        <p:attrNameLst>
                                          <p:attrName>style.visibility</p:attrName>
                                        </p:attrNameLst>
                                      </p:cBhvr>
                                      <p:to>
                                        <p:strVal val="visible"/>
                                      </p:to>
                                    </p:set>
                                    <p:animEffect transition="in" filter="wipe(left)">
                                      <p:cBhvr>
                                        <p:cTn id="134" dur="500"/>
                                        <p:tgtEl>
                                          <p:spTgt spid="207954"/>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207955"/>
                                        </p:tgtEl>
                                        <p:attrNameLst>
                                          <p:attrName>style.visibility</p:attrName>
                                        </p:attrNameLst>
                                      </p:cBhvr>
                                      <p:to>
                                        <p:strVal val="visible"/>
                                      </p:to>
                                    </p:set>
                                    <p:animEffect transition="in" filter="wipe(left)">
                                      <p:cBhvr>
                                        <p:cTn id="139" dur="2000"/>
                                        <p:tgtEl>
                                          <p:spTgt spid="207955"/>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nodeType="clickEffect">
                                  <p:stCondLst>
                                    <p:cond delay="0"/>
                                  </p:stCondLst>
                                  <p:childTnLst>
                                    <p:set>
                                      <p:cBhvr>
                                        <p:cTn id="143" dur="1" fill="hold">
                                          <p:stCondLst>
                                            <p:cond delay="0"/>
                                          </p:stCondLst>
                                        </p:cTn>
                                        <p:tgtEl>
                                          <p:spTgt spid="207956"/>
                                        </p:tgtEl>
                                        <p:attrNameLst>
                                          <p:attrName>style.visibility</p:attrName>
                                        </p:attrNameLst>
                                      </p:cBhvr>
                                      <p:to>
                                        <p:strVal val="visible"/>
                                      </p:to>
                                    </p:set>
                                    <p:animEffect transition="in" filter="wipe(left)">
                                      <p:cBhvr>
                                        <p:cTn id="144" dur="500"/>
                                        <p:tgtEl>
                                          <p:spTgt spid="207956"/>
                                        </p:tgtEl>
                                      </p:cBhvr>
                                    </p:animEffect>
                                  </p:childTnLst>
                                </p:cTn>
                              </p:par>
                            </p:childTnLst>
                          </p:cTn>
                        </p:par>
                        <p:par>
                          <p:cTn id="145" fill="hold">
                            <p:stCondLst>
                              <p:cond delay="500"/>
                            </p:stCondLst>
                            <p:childTnLst>
                              <p:par>
                                <p:cTn id="146" presetID="22" presetClass="entr" presetSubtype="1" fill="hold" nodeType="afterEffect">
                                  <p:stCondLst>
                                    <p:cond delay="0"/>
                                  </p:stCondLst>
                                  <p:childTnLst>
                                    <p:set>
                                      <p:cBhvr>
                                        <p:cTn id="147" dur="1" fill="hold">
                                          <p:stCondLst>
                                            <p:cond delay="0"/>
                                          </p:stCondLst>
                                        </p:cTn>
                                        <p:tgtEl>
                                          <p:spTgt spid="207958"/>
                                        </p:tgtEl>
                                        <p:attrNameLst>
                                          <p:attrName>style.visibility</p:attrName>
                                        </p:attrNameLst>
                                      </p:cBhvr>
                                      <p:to>
                                        <p:strVal val="visible"/>
                                      </p:to>
                                    </p:set>
                                    <p:animEffect transition="in" filter="wipe(up)">
                                      <p:cBhvr>
                                        <p:cTn id="148" dur="500"/>
                                        <p:tgtEl>
                                          <p:spTgt spid="207958"/>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207957"/>
                                        </p:tgtEl>
                                        <p:attrNameLst>
                                          <p:attrName>style.visibility</p:attrName>
                                        </p:attrNameLst>
                                      </p:cBhvr>
                                      <p:to>
                                        <p:strVal val="visible"/>
                                      </p:to>
                                    </p:set>
                                    <p:animEffect transition="in" filter="wipe(left)">
                                      <p:cBhvr>
                                        <p:cTn id="153" dur="500"/>
                                        <p:tgtEl>
                                          <p:spTgt spid="207957"/>
                                        </p:tgtEl>
                                      </p:cBhvr>
                                    </p:animEffect>
                                  </p:childTnLst>
                                </p:cTn>
                              </p:par>
                            </p:childTnLst>
                          </p:cTn>
                        </p:par>
                        <p:par>
                          <p:cTn id="154" fill="hold">
                            <p:stCondLst>
                              <p:cond delay="500"/>
                            </p:stCondLst>
                            <p:childTnLst>
                              <p:par>
                                <p:cTn id="155" presetID="22" presetClass="entr" presetSubtype="8" fill="hold" nodeType="afterEffect">
                                  <p:stCondLst>
                                    <p:cond delay="0"/>
                                  </p:stCondLst>
                                  <p:childTnLst>
                                    <p:set>
                                      <p:cBhvr>
                                        <p:cTn id="156" dur="1" fill="hold">
                                          <p:stCondLst>
                                            <p:cond delay="0"/>
                                          </p:stCondLst>
                                        </p:cTn>
                                        <p:tgtEl>
                                          <p:spTgt spid="207959"/>
                                        </p:tgtEl>
                                        <p:attrNameLst>
                                          <p:attrName>style.visibility</p:attrName>
                                        </p:attrNameLst>
                                      </p:cBhvr>
                                      <p:to>
                                        <p:strVal val="visible"/>
                                      </p:to>
                                    </p:set>
                                    <p:animEffect transition="in" filter="wipe(left)">
                                      <p:cBhvr>
                                        <p:cTn id="157" dur="500"/>
                                        <p:tgtEl>
                                          <p:spTgt spid="207959"/>
                                        </p:tgtEl>
                                      </p:cBhvr>
                                    </p:animEffect>
                                  </p:childTnLst>
                                </p:cTn>
                              </p:par>
                            </p:childTnLst>
                          </p:cTn>
                        </p:par>
                        <p:par>
                          <p:cTn id="158" fill="hold">
                            <p:stCondLst>
                              <p:cond delay="1000"/>
                            </p:stCondLst>
                            <p:childTnLst>
                              <p:par>
                                <p:cTn id="159" presetID="22" presetClass="entr" presetSubtype="8" fill="hold" nodeType="afterEffect">
                                  <p:stCondLst>
                                    <p:cond delay="0"/>
                                  </p:stCondLst>
                                  <p:childTnLst>
                                    <p:set>
                                      <p:cBhvr>
                                        <p:cTn id="160" dur="1" fill="hold">
                                          <p:stCondLst>
                                            <p:cond delay="0"/>
                                          </p:stCondLst>
                                        </p:cTn>
                                        <p:tgtEl>
                                          <p:spTgt spid="207960"/>
                                        </p:tgtEl>
                                        <p:attrNameLst>
                                          <p:attrName>style.visibility</p:attrName>
                                        </p:attrNameLst>
                                      </p:cBhvr>
                                      <p:to>
                                        <p:strVal val="visible"/>
                                      </p:to>
                                    </p:set>
                                    <p:animEffect transition="in" filter="wipe(left)">
                                      <p:cBhvr>
                                        <p:cTn id="161" dur="500"/>
                                        <p:tgtEl>
                                          <p:spTgt spid="207960"/>
                                        </p:tgtEl>
                                      </p:cBhvr>
                                    </p:animEffect>
                                  </p:childTnLst>
                                </p:cTn>
                              </p:par>
                            </p:childTnLst>
                          </p:cTn>
                        </p:par>
                        <p:par>
                          <p:cTn id="162" fill="hold">
                            <p:stCondLst>
                              <p:cond delay="1500"/>
                            </p:stCondLst>
                            <p:childTnLst>
                              <p:par>
                                <p:cTn id="163" presetID="22" presetClass="entr" presetSubtype="1" fill="hold" nodeType="afterEffect">
                                  <p:stCondLst>
                                    <p:cond delay="0"/>
                                  </p:stCondLst>
                                  <p:childTnLst>
                                    <p:set>
                                      <p:cBhvr>
                                        <p:cTn id="164" dur="1" fill="hold">
                                          <p:stCondLst>
                                            <p:cond delay="0"/>
                                          </p:stCondLst>
                                        </p:cTn>
                                        <p:tgtEl>
                                          <p:spTgt spid="207961"/>
                                        </p:tgtEl>
                                        <p:attrNameLst>
                                          <p:attrName>style.visibility</p:attrName>
                                        </p:attrNameLst>
                                      </p:cBhvr>
                                      <p:to>
                                        <p:strVal val="visible"/>
                                      </p:to>
                                    </p:set>
                                    <p:animEffect transition="in" filter="wipe(up)">
                                      <p:cBhvr>
                                        <p:cTn id="165" dur="500"/>
                                        <p:tgtEl>
                                          <p:spTgt spid="207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27" grpId="0" bldLvl="0" animBg="1"/>
      <p:bldP spid="207928" grpId="0"/>
      <p:bldP spid="207930" grpId="0"/>
      <p:bldP spid="207936" grpId="0" bldLvl="0" animBg="1"/>
      <p:bldP spid="207937" grpId="0"/>
      <p:bldP spid="207939" grpId="0"/>
      <p:bldP spid="207946" grpId="0"/>
      <p:bldP spid="207948" grpId="0"/>
      <p:bldP spid="207949" grpId="0" bldLvl="0" animBg="1"/>
      <p:bldP spid="207950" grpId="0"/>
      <p:bldP spid="207952" grpId="0"/>
      <p:bldP spid="20795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Tree>
    <p:controls>
      <mc:AlternateContent xmlns:mc="http://schemas.openxmlformats.org/markup-compatibility/2006">
        <mc:Choice xmlns:v="urn:schemas-microsoft-com:vml" Requires="v">
          <p:control spid="2054" name="" r:id="rId1" imgW="8915400" imgH="3505200"/>
        </mc:Choice>
        <mc:Fallback>
          <p:control name="" r:id="rId1" imgW="8915400" imgH="3505200">
            <p:pic>
              <p:nvPicPr>
                <p:cNvPr id="0" name="Host Control  2053"/>
                <p:cNvPicPr/>
                <p:nvPr/>
              </p:nvPicPr>
              <p:blipFill>
                <a:blip r:embed="rId2"/>
                <a:stretch>
                  <a:fillRect/>
                </a:stretch>
              </p:blipFill>
              <p:spPr>
                <a:xfrm>
                  <a:off x="228600" y="2132648"/>
                  <a:ext cx="8915400" cy="3505200"/>
                </a:xfrm>
                <a:prstGeom prst="rect">
                  <a:avLst/>
                </a:prstGeom>
                <a:noFill/>
                <a:ln w="9525">
                  <a:noFill/>
                </a:ln>
              </p:spPr>
            </p:pic>
          </p:control>
        </mc:Fallback>
      </mc:AlternateContent>
    </p:controls>
  </p:cSld>
  <p:clrMapOvr>
    <a:masterClrMapping/>
  </p:clrMapOvr>
  <p:transition>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grpSp>
        <p:nvGrpSpPr>
          <p:cNvPr id="26629" name="组合 121"/>
          <p:cNvGrpSpPr/>
          <p:nvPr/>
        </p:nvGrpSpPr>
        <p:grpSpPr>
          <a:xfrm>
            <a:off x="395605" y="980440"/>
            <a:ext cx="3716020" cy="586105"/>
            <a:chOff x="2860874" y="967048"/>
            <a:chExt cx="3569241" cy="841772"/>
          </a:xfrm>
        </p:grpSpPr>
        <p:sp>
          <p:nvSpPr>
            <p:cNvPr id="26630" name="AutoShape 2"/>
            <p:cNvSpPr/>
            <p:nvPr/>
          </p:nvSpPr>
          <p:spPr>
            <a:xfrm>
              <a:off x="2860874" y="967048"/>
              <a:ext cx="3547330" cy="841772"/>
            </a:xfrm>
            <a:prstGeom prst="roundRect">
              <a:avLst>
                <a:gd name="adj" fmla="val 50000"/>
              </a:avLst>
            </a:prstGeom>
            <a:gradFill rotWithShape="1">
              <a:gsLst>
                <a:gs pos="0">
                  <a:srgbClr val="2C3554"/>
                </a:gs>
                <a:gs pos="100000">
                  <a:srgbClr val="5F73B5"/>
                </a:gs>
              </a:gsLst>
              <a:lin ang="5400000" scaled="1"/>
              <a:tileRect/>
            </a:gradFill>
            <a:ln w="57150" cap="flat" cmpd="thickThin">
              <a:solidFill>
                <a:srgbClr val="DDDDDD"/>
              </a:solidFill>
              <a:prstDash val="solid"/>
              <a:round/>
              <a:headEnd type="none" w="med" len="med"/>
              <a:tailEnd type="none" w="med" len="med"/>
            </a:ln>
          </p:spPr>
          <p:txBody>
            <a:bodyPr wrap="none" anchor="ctr" anchorCtr="0"/>
            <a:p>
              <a:pPr algn="ctr">
                <a:lnSpc>
                  <a:spcPct val="85000"/>
                </a:lnSpc>
              </a:pPr>
              <a:endParaRPr lang="zh-CN" altLang="zh-CN" sz="2800" dirty="0">
                <a:solidFill>
                  <a:srgbClr val="FFFF66"/>
                </a:solidFill>
                <a:latin typeface="汉仪超粗宋简" pitchFamily="49" charset="-122"/>
                <a:ea typeface="汉仪超粗宋简" pitchFamily="49" charset="-122"/>
              </a:endParaRPr>
            </a:p>
          </p:txBody>
        </p:sp>
        <p:sp>
          <p:nvSpPr>
            <p:cNvPr id="26631" name="Rectangle 13"/>
            <p:cNvSpPr/>
            <p:nvPr/>
          </p:nvSpPr>
          <p:spPr>
            <a:xfrm>
              <a:off x="2949950" y="1051454"/>
              <a:ext cx="3480165" cy="656637"/>
            </a:xfrm>
            <a:prstGeom prst="rect">
              <a:avLst/>
            </a:prstGeom>
            <a:noFill/>
            <a:ln w="9525">
              <a:noFill/>
            </a:ln>
          </p:spPr>
          <p:txBody>
            <a:bodyPr anchor="t" anchorCtr="0">
              <a:spAutoFit/>
            </a:bodyPr>
            <a:p>
              <a:pPr eaLnBrk="0" hangingPunct="0">
                <a:lnSpc>
                  <a:spcPct val="85000"/>
                </a:lnSpc>
              </a:pPr>
              <a:r>
                <a:rPr lang="zh-CN" altLang="en-US" sz="2800" dirty="0">
                  <a:solidFill>
                    <a:srgbClr val="FFFF66"/>
                  </a:solidFill>
                  <a:latin typeface="汉仪超粗宋简" pitchFamily="49" charset="-122"/>
                  <a:ea typeface="汉仪超粗宋简" pitchFamily="49" charset="-122"/>
                </a:rPr>
                <a:t>波源运动，波长变化</a:t>
              </a:r>
              <a:endParaRPr lang="zh-CN" altLang="en-US" sz="2800" dirty="0">
                <a:solidFill>
                  <a:srgbClr val="FFFF66"/>
                </a:solidFill>
                <a:latin typeface="汉仪超粗宋简" pitchFamily="49" charset="-122"/>
                <a:ea typeface="汉仪超粗宋简" pitchFamily="49" charset="-122"/>
              </a:endParaRPr>
            </a:p>
          </p:txBody>
        </p:sp>
      </p:grpSp>
      <p:sp>
        <p:nvSpPr>
          <p:cNvPr id="15" name="Text Box 24"/>
          <p:cNvSpPr txBox="1"/>
          <p:nvPr/>
        </p:nvSpPr>
        <p:spPr>
          <a:xfrm>
            <a:off x="4106386" y="980123"/>
            <a:ext cx="2937510" cy="460375"/>
          </a:xfrm>
          <a:prstGeom prst="rect">
            <a:avLst/>
          </a:prstGeom>
          <a:noFill/>
          <a:ln w="25400">
            <a:noFill/>
          </a:ln>
        </p:spPr>
        <p:txBody>
          <a:bodyPr wrap="none" anchor="t" anchorCtr="0">
            <a:spAutoFit/>
          </a:bodyPr>
          <a:p>
            <a:pPr algn="ctr"/>
            <a:r>
              <a:rPr lang="zh-CN" altLang="en-US" sz="2400" b="1" dirty="0">
                <a:latin typeface="Times New Roman" panose="02020603050405020304" pitchFamily="18" charset="0"/>
                <a:ea typeface="宋体" panose="02010600030101010101" pitchFamily="2" charset="-122"/>
              </a:rPr>
              <a:t>波的前方，波长变短</a:t>
            </a:r>
            <a:endParaRPr lang="zh-CN" altLang="en-US" sz="2400" b="1" dirty="0">
              <a:latin typeface="Times New Roman" panose="02020603050405020304" pitchFamily="18" charset="0"/>
              <a:ea typeface="宋体" panose="02010600030101010101" pitchFamily="2" charset="-122"/>
            </a:endParaRPr>
          </a:p>
        </p:txBody>
      </p:sp>
      <p:sp>
        <p:nvSpPr>
          <p:cNvPr id="19" name="Text Box 24"/>
          <p:cNvSpPr txBox="1"/>
          <p:nvPr/>
        </p:nvSpPr>
        <p:spPr>
          <a:xfrm>
            <a:off x="4139406" y="1412558"/>
            <a:ext cx="2937510" cy="460375"/>
          </a:xfrm>
          <a:prstGeom prst="rect">
            <a:avLst/>
          </a:prstGeom>
          <a:noFill/>
          <a:ln w="25400">
            <a:noFill/>
          </a:ln>
        </p:spPr>
        <p:txBody>
          <a:bodyPr wrap="none" anchor="t" anchorCtr="0">
            <a:spAutoFit/>
          </a:bodyPr>
          <a:p>
            <a:pPr algn="ctr"/>
            <a:r>
              <a:rPr lang="zh-CN" altLang="en-US" sz="2400" b="1" dirty="0">
                <a:latin typeface="Times New Roman" panose="02020603050405020304" pitchFamily="18" charset="0"/>
                <a:ea typeface="宋体" panose="02010600030101010101" pitchFamily="2" charset="-122"/>
              </a:rPr>
              <a:t>波的后方，波长变长</a:t>
            </a:r>
            <a:endParaRPr lang="zh-CN" altLang="en-US" sz="2400" b="1" dirty="0">
              <a:latin typeface="Times New Roman" panose="02020603050405020304" pitchFamily="18" charset="0"/>
              <a:ea typeface="宋体" panose="02010600030101010101" pitchFamily="2" charset="-122"/>
            </a:endParaRPr>
          </a:p>
        </p:txBody>
      </p:sp>
      <p:graphicFrame>
        <p:nvGraphicFramePr>
          <p:cNvPr id="20" name="Object 28"/>
          <p:cNvGraphicFramePr>
            <a:graphicFrameLocks noChangeAspect="1"/>
          </p:cNvGraphicFramePr>
          <p:nvPr/>
        </p:nvGraphicFramePr>
        <p:xfrm>
          <a:off x="7118033" y="913765"/>
          <a:ext cx="1970405" cy="527050"/>
        </p:xfrm>
        <a:graphic>
          <a:graphicData uri="http://schemas.openxmlformats.org/presentationml/2006/ole">
            <mc:AlternateContent xmlns:mc="http://schemas.openxmlformats.org/markup-compatibility/2006">
              <mc:Choice xmlns:v="urn:schemas-microsoft-com:vml" Requires="v">
                <p:oleObj spid="_x0000_s21" name="" r:id="rId1" imgW="952500" imgH="228600" progId="Equation.3">
                  <p:embed/>
                </p:oleObj>
              </mc:Choice>
              <mc:Fallback>
                <p:oleObj name="" r:id="rId1" imgW="952500" imgH="228600" progId="Equation.3">
                  <p:embed/>
                  <p:pic>
                    <p:nvPicPr>
                      <p:cNvPr id="0" name="图片 3172"/>
                      <p:cNvPicPr/>
                      <p:nvPr/>
                    </p:nvPicPr>
                    <p:blipFill>
                      <a:blip r:embed="rId2"/>
                      <a:stretch>
                        <a:fillRect/>
                      </a:stretch>
                    </p:blipFill>
                    <p:spPr>
                      <a:xfrm>
                        <a:off x="7118033" y="913765"/>
                        <a:ext cx="1970405" cy="527050"/>
                      </a:xfrm>
                      <a:prstGeom prst="rect">
                        <a:avLst/>
                      </a:prstGeom>
                      <a:noFill/>
                      <a:ln w="38100">
                        <a:noFill/>
                        <a:miter/>
                      </a:ln>
                    </p:spPr>
                  </p:pic>
                </p:oleObj>
              </mc:Fallback>
            </mc:AlternateContent>
          </a:graphicData>
        </a:graphic>
      </p:graphicFrame>
      <p:graphicFrame>
        <p:nvGraphicFramePr>
          <p:cNvPr id="22" name="Object 28"/>
          <p:cNvGraphicFramePr>
            <a:graphicFrameLocks noChangeAspect="1"/>
          </p:cNvGraphicFramePr>
          <p:nvPr/>
        </p:nvGraphicFramePr>
        <p:xfrm>
          <a:off x="7130734" y="1412875"/>
          <a:ext cx="1970405" cy="527050"/>
        </p:xfrm>
        <a:graphic>
          <a:graphicData uri="http://schemas.openxmlformats.org/presentationml/2006/ole">
            <mc:AlternateContent xmlns:mc="http://schemas.openxmlformats.org/markup-compatibility/2006">
              <mc:Choice xmlns:v="urn:schemas-microsoft-com:vml" Requires="v">
                <p:oleObj spid="_x0000_s23" name="" r:id="rId3" imgW="952500" imgH="228600" progId="Equation.3">
                  <p:embed/>
                </p:oleObj>
              </mc:Choice>
              <mc:Fallback>
                <p:oleObj name="" r:id="rId3" imgW="952500" imgH="228600" progId="Equation.3">
                  <p:embed/>
                  <p:pic>
                    <p:nvPicPr>
                      <p:cNvPr id="0" name="图片 3172"/>
                      <p:cNvPicPr/>
                      <p:nvPr/>
                    </p:nvPicPr>
                    <p:blipFill>
                      <a:blip r:embed="rId4"/>
                      <a:stretch>
                        <a:fillRect/>
                      </a:stretch>
                    </p:blipFill>
                    <p:spPr>
                      <a:xfrm>
                        <a:off x="7130734" y="1412875"/>
                        <a:ext cx="1970405" cy="527050"/>
                      </a:xfrm>
                      <a:prstGeom prst="rect">
                        <a:avLst/>
                      </a:prstGeom>
                      <a:noFill/>
                      <a:ln w="38100">
                        <a:noFill/>
                        <a:miter/>
                      </a:ln>
                    </p:spPr>
                  </p:pic>
                </p:oleObj>
              </mc:Fallback>
            </mc:AlternateContent>
          </a:graphicData>
        </a:graphic>
      </p:graphicFrame>
    </p:spTree>
    <p:controls>
      <mc:AlternateContent xmlns:mc="http://schemas.openxmlformats.org/markup-compatibility/2006">
        <mc:Choice xmlns:v="urn:schemas-microsoft-com:vml" Requires="v">
          <p:control spid="1027" name="" r:id="rId5" imgW="7920355" imgH="4057015"/>
        </mc:Choice>
        <mc:Fallback>
          <p:control name="" r:id="rId5" imgW="7920355" imgH="4057015">
            <p:pic>
              <p:nvPicPr>
                <p:cNvPr id="0" name="Host Control  1026"/>
                <p:cNvPicPr/>
                <p:nvPr/>
              </p:nvPicPr>
              <p:blipFill>
                <a:blip r:embed="rId6"/>
                <a:stretch>
                  <a:fillRect/>
                </a:stretch>
              </p:blipFill>
              <p:spPr>
                <a:xfrm>
                  <a:off x="381000" y="2359660"/>
                  <a:ext cx="7920355" cy="4057015"/>
                </a:xfrm>
                <a:prstGeom prst="rect">
                  <a:avLst/>
                </a:prstGeom>
                <a:noFill/>
                <a:ln w="9525">
                  <a:noFill/>
                </a:ln>
              </p:spPr>
            </p:pic>
          </p:control>
        </mc:Fallback>
      </mc:AlternateContent>
    </p:controls>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500"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500"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207927" name="AutoShape 55" descr="羊皮纸"/>
          <p:cNvSpPr/>
          <p:nvPr/>
        </p:nvSpPr>
        <p:spPr>
          <a:xfrm>
            <a:off x="711200" y="1176655"/>
            <a:ext cx="2030095" cy="647700"/>
          </a:xfrm>
          <a:prstGeom prst="roundRect">
            <a:avLst>
              <a:gd name="adj" fmla="val 16667"/>
            </a:avLst>
          </a:prstGeom>
          <a:blipFill rotWithShape="1">
            <a:blip r:embed="rId1"/>
          </a:blipFill>
          <a:ln w="317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7928" name="Rectangle 56"/>
          <p:cNvSpPr/>
          <p:nvPr/>
        </p:nvSpPr>
        <p:spPr>
          <a:xfrm>
            <a:off x="711200" y="1248093"/>
            <a:ext cx="1612900" cy="521970"/>
          </a:xfrm>
          <a:prstGeom prst="rect">
            <a:avLst/>
          </a:prstGeom>
          <a:noFill/>
          <a:ln w="9525">
            <a:noFill/>
          </a:ln>
        </p:spPr>
        <p:txBody>
          <a:bodyPr anchor="t" anchorCtr="0">
            <a:spAutoFit/>
          </a:bodyPr>
          <a:p>
            <a:pPr>
              <a:spcBef>
                <a:spcPct val="50000"/>
              </a:spcBef>
            </a:pPr>
            <a:r>
              <a:rPr lang="zh-CN" altLang="en-US" sz="2800" b="1" dirty="0">
                <a:solidFill>
                  <a:srgbClr val="000000"/>
                </a:solidFill>
                <a:latin typeface="微软雅黑" panose="020B0503020204020204" pitchFamily="34" charset="-122"/>
                <a:ea typeface="微软雅黑" panose="020B0503020204020204" pitchFamily="34" charset="-122"/>
              </a:rPr>
              <a:t>波源速度</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graphicFrame>
        <p:nvGraphicFramePr>
          <p:cNvPr id="207929" name="Object 57"/>
          <p:cNvGraphicFramePr>
            <a:graphicFrameLocks noChangeAspect="1"/>
          </p:cNvGraphicFramePr>
          <p:nvPr/>
        </p:nvGraphicFramePr>
        <p:xfrm>
          <a:off x="2773998" y="1340485"/>
          <a:ext cx="315912" cy="279400"/>
        </p:xfrm>
        <a:graphic>
          <a:graphicData uri="http://schemas.openxmlformats.org/presentationml/2006/ole">
            <mc:AlternateContent xmlns:mc="http://schemas.openxmlformats.org/markup-compatibility/2006">
              <mc:Choice xmlns:v="urn:schemas-microsoft-com:vml" Requires="v">
                <p:oleObj spid="_x0000_s3086" name="" r:id="rId2" imgW="139700" imgH="101600" progId="Equation.3">
                  <p:embed/>
                </p:oleObj>
              </mc:Choice>
              <mc:Fallback>
                <p:oleObj name="" r:id="rId2" imgW="139700" imgH="101600" progId="Equation.3">
                  <p:embed/>
                  <p:pic>
                    <p:nvPicPr>
                      <p:cNvPr id="0" name="图片 3085"/>
                      <p:cNvPicPr/>
                      <p:nvPr/>
                    </p:nvPicPr>
                    <p:blipFill>
                      <a:blip r:embed="rId3"/>
                      <a:stretch>
                        <a:fillRect/>
                      </a:stretch>
                    </p:blipFill>
                    <p:spPr>
                      <a:xfrm>
                        <a:off x="2773998" y="1340485"/>
                        <a:ext cx="315912" cy="279400"/>
                      </a:xfrm>
                      <a:prstGeom prst="rect">
                        <a:avLst/>
                      </a:prstGeom>
                      <a:noFill/>
                      <a:ln w="38100">
                        <a:noFill/>
                        <a:miter/>
                      </a:ln>
                    </p:spPr>
                  </p:pic>
                </p:oleObj>
              </mc:Fallback>
            </mc:AlternateContent>
          </a:graphicData>
        </a:graphic>
      </p:graphicFrame>
      <p:sp>
        <p:nvSpPr>
          <p:cNvPr id="207930" name="Text Box 58"/>
          <p:cNvSpPr txBox="1"/>
          <p:nvPr/>
        </p:nvSpPr>
        <p:spPr>
          <a:xfrm>
            <a:off x="3060065" y="1171575"/>
            <a:ext cx="3886835" cy="521970"/>
          </a:xfrm>
          <a:prstGeom prst="rect">
            <a:avLst/>
          </a:prstGeom>
          <a:noFill/>
          <a:ln w="9525">
            <a:noFill/>
          </a:ln>
        </p:spPr>
        <p:txBody>
          <a:bodyPr wrap="square" anchor="t" anchorCtr="0">
            <a:spAutoFit/>
          </a:bodyPr>
          <a:p>
            <a:pPr>
              <a:spcBef>
                <a:spcPct val="50000"/>
              </a:spcBef>
            </a:pPr>
            <a:r>
              <a:rPr lang="zh-CN" altLang="en-US" sz="2800" b="1" dirty="0">
                <a:solidFill>
                  <a:srgbClr val="020202"/>
                </a:solidFill>
                <a:latin typeface="Times New Roman" panose="02020603050405020304" pitchFamily="18" charset="0"/>
                <a:ea typeface="微软雅黑" panose="020B0503020204020204" pitchFamily="34" charset="-122"/>
              </a:rPr>
              <a:t>波源相对于介质的速度</a:t>
            </a:r>
            <a:endParaRPr lang="zh-CN" altLang="en-US" sz="2800" b="1" dirty="0">
              <a:solidFill>
                <a:srgbClr val="020202"/>
              </a:solidFill>
              <a:latin typeface="Times New Roman" panose="02020603050405020304" pitchFamily="18" charset="0"/>
              <a:ea typeface="微软雅黑" panose="020B0503020204020204" pitchFamily="34" charset="-122"/>
            </a:endParaRPr>
          </a:p>
        </p:txBody>
      </p:sp>
      <p:sp>
        <p:nvSpPr>
          <p:cNvPr id="207936" name="AutoShape 64" descr="羊皮纸"/>
          <p:cNvSpPr/>
          <p:nvPr/>
        </p:nvSpPr>
        <p:spPr>
          <a:xfrm>
            <a:off x="711200" y="1953895"/>
            <a:ext cx="2011045" cy="647700"/>
          </a:xfrm>
          <a:prstGeom prst="roundRect">
            <a:avLst>
              <a:gd name="adj" fmla="val 16667"/>
            </a:avLst>
          </a:prstGeom>
          <a:blipFill rotWithShape="1">
            <a:blip r:embed="rId1"/>
          </a:blipFill>
          <a:ln w="317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7937" name="Rectangle 65"/>
          <p:cNvSpPr/>
          <p:nvPr/>
        </p:nvSpPr>
        <p:spPr>
          <a:xfrm>
            <a:off x="849948" y="2025333"/>
            <a:ext cx="1612900" cy="521970"/>
          </a:xfrm>
          <a:prstGeom prst="rect">
            <a:avLst/>
          </a:prstGeom>
          <a:noFill/>
          <a:ln w="9525">
            <a:noFill/>
          </a:ln>
        </p:spPr>
        <p:txBody>
          <a:bodyPr anchor="t" anchorCtr="0">
            <a:spAutoFit/>
          </a:bodyPr>
          <a:p>
            <a:pPr>
              <a:spcBef>
                <a:spcPct val="50000"/>
              </a:spcBef>
            </a:pPr>
            <a:r>
              <a:rPr lang="zh-CN" altLang="en-US" sz="2800" b="1" dirty="0">
                <a:latin typeface="微软雅黑" panose="020B0503020204020204" pitchFamily="34" charset="-122"/>
                <a:ea typeface="微软雅黑" panose="020B0503020204020204" pitchFamily="34" charset="-122"/>
              </a:rPr>
              <a:t>波的速度</a:t>
            </a:r>
            <a:endParaRPr lang="zh-CN" altLang="en-US" sz="2800" b="1" dirty="0">
              <a:latin typeface="微软雅黑" panose="020B0503020204020204" pitchFamily="34" charset="-122"/>
              <a:ea typeface="微软雅黑" panose="020B0503020204020204" pitchFamily="34" charset="-122"/>
            </a:endParaRPr>
          </a:p>
        </p:txBody>
      </p:sp>
      <p:graphicFrame>
        <p:nvGraphicFramePr>
          <p:cNvPr id="207938" name="Object 66"/>
          <p:cNvGraphicFramePr>
            <a:graphicFrameLocks noChangeAspect="1"/>
          </p:cNvGraphicFramePr>
          <p:nvPr/>
        </p:nvGraphicFramePr>
        <p:xfrm>
          <a:off x="2750820" y="2176145"/>
          <a:ext cx="315913" cy="279400"/>
        </p:xfrm>
        <a:graphic>
          <a:graphicData uri="http://schemas.openxmlformats.org/presentationml/2006/ole">
            <mc:AlternateContent xmlns:mc="http://schemas.openxmlformats.org/markup-compatibility/2006">
              <mc:Choice xmlns:v="urn:schemas-microsoft-com:vml" Requires="v">
                <p:oleObj spid="_x0000_s3088" name="" r:id="rId4" imgW="139700" imgH="101600" progId="Equation.3">
                  <p:embed/>
                </p:oleObj>
              </mc:Choice>
              <mc:Fallback>
                <p:oleObj name="" r:id="rId4" imgW="139700" imgH="101600" progId="Equation.3">
                  <p:embed/>
                  <p:pic>
                    <p:nvPicPr>
                      <p:cNvPr id="0" name="图片 3087"/>
                      <p:cNvPicPr/>
                      <p:nvPr/>
                    </p:nvPicPr>
                    <p:blipFill>
                      <a:blip r:embed="rId3"/>
                      <a:stretch>
                        <a:fillRect/>
                      </a:stretch>
                    </p:blipFill>
                    <p:spPr>
                      <a:xfrm>
                        <a:off x="2750820" y="2176145"/>
                        <a:ext cx="315913" cy="279400"/>
                      </a:xfrm>
                      <a:prstGeom prst="rect">
                        <a:avLst/>
                      </a:prstGeom>
                      <a:noFill/>
                      <a:ln w="38100">
                        <a:noFill/>
                        <a:miter/>
                      </a:ln>
                    </p:spPr>
                  </p:pic>
                </p:oleObj>
              </mc:Fallback>
            </mc:AlternateContent>
          </a:graphicData>
        </a:graphic>
      </p:graphicFrame>
      <p:sp>
        <p:nvSpPr>
          <p:cNvPr id="207939" name="Text Box 67"/>
          <p:cNvSpPr txBox="1"/>
          <p:nvPr/>
        </p:nvSpPr>
        <p:spPr>
          <a:xfrm>
            <a:off x="2966720" y="2017395"/>
            <a:ext cx="3629660" cy="521970"/>
          </a:xfrm>
          <a:prstGeom prst="rect">
            <a:avLst/>
          </a:prstGeom>
          <a:noFill/>
          <a:ln w="9525">
            <a:noFill/>
          </a:ln>
        </p:spPr>
        <p:txBody>
          <a:bodyPr wrap="square" anchor="t" anchorCtr="0">
            <a:spAutoFit/>
          </a:bodyPr>
          <a:p>
            <a:pPr>
              <a:spcBef>
                <a:spcPct val="50000"/>
              </a:spcBef>
            </a:pPr>
            <a:r>
              <a:rPr lang="zh-CN" altLang="en-US" sz="2800" b="1" dirty="0">
                <a:solidFill>
                  <a:srgbClr val="020202"/>
                </a:solidFill>
                <a:latin typeface="Times New Roman" panose="02020603050405020304" pitchFamily="18" charset="0"/>
                <a:ea typeface="微软雅黑" panose="020B0503020204020204" pitchFamily="34" charset="-122"/>
              </a:rPr>
              <a:t>波相对于介质的速度</a:t>
            </a:r>
            <a:endParaRPr lang="zh-CN" altLang="en-US" sz="2800" b="1" dirty="0">
              <a:solidFill>
                <a:srgbClr val="020202"/>
              </a:solidFill>
              <a:latin typeface="Times New Roman" panose="02020603050405020304" pitchFamily="18" charset="0"/>
              <a:ea typeface="微软雅黑" panose="020B0503020204020204" pitchFamily="34" charset="-122"/>
            </a:endParaRPr>
          </a:p>
        </p:txBody>
      </p:sp>
      <p:sp>
        <p:nvSpPr>
          <p:cNvPr id="207949" name="AutoShape 77" descr="羊皮纸"/>
          <p:cNvSpPr/>
          <p:nvPr/>
        </p:nvSpPr>
        <p:spPr>
          <a:xfrm>
            <a:off x="593725" y="2708910"/>
            <a:ext cx="2433955" cy="662305"/>
          </a:xfrm>
          <a:prstGeom prst="roundRect">
            <a:avLst>
              <a:gd name="adj" fmla="val 16667"/>
            </a:avLst>
          </a:prstGeom>
          <a:blipFill rotWithShape="1">
            <a:blip r:embed="rId1"/>
          </a:blipFill>
          <a:ln w="31750" cap="flat" cmpd="sng">
            <a:solidFill>
              <a:srgbClr val="00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7950" name="Rectangle 78"/>
          <p:cNvSpPr/>
          <p:nvPr/>
        </p:nvSpPr>
        <p:spPr>
          <a:xfrm>
            <a:off x="646430" y="2748915"/>
            <a:ext cx="2160270" cy="521970"/>
          </a:xfrm>
          <a:prstGeom prst="rect">
            <a:avLst/>
          </a:prstGeom>
          <a:noFill/>
          <a:ln w="9525">
            <a:noFill/>
          </a:ln>
        </p:spPr>
        <p:txBody>
          <a:bodyPr wrap="square" anchor="t" anchorCtr="0">
            <a:spAutoFit/>
          </a:bodyPr>
          <a:p>
            <a:pPr>
              <a:spcBef>
                <a:spcPct val="50000"/>
              </a:spcBef>
            </a:pPr>
            <a:r>
              <a:rPr lang="zh-CN" altLang="en-US" sz="2800" b="1" dirty="0">
                <a:solidFill>
                  <a:srgbClr val="FF3300"/>
                </a:solidFill>
                <a:latin typeface="微软雅黑" panose="020B0503020204020204" pitchFamily="34" charset="-122"/>
                <a:ea typeface="微软雅黑" panose="020B0503020204020204" pitchFamily="34" charset="-122"/>
              </a:rPr>
              <a:t>观察者速度</a:t>
            </a:r>
            <a:endParaRPr lang="zh-CN" altLang="en-US" sz="2800" b="1" dirty="0">
              <a:solidFill>
                <a:srgbClr val="FF3300"/>
              </a:solidFill>
              <a:latin typeface="微软雅黑" panose="020B0503020204020204" pitchFamily="34" charset="-122"/>
              <a:ea typeface="微软雅黑" panose="020B0503020204020204" pitchFamily="34" charset="-122"/>
            </a:endParaRPr>
          </a:p>
        </p:txBody>
      </p:sp>
      <p:graphicFrame>
        <p:nvGraphicFramePr>
          <p:cNvPr id="207951" name="Object 79"/>
          <p:cNvGraphicFramePr>
            <a:graphicFrameLocks noChangeAspect="1"/>
          </p:cNvGraphicFramePr>
          <p:nvPr/>
        </p:nvGraphicFramePr>
        <p:xfrm>
          <a:off x="3134995" y="2927033"/>
          <a:ext cx="315913" cy="279400"/>
        </p:xfrm>
        <a:graphic>
          <a:graphicData uri="http://schemas.openxmlformats.org/presentationml/2006/ole">
            <mc:AlternateContent xmlns:mc="http://schemas.openxmlformats.org/markup-compatibility/2006">
              <mc:Choice xmlns:v="urn:schemas-microsoft-com:vml" Requires="v">
                <p:oleObj spid="_x0000_s3095" name="" r:id="rId5" imgW="139700" imgH="101600" progId="Equation.3">
                  <p:embed/>
                </p:oleObj>
              </mc:Choice>
              <mc:Fallback>
                <p:oleObj name="" r:id="rId5" imgW="139700" imgH="101600" progId="Equation.3">
                  <p:embed/>
                  <p:pic>
                    <p:nvPicPr>
                      <p:cNvPr id="0" name="图片 3094"/>
                      <p:cNvPicPr/>
                      <p:nvPr/>
                    </p:nvPicPr>
                    <p:blipFill>
                      <a:blip r:embed="rId3"/>
                      <a:stretch>
                        <a:fillRect/>
                      </a:stretch>
                    </p:blipFill>
                    <p:spPr>
                      <a:xfrm>
                        <a:off x="3134995" y="2927033"/>
                        <a:ext cx="315913" cy="279400"/>
                      </a:xfrm>
                      <a:prstGeom prst="rect">
                        <a:avLst/>
                      </a:prstGeom>
                      <a:noFill/>
                      <a:ln w="38100">
                        <a:noFill/>
                        <a:miter/>
                      </a:ln>
                    </p:spPr>
                  </p:pic>
                </p:oleObj>
              </mc:Fallback>
            </mc:AlternateContent>
          </a:graphicData>
        </a:graphic>
      </p:graphicFrame>
      <p:sp>
        <p:nvSpPr>
          <p:cNvPr id="207952" name="Text Box 80"/>
          <p:cNvSpPr txBox="1"/>
          <p:nvPr/>
        </p:nvSpPr>
        <p:spPr>
          <a:xfrm>
            <a:off x="3558540" y="2741295"/>
            <a:ext cx="4344670" cy="521970"/>
          </a:xfrm>
          <a:prstGeom prst="rect">
            <a:avLst/>
          </a:prstGeom>
          <a:noFill/>
          <a:ln w="9525">
            <a:noFill/>
          </a:ln>
        </p:spPr>
        <p:txBody>
          <a:bodyPr wrap="square" anchor="t" anchorCtr="0">
            <a:spAutoFit/>
          </a:bodyPr>
          <a:p>
            <a:pPr>
              <a:spcBef>
                <a:spcPct val="50000"/>
              </a:spcBef>
            </a:pPr>
            <a:r>
              <a:rPr lang="zh-CN" altLang="en-US" sz="2800" b="1" dirty="0">
                <a:solidFill>
                  <a:srgbClr val="020202"/>
                </a:solidFill>
                <a:latin typeface="Times New Roman" panose="02020603050405020304" pitchFamily="18" charset="0"/>
                <a:ea typeface="微软雅黑" panose="020B0503020204020204" pitchFamily="34" charset="-122"/>
              </a:rPr>
              <a:t>观察者相对于介质的速度</a:t>
            </a:r>
            <a:endParaRPr lang="zh-CN" altLang="en-US" sz="2800" b="1" dirty="0">
              <a:solidFill>
                <a:srgbClr val="020202"/>
              </a:solidFill>
              <a:latin typeface="Times New Roman" panose="02020603050405020304" pitchFamily="18" charset="0"/>
              <a:ea typeface="微软雅黑" panose="020B0503020204020204" pitchFamily="34" charset="-122"/>
            </a:endParaRPr>
          </a:p>
        </p:txBody>
      </p:sp>
      <p:graphicFrame>
        <p:nvGraphicFramePr>
          <p:cNvPr id="2" name="Object 62"/>
          <p:cNvGraphicFramePr>
            <a:graphicFrameLocks noChangeAspect="1"/>
          </p:cNvGraphicFramePr>
          <p:nvPr/>
        </p:nvGraphicFramePr>
        <p:xfrm>
          <a:off x="2235994" y="1230630"/>
          <a:ext cx="432435" cy="555625"/>
        </p:xfrm>
        <a:graphic>
          <a:graphicData uri="http://schemas.openxmlformats.org/presentationml/2006/ole">
            <mc:AlternateContent xmlns:mc="http://schemas.openxmlformats.org/markup-compatibility/2006">
              <mc:Choice xmlns:v="urn:schemas-microsoft-com:vml" Requires="v">
                <p:oleObj spid="_x0000_s3" name="" r:id="rId6" imgW="177165" imgH="228600" progId="Equation.3">
                  <p:embed/>
                </p:oleObj>
              </mc:Choice>
              <mc:Fallback>
                <p:oleObj name="" r:id="rId6" imgW="177165" imgH="228600" progId="Equation.3">
                  <p:embed/>
                  <p:pic>
                    <p:nvPicPr>
                      <p:cNvPr id="0" name="图片 3083"/>
                      <p:cNvPicPr/>
                      <p:nvPr/>
                    </p:nvPicPr>
                    <p:blipFill>
                      <a:blip r:embed="rId7"/>
                      <a:stretch>
                        <a:fillRect/>
                      </a:stretch>
                    </p:blipFill>
                    <p:spPr>
                      <a:xfrm>
                        <a:off x="2235994" y="1230630"/>
                        <a:ext cx="432435" cy="555625"/>
                      </a:xfrm>
                      <a:prstGeom prst="rect">
                        <a:avLst/>
                      </a:prstGeom>
                      <a:noFill/>
                      <a:ln w="38100">
                        <a:noFill/>
                        <a:miter/>
                      </a:ln>
                    </p:spPr>
                  </p:pic>
                </p:oleObj>
              </mc:Fallback>
            </mc:AlternateContent>
          </a:graphicData>
        </a:graphic>
      </p:graphicFrame>
      <p:graphicFrame>
        <p:nvGraphicFramePr>
          <p:cNvPr id="4" name="Object 62"/>
          <p:cNvGraphicFramePr>
            <a:graphicFrameLocks noChangeAspect="1"/>
          </p:cNvGraphicFramePr>
          <p:nvPr/>
        </p:nvGraphicFramePr>
        <p:xfrm>
          <a:off x="2327434" y="2115185"/>
          <a:ext cx="310515" cy="339725"/>
        </p:xfrm>
        <a:graphic>
          <a:graphicData uri="http://schemas.openxmlformats.org/presentationml/2006/ole">
            <mc:AlternateContent xmlns:mc="http://schemas.openxmlformats.org/markup-compatibility/2006">
              <mc:Choice xmlns:v="urn:schemas-microsoft-com:vml" Requires="v">
                <p:oleObj spid="_x0000_s5" name="" r:id="rId8" imgW="127000" imgH="139700" progId="Equation.3">
                  <p:embed/>
                </p:oleObj>
              </mc:Choice>
              <mc:Fallback>
                <p:oleObj name="" r:id="rId8" imgW="127000" imgH="139700" progId="Equation.3">
                  <p:embed/>
                  <p:pic>
                    <p:nvPicPr>
                      <p:cNvPr id="0" name="图片 3083"/>
                      <p:cNvPicPr/>
                      <p:nvPr/>
                    </p:nvPicPr>
                    <p:blipFill>
                      <a:blip r:embed="rId9"/>
                      <a:stretch>
                        <a:fillRect/>
                      </a:stretch>
                    </p:blipFill>
                    <p:spPr>
                      <a:xfrm>
                        <a:off x="2327434" y="2115185"/>
                        <a:ext cx="310515" cy="339725"/>
                      </a:xfrm>
                      <a:prstGeom prst="rect">
                        <a:avLst/>
                      </a:prstGeom>
                      <a:noFill/>
                      <a:ln w="38100">
                        <a:noFill/>
                        <a:miter/>
                      </a:ln>
                    </p:spPr>
                  </p:pic>
                </p:oleObj>
              </mc:Fallback>
            </mc:AlternateContent>
          </a:graphicData>
        </a:graphic>
      </p:graphicFrame>
      <p:graphicFrame>
        <p:nvGraphicFramePr>
          <p:cNvPr id="6" name="Object 62"/>
          <p:cNvGraphicFramePr>
            <a:graphicFrameLocks noChangeAspect="1"/>
          </p:cNvGraphicFramePr>
          <p:nvPr/>
        </p:nvGraphicFramePr>
        <p:xfrm>
          <a:off x="2517140" y="2746375"/>
          <a:ext cx="486410" cy="525145"/>
        </p:xfrm>
        <a:graphic>
          <a:graphicData uri="http://schemas.openxmlformats.org/presentationml/2006/ole">
            <mc:AlternateContent xmlns:mc="http://schemas.openxmlformats.org/markup-compatibility/2006">
              <mc:Choice xmlns:v="urn:schemas-microsoft-com:vml" Requires="v">
                <p:oleObj spid="_x0000_s7" name="" r:id="rId10" imgW="190500" imgH="215900" progId="Equation.3">
                  <p:embed/>
                </p:oleObj>
              </mc:Choice>
              <mc:Fallback>
                <p:oleObj name="" r:id="rId10" imgW="190500" imgH="215900" progId="Equation.3">
                  <p:embed/>
                  <p:pic>
                    <p:nvPicPr>
                      <p:cNvPr id="0" name="图片 3083"/>
                      <p:cNvPicPr/>
                      <p:nvPr/>
                    </p:nvPicPr>
                    <p:blipFill>
                      <a:blip r:embed="rId11"/>
                      <a:stretch>
                        <a:fillRect/>
                      </a:stretch>
                    </p:blipFill>
                    <p:spPr>
                      <a:xfrm>
                        <a:off x="2517140" y="2746375"/>
                        <a:ext cx="486410" cy="525145"/>
                      </a:xfrm>
                      <a:prstGeom prst="rect">
                        <a:avLst/>
                      </a:prstGeom>
                      <a:noFill/>
                      <a:ln w="38100">
                        <a:noFill/>
                        <a:miter/>
                      </a:ln>
                    </p:spPr>
                  </p:pic>
                </p:oleObj>
              </mc:Fallback>
            </mc:AlternateContent>
          </a:graphicData>
        </a:graphic>
      </p:graphicFrame>
      <p:sp>
        <p:nvSpPr>
          <p:cNvPr id="290901" name="AutoShape 85" descr="羊皮纸"/>
          <p:cNvSpPr/>
          <p:nvPr/>
        </p:nvSpPr>
        <p:spPr>
          <a:xfrm>
            <a:off x="762000" y="3513455"/>
            <a:ext cx="4140200" cy="1066800"/>
          </a:xfrm>
          <a:prstGeom prst="roundRect">
            <a:avLst>
              <a:gd name="adj" fmla="val 16667"/>
            </a:avLst>
          </a:prstGeom>
          <a:blipFill rotWithShape="1">
            <a:blip r:embed="rId1"/>
          </a:blipFill>
          <a:ln w="19050" cap="flat" cmpd="sng">
            <a:solidFill>
              <a:srgbClr val="0000FF"/>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91002" name="Text Box 186"/>
          <p:cNvSpPr txBox="1"/>
          <p:nvPr/>
        </p:nvSpPr>
        <p:spPr>
          <a:xfrm>
            <a:off x="785813" y="3800793"/>
            <a:ext cx="2232025" cy="519112"/>
          </a:xfrm>
          <a:prstGeom prst="rect">
            <a:avLst/>
          </a:prstGeom>
          <a:noFill/>
          <a:ln w="9525">
            <a:noFill/>
          </a:ln>
        </p:spPr>
        <p:txBody>
          <a:bodyPr anchor="t" anchorCtr="0">
            <a:spAutoFit/>
          </a:bodyPr>
          <a:p>
            <a:pPr>
              <a:spcBef>
                <a:spcPct val="50000"/>
              </a:spcBef>
            </a:pPr>
            <a:r>
              <a:rPr lang="zh-CN" altLang="en-US" sz="2800" b="1" dirty="0">
                <a:solidFill>
                  <a:srgbClr val="0000FF"/>
                </a:solidFill>
                <a:latin typeface="微软雅黑" panose="020B0503020204020204" pitchFamily="34" charset="-122"/>
                <a:ea typeface="微软雅黑" panose="020B0503020204020204" pitchFamily="34" charset="-122"/>
              </a:rPr>
              <a:t>接收频率</a:t>
            </a:r>
            <a:endParaRPr lang="zh-CN" altLang="en-US" sz="2800" b="1" dirty="0">
              <a:solidFill>
                <a:srgbClr val="0000FF"/>
              </a:solidFill>
              <a:latin typeface="微软雅黑" panose="020B0503020204020204" pitchFamily="34" charset="-122"/>
              <a:ea typeface="微软雅黑" panose="020B0503020204020204" pitchFamily="34" charset="-122"/>
            </a:endParaRPr>
          </a:p>
        </p:txBody>
      </p:sp>
      <p:graphicFrame>
        <p:nvGraphicFramePr>
          <p:cNvPr id="291003" name="Object 187"/>
          <p:cNvGraphicFramePr>
            <a:graphicFrameLocks noChangeAspect="1"/>
          </p:cNvGraphicFramePr>
          <p:nvPr/>
        </p:nvGraphicFramePr>
        <p:xfrm>
          <a:off x="2427288" y="3724593"/>
          <a:ext cx="519112" cy="647700"/>
        </p:xfrm>
        <a:graphic>
          <a:graphicData uri="http://schemas.openxmlformats.org/presentationml/2006/ole">
            <mc:AlternateContent xmlns:mc="http://schemas.openxmlformats.org/markup-compatibility/2006">
              <mc:Choice xmlns:v="urn:schemas-microsoft-com:vml" Requires="v">
                <p:oleObj spid="_x0000_s3101" name="" r:id="rId12" imgW="190500" imgH="215900" progId="Equation.3">
                  <p:embed/>
                </p:oleObj>
              </mc:Choice>
              <mc:Fallback>
                <p:oleObj name="" r:id="rId12" imgW="190500" imgH="215900" progId="Equation.3">
                  <p:embed/>
                  <p:pic>
                    <p:nvPicPr>
                      <p:cNvPr id="0" name="图片 3100"/>
                      <p:cNvPicPr/>
                      <p:nvPr/>
                    </p:nvPicPr>
                    <p:blipFill>
                      <a:blip r:embed="rId13"/>
                      <a:stretch>
                        <a:fillRect/>
                      </a:stretch>
                    </p:blipFill>
                    <p:spPr>
                      <a:xfrm>
                        <a:off x="2427288" y="3724593"/>
                        <a:ext cx="519112" cy="647700"/>
                      </a:xfrm>
                      <a:prstGeom prst="rect">
                        <a:avLst/>
                      </a:prstGeom>
                      <a:noFill/>
                      <a:ln w="38100">
                        <a:noFill/>
                        <a:miter/>
                      </a:ln>
                    </p:spPr>
                  </p:pic>
                </p:oleObj>
              </mc:Fallback>
            </mc:AlternateContent>
          </a:graphicData>
        </a:graphic>
      </p:graphicFrame>
      <p:graphicFrame>
        <p:nvGraphicFramePr>
          <p:cNvPr id="291012" name="Object 196"/>
          <p:cNvGraphicFramePr>
            <a:graphicFrameLocks noChangeAspect="1"/>
          </p:cNvGraphicFramePr>
          <p:nvPr/>
        </p:nvGraphicFramePr>
        <p:xfrm>
          <a:off x="2818765" y="3910648"/>
          <a:ext cx="315913" cy="279400"/>
        </p:xfrm>
        <a:graphic>
          <a:graphicData uri="http://schemas.openxmlformats.org/presentationml/2006/ole">
            <mc:AlternateContent xmlns:mc="http://schemas.openxmlformats.org/markup-compatibility/2006">
              <mc:Choice xmlns:v="urn:schemas-microsoft-com:vml" Requires="v">
                <p:oleObj spid="_x0000_s3100" name="" r:id="rId14" imgW="139700" imgH="101600" progId="Equation.3">
                  <p:embed/>
                </p:oleObj>
              </mc:Choice>
              <mc:Fallback>
                <p:oleObj name="" r:id="rId14" imgW="139700" imgH="101600" progId="Equation.3">
                  <p:embed/>
                  <p:pic>
                    <p:nvPicPr>
                      <p:cNvPr id="0" name="图片 3099"/>
                      <p:cNvPicPr/>
                      <p:nvPr/>
                    </p:nvPicPr>
                    <p:blipFill>
                      <a:blip r:embed="rId3"/>
                      <a:stretch>
                        <a:fillRect/>
                      </a:stretch>
                    </p:blipFill>
                    <p:spPr>
                      <a:xfrm>
                        <a:off x="2818765" y="3910648"/>
                        <a:ext cx="315913" cy="279400"/>
                      </a:xfrm>
                      <a:prstGeom prst="rect">
                        <a:avLst/>
                      </a:prstGeom>
                      <a:noFill/>
                      <a:ln w="38100">
                        <a:noFill/>
                        <a:miter/>
                      </a:ln>
                    </p:spPr>
                  </p:pic>
                </p:oleObj>
              </mc:Fallback>
            </mc:AlternateContent>
          </a:graphicData>
        </a:graphic>
      </p:graphicFrame>
      <p:graphicFrame>
        <p:nvGraphicFramePr>
          <p:cNvPr id="291013" name="Object 197"/>
          <p:cNvGraphicFramePr>
            <a:graphicFrameLocks noChangeAspect="1"/>
          </p:cNvGraphicFramePr>
          <p:nvPr/>
        </p:nvGraphicFramePr>
        <p:xfrm>
          <a:off x="3514567" y="3645059"/>
          <a:ext cx="360680" cy="361315"/>
        </p:xfrm>
        <a:graphic>
          <a:graphicData uri="http://schemas.openxmlformats.org/presentationml/2006/ole">
            <mc:AlternateContent xmlns:mc="http://schemas.openxmlformats.org/markup-compatibility/2006">
              <mc:Choice xmlns:v="urn:schemas-microsoft-com:vml" Requires="v">
                <p:oleObj spid="_x0000_s8" name="" r:id="rId15" imgW="139700" imgH="139700" progId="Equation.3">
                  <p:embed/>
                </p:oleObj>
              </mc:Choice>
              <mc:Fallback>
                <p:oleObj name="" r:id="rId15" imgW="139700" imgH="139700" progId="Equation.3">
                  <p:embed/>
                  <p:pic>
                    <p:nvPicPr>
                      <p:cNvPr id="0" name="图片 3089"/>
                      <p:cNvPicPr/>
                      <p:nvPr/>
                    </p:nvPicPr>
                    <p:blipFill>
                      <a:blip r:embed="rId16"/>
                      <a:stretch>
                        <a:fillRect/>
                      </a:stretch>
                    </p:blipFill>
                    <p:spPr>
                      <a:xfrm>
                        <a:off x="3514567" y="3645059"/>
                        <a:ext cx="360680" cy="361315"/>
                      </a:xfrm>
                      <a:prstGeom prst="rect">
                        <a:avLst/>
                      </a:prstGeom>
                      <a:solidFill>
                        <a:srgbClr val="FFFF00"/>
                      </a:solidFill>
                      <a:ln w="38100">
                        <a:noFill/>
                        <a:miter/>
                      </a:ln>
                    </p:spPr>
                  </p:pic>
                </p:oleObj>
              </mc:Fallback>
            </mc:AlternateContent>
          </a:graphicData>
        </a:graphic>
      </p:graphicFrame>
      <p:sp>
        <p:nvSpPr>
          <p:cNvPr id="291014" name="Line 198"/>
          <p:cNvSpPr/>
          <p:nvPr/>
        </p:nvSpPr>
        <p:spPr>
          <a:xfrm>
            <a:off x="3247390" y="4061143"/>
            <a:ext cx="1008063" cy="0"/>
          </a:xfrm>
          <a:prstGeom prst="line">
            <a:avLst/>
          </a:prstGeom>
          <a:ln w="22225" cap="rnd" cmpd="sng">
            <a:solidFill>
              <a:srgbClr val="000000"/>
            </a:solidFill>
            <a:prstDash val="solid"/>
            <a:round/>
            <a:headEnd type="none" w="med" len="med"/>
            <a:tailEnd type="none" w="med" len="med"/>
          </a:ln>
        </p:spPr>
      </p:sp>
      <p:graphicFrame>
        <p:nvGraphicFramePr>
          <p:cNvPr id="291015" name="Object 199"/>
          <p:cNvGraphicFramePr>
            <a:graphicFrameLocks noChangeAspect="1"/>
          </p:cNvGraphicFramePr>
          <p:nvPr/>
        </p:nvGraphicFramePr>
        <p:xfrm>
          <a:off x="3545205" y="4256088"/>
          <a:ext cx="330200" cy="196850"/>
        </p:xfrm>
        <a:graphic>
          <a:graphicData uri="http://schemas.openxmlformats.org/presentationml/2006/ole">
            <mc:AlternateContent xmlns:mc="http://schemas.openxmlformats.org/markup-compatibility/2006">
              <mc:Choice xmlns:v="urn:schemas-microsoft-com:vml" Requires="v">
                <p:oleObj spid="_x0000_s3102" name="" r:id="rId17" imgW="127000" imgH="76200" progId="Equation.3">
                  <p:embed/>
                </p:oleObj>
              </mc:Choice>
              <mc:Fallback>
                <p:oleObj name="" r:id="rId17" imgW="127000" imgH="76200" progId="Equation.3">
                  <p:embed/>
                  <p:pic>
                    <p:nvPicPr>
                      <p:cNvPr id="0" name="图片 3101"/>
                      <p:cNvPicPr/>
                      <p:nvPr/>
                    </p:nvPicPr>
                    <p:blipFill>
                      <a:blip r:embed="rId18"/>
                      <a:stretch>
                        <a:fillRect/>
                      </a:stretch>
                    </p:blipFill>
                    <p:spPr>
                      <a:xfrm>
                        <a:off x="3545205" y="4256088"/>
                        <a:ext cx="330200" cy="196850"/>
                      </a:xfrm>
                      <a:prstGeom prst="rect">
                        <a:avLst/>
                      </a:prstGeom>
                      <a:solidFill>
                        <a:srgbClr val="FFFF00"/>
                      </a:solidFill>
                      <a:ln w="38100">
                        <a:noFill/>
                        <a:miter/>
                      </a:ln>
                    </p:spPr>
                  </p:pic>
                </p:oleObj>
              </mc:Fallback>
            </mc:AlternateContent>
          </a:graphicData>
        </a:graphic>
      </p:graphicFrame>
      <p:graphicFrame>
        <p:nvGraphicFramePr>
          <p:cNvPr id="291016" name="Object 200"/>
          <p:cNvGraphicFramePr>
            <a:graphicFrameLocks noChangeAspect="1"/>
          </p:cNvGraphicFramePr>
          <p:nvPr/>
        </p:nvGraphicFramePr>
        <p:xfrm>
          <a:off x="4255453" y="3724593"/>
          <a:ext cx="484187" cy="623887"/>
        </p:xfrm>
        <a:graphic>
          <a:graphicData uri="http://schemas.openxmlformats.org/presentationml/2006/ole">
            <mc:AlternateContent xmlns:mc="http://schemas.openxmlformats.org/markup-compatibility/2006">
              <mc:Choice xmlns:v="urn:schemas-microsoft-com:vml" Requires="v">
                <p:oleObj spid="_x0000_s9" name="" r:id="rId19" imgW="177800" imgH="228600" progId="Equation.3">
                  <p:embed/>
                </p:oleObj>
              </mc:Choice>
              <mc:Fallback>
                <p:oleObj name="" r:id="rId19" imgW="177800" imgH="228600" progId="Equation.3">
                  <p:embed/>
                  <p:pic>
                    <p:nvPicPr>
                      <p:cNvPr id="0" name="图片 3087"/>
                      <p:cNvPicPr/>
                      <p:nvPr/>
                    </p:nvPicPr>
                    <p:blipFill>
                      <a:blip r:embed="rId20"/>
                      <a:stretch>
                        <a:fillRect/>
                      </a:stretch>
                    </p:blipFill>
                    <p:spPr>
                      <a:xfrm>
                        <a:off x="4255453" y="3724593"/>
                        <a:ext cx="484187" cy="623887"/>
                      </a:xfrm>
                      <a:prstGeom prst="rect">
                        <a:avLst/>
                      </a:prstGeom>
                      <a:noFill/>
                      <a:ln w="38100">
                        <a:noFill/>
                        <a:miter/>
                      </a:ln>
                    </p:spPr>
                  </p:pic>
                </p:oleObj>
              </mc:Fallback>
            </mc:AlternateContent>
          </a:graphicData>
        </a:graphic>
      </p:graphicFrame>
      <p:sp>
        <p:nvSpPr>
          <p:cNvPr id="69644" name="Line 16"/>
          <p:cNvSpPr/>
          <p:nvPr/>
        </p:nvSpPr>
        <p:spPr>
          <a:xfrm flipV="1">
            <a:off x="1042035" y="5315585"/>
            <a:ext cx="3973195" cy="4445"/>
          </a:xfrm>
          <a:prstGeom prst="line">
            <a:avLst/>
          </a:prstGeom>
          <a:ln w="12700" cap="flat" cmpd="sng">
            <a:solidFill>
              <a:schemeClr val="tx2"/>
            </a:solidFill>
            <a:prstDash val="solid"/>
            <a:round/>
            <a:headEnd type="none" w="sm" len="sm"/>
            <a:tailEnd type="none" w="med" len="lg"/>
          </a:ln>
        </p:spPr>
      </p:sp>
      <p:sp>
        <p:nvSpPr>
          <p:cNvPr id="202770" name="Line 18"/>
          <p:cNvSpPr/>
          <p:nvPr/>
        </p:nvSpPr>
        <p:spPr>
          <a:xfrm>
            <a:off x="2802573" y="4936808"/>
            <a:ext cx="0" cy="936625"/>
          </a:xfrm>
          <a:prstGeom prst="line">
            <a:avLst/>
          </a:prstGeom>
          <a:ln w="19050" cap="flat" cmpd="sng">
            <a:solidFill>
              <a:srgbClr val="800000"/>
            </a:solidFill>
            <a:prstDash val="dash"/>
            <a:round/>
            <a:headEnd type="none" w="med" len="med"/>
            <a:tailEnd type="none" w="med" len="med"/>
          </a:ln>
        </p:spPr>
      </p:sp>
      <p:sp>
        <p:nvSpPr>
          <p:cNvPr id="52" name="Oval 80"/>
          <p:cNvSpPr>
            <a:spLocks noChangeAspect="1"/>
          </p:cNvSpPr>
          <p:nvPr/>
        </p:nvSpPr>
        <p:spPr>
          <a:xfrm>
            <a:off x="1369225" y="5220980"/>
            <a:ext cx="180000" cy="180000"/>
          </a:xfrm>
          <a:prstGeom prst="ellipse">
            <a:avLst/>
          </a:prstGeom>
          <a:solidFill>
            <a:srgbClr val="FF0000"/>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10" name="Oval 80"/>
          <p:cNvSpPr>
            <a:spLocks noChangeAspect="1"/>
          </p:cNvSpPr>
          <p:nvPr/>
        </p:nvSpPr>
        <p:spPr>
          <a:xfrm>
            <a:off x="2701225" y="5220980"/>
            <a:ext cx="180000" cy="180000"/>
          </a:xfrm>
          <a:prstGeom prst="ellipse">
            <a:avLst/>
          </a:prstGeom>
          <a:solidFill>
            <a:schemeClr val="accent1"/>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sp>
        <p:nvSpPr>
          <p:cNvPr id="11" name="Oval 80"/>
          <p:cNvSpPr>
            <a:spLocks noChangeAspect="1"/>
          </p:cNvSpPr>
          <p:nvPr/>
        </p:nvSpPr>
        <p:spPr>
          <a:xfrm>
            <a:off x="4335080" y="5220980"/>
            <a:ext cx="180000" cy="180000"/>
          </a:xfrm>
          <a:prstGeom prst="ellipse">
            <a:avLst/>
          </a:prstGeom>
          <a:solidFill>
            <a:srgbClr val="FFFF00"/>
          </a:solidFill>
          <a:ln w="19050" cap="flat" cmpd="sng">
            <a:solidFill>
              <a:schemeClr val="tx1"/>
            </a:solidFill>
            <a:prstDash val="solid"/>
            <a:headEnd type="none" w="med" len="lg"/>
            <a:tailEnd type="none" w="med" len="lg"/>
          </a:ln>
        </p:spPr>
        <p:txBody>
          <a:bodyPr wrap="none" anchor="ctr"/>
          <a:p>
            <a:pPr algn="ctr" eaLnBrk="1" hangingPunct="1"/>
            <a:endParaRPr lang="zh-CN" altLang="en-US" dirty="0">
              <a:latin typeface="Times New Roman" panose="02020603050405020304" pitchFamily="18" charset="0"/>
            </a:endParaRPr>
          </a:p>
        </p:txBody>
      </p:sp>
      <p:graphicFrame>
        <p:nvGraphicFramePr>
          <p:cNvPr id="12" name="Object 199"/>
          <p:cNvGraphicFramePr>
            <a:graphicFrameLocks noChangeAspect="1"/>
          </p:cNvGraphicFramePr>
          <p:nvPr/>
        </p:nvGraphicFramePr>
        <p:xfrm>
          <a:off x="1260793" y="5398771"/>
          <a:ext cx="362585" cy="457835"/>
        </p:xfrm>
        <a:graphic>
          <a:graphicData uri="http://schemas.openxmlformats.org/presentationml/2006/ole">
            <mc:AlternateContent xmlns:mc="http://schemas.openxmlformats.org/markup-compatibility/2006">
              <mc:Choice xmlns:v="urn:schemas-microsoft-com:vml" Requires="v">
                <p:oleObj spid="_x0000_s15" name="" r:id="rId21" imgW="139700" imgH="177165" progId="Equation.3">
                  <p:embed/>
                </p:oleObj>
              </mc:Choice>
              <mc:Fallback>
                <p:oleObj name="" r:id="rId21" imgW="139700" imgH="177165" progId="Equation.3">
                  <p:embed/>
                  <p:pic>
                    <p:nvPicPr>
                      <p:cNvPr id="0" name="图片 3101"/>
                      <p:cNvPicPr/>
                      <p:nvPr/>
                    </p:nvPicPr>
                    <p:blipFill>
                      <a:blip r:embed="rId22"/>
                      <a:stretch>
                        <a:fillRect/>
                      </a:stretch>
                    </p:blipFill>
                    <p:spPr>
                      <a:xfrm>
                        <a:off x="1260793" y="5398771"/>
                        <a:ext cx="362585" cy="457835"/>
                      </a:xfrm>
                      <a:prstGeom prst="rect">
                        <a:avLst/>
                      </a:prstGeom>
                      <a:noFill/>
                      <a:ln w="38100">
                        <a:noFill/>
                        <a:miter/>
                      </a:ln>
                    </p:spPr>
                  </p:pic>
                </p:oleObj>
              </mc:Fallback>
            </mc:AlternateContent>
          </a:graphicData>
        </a:graphic>
      </p:graphicFrame>
      <p:graphicFrame>
        <p:nvGraphicFramePr>
          <p:cNvPr id="16" name="Object 197"/>
          <p:cNvGraphicFramePr>
            <a:graphicFrameLocks noChangeAspect="1"/>
          </p:cNvGraphicFramePr>
          <p:nvPr/>
        </p:nvGraphicFramePr>
        <p:xfrm>
          <a:off x="4226084" y="5329397"/>
          <a:ext cx="393065" cy="426720"/>
        </p:xfrm>
        <a:graphic>
          <a:graphicData uri="http://schemas.openxmlformats.org/presentationml/2006/ole">
            <mc:AlternateContent xmlns:mc="http://schemas.openxmlformats.org/markup-compatibility/2006">
              <mc:Choice xmlns:v="urn:schemas-microsoft-com:vml" Requires="v">
                <p:oleObj spid="_x0000_s17" name="" r:id="rId23" imgW="152400" imgH="165100" progId="Equation.3">
                  <p:embed/>
                </p:oleObj>
              </mc:Choice>
              <mc:Fallback>
                <p:oleObj name="" r:id="rId23" imgW="152400" imgH="165100" progId="Equation.3">
                  <p:embed/>
                  <p:pic>
                    <p:nvPicPr>
                      <p:cNvPr id="0" name="图片 3089"/>
                      <p:cNvPicPr/>
                      <p:nvPr/>
                    </p:nvPicPr>
                    <p:blipFill>
                      <a:blip r:embed="rId24"/>
                      <a:stretch>
                        <a:fillRect/>
                      </a:stretch>
                    </p:blipFill>
                    <p:spPr>
                      <a:xfrm>
                        <a:off x="4226084" y="5329397"/>
                        <a:ext cx="393065" cy="426720"/>
                      </a:xfrm>
                      <a:prstGeom prst="rect">
                        <a:avLst/>
                      </a:prstGeom>
                      <a:noFill/>
                      <a:ln w="38100">
                        <a:noFill/>
                        <a:miter/>
                      </a:ln>
                    </p:spPr>
                  </p:pic>
                </p:oleObj>
              </mc:Fallback>
            </mc:AlternateContent>
          </a:graphicData>
        </a:graphic>
      </p:graphicFrame>
      <p:sp>
        <p:nvSpPr>
          <p:cNvPr id="18" name="Line 16"/>
          <p:cNvSpPr/>
          <p:nvPr/>
        </p:nvSpPr>
        <p:spPr>
          <a:xfrm>
            <a:off x="1618615" y="5205222"/>
            <a:ext cx="540000" cy="0"/>
          </a:xfrm>
          <a:prstGeom prst="line">
            <a:avLst/>
          </a:prstGeom>
          <a:ln w="12700" cap="flat" cmpd="sng">
            <a:solidFill>
              <a:schemeClr val="tx2"/>
            </a:solidFill>
            <a:prstDash val="solid"/>
            <a:round/>
            <a:headEnd type="none" w="sm" len="sm"/>
            <a:tailEnd type="stealth" w="med" len="lg"/>
          </a:ln>
        </p:spPr>
      </p:sp>
      <p:graphicFrame>
        <p:nvGraphicFramePr>
          <p:cNvPr id="19" name="Object 199"/>
          <p:cNvGraphicFramePr>
            <a:graphicFrameLocks noChangeAspect="1"/>
          </p:cNvGraphicFramePr>
          <p:nvPr/>
        </p:nvGraphicFramePr>
        <p:xfrm>
          <a:off x="1697355" y="4650423"/>
          <a:ext cx="461010" cy="590550"/>
        </p:xfrm>
        <a:graphic>
          <a:graphicData uri="http://schemas.openxmlformats.org/presentationml/2006/ole">
            <mc:AlternateContent xmlns:mc="http://schemas.openxmlformats.org/markup-compatibility/2006">
              <mc:Choice xmlns:v="urn:schemas-microsoft-com:vml" Requires="v">
                <p:oleObj spid="_x0000_s20" name="" r:id="rId25" imgW="177165" imgH="228600" progId="Equation.3">
                  <p:embed/>
                </p:oleObj>
              </mc:Choice>
              <mc:Fallback>
                <p:oleObj name="" r:id="rId25" imgW="177165" imgH="228600" progId="Equation.3">
                  <p:embed/>
                  <p:pic>
                    <p:nvPicPr>
                      <p:cNvPr id="0" name="图片 3101"/>
                      <p:cNvPicPr/>
                      <p:nvPr/>
                    </p:nvPicPr>
                    <p:blipFill>
                      <a:blip r:embed="rId26"/>
                      <a:stretch>
                        <a:fillRect/>
                      </a:stretch>
                    </p:blipFill>
                    <p:spPr>
                      <a:xfrm>
                        <a:off x="1697355" y="4650423"/>
                        <a:ext cx="461010" cy="590550"/>
                      </a:xfrm>
                      <a:prstGeom prst="rect">
                        <a:avLst/>
                      </a:prstGeom>
                      <a:noFill/>
                      <a:ln w="38100">
                        <a:noFill/>
                        <a:miter/>
                      </a:ln>
                    </p:spPr>
                  </p:pic>
                </p:oleObj>
              </mc:Fallback>
            </mc:AlternateContent>
          </a:graphicData>
        </a:graphic>
      </p:graphicFrame>
      <p:sp>
        <p:nvSpPr>
          <p:cNvPr id="21" name="Line 16"/>
          <p:cNvSpPr/>
          <p:nvPr/>
        </p:nvSpPr>
        <p:spPr>
          <a:xfrm>
            <a:off x="3818255" y="5208397"/>
            <a:ext cx="540000" cy="0"/>
          </a:xfrm>
          <a:prstGeom prst="line">
            <a:avLst/>
          </a:prstGeom>
          <a:ln w="12700" cap="flat" cmpd="sng">
            <a:solidFill>
              <a:schemeClr val="tx2"/>
            </a:solidFill>
            <a:prstDash val="solid"/>
            <a:round/>
            <a:headEnd type="stealth" w="lg" len="lg"/>
            <a:tailEnd type="none" w="med" len="lg"/>
          </a:ln>
        </p:spPr>
      </p:sp>
      <p:graphicFrame>
        <p:nvGraphicFramePr>
          <p:cNvPr id="22" name="Object 199"/>
          <p:cNvGraphicFramePr>
            <a:graphicFrameLocks noChangeAspect="1"/>
          </p:cNvGraphicFramePr>
          <p:nvPr/>
        </p:nvGraphicFramePr>
        <p:xfrm>
          <a:off x="3961130" y="4741545"/>
          <a:ext cx="443230" cy="499110"/>
        </p:xfrm>
        <a:graphic>
          <a:graphicData uri="http://schemas.openxmlformats.org/presentationml/2006/ole">
            <mc:AlternateContent xmlns:mc="http://schemas.openxmlformats.org/markup-compatibility/2006">
              <mc:Choice xmlns:v="urn:schemas-microsoft-com:vml" Requires="v">
                <p:oleObj spid="_x0000_s23" name="" r:id="rId27" imgW="190500" imgH="215900" progId="Equation.3">
                  <p:embed/>
                </p:oleObj>
              </mc:Choice>
              <mc:Fallback>
                <p:oleObj name="" r:id="rId27" imgW="190500" imgH="215900" progId="Equation.3">
                  <p:embed/>
                  <p:pic>
                    <p:nvPicPr>
                      <p:cNvPr id="0" name="图片 3101"/>
                      <p:cNvPicPr/>
                      <p:nvPr/>
                    </p:nvPicPr>
                    <p:blipFill>
                      <a:blip r:embed="rId28"/>
                      <a:stretch>
                        <a:fillRect/>
                      </a:stretch>
                    </p:blipFill>
                    <p:spPr>
                      <a:xfrm>
                        <a:off x="3961130" y="4741545"/>
                        <a:ext cx="443230" cy="499110"/>
                      </a:xfrm>
                      <a:prstGeom prst="rect">
                        <a:avLst/>
                      </a:prstGeom>
                      <a:noFill/>
                      <a:ln w="38100">
                        <a:noFill/>
                        <a:miter/>
                      </a:ln>
                    </p:spPr>
                  </p:pic>
                </p:oleObj>
              </mc:Fallback>
            </mc:AlternateContent>
          </a:graphicData>
        </a:graphic>
      </p:graphicFrame>
      <p:graphicFrame>
        <p:nvGraphicFramePr>
          <p:cNvPr id="24" name="Object 197"/>
          <p:cNvGraphicFramePr>
            <a:graphicFrameLocks noChangeAspect="1"/>
          </p:cNvGraphicFramePr>
          <p:nvPr/>
        </p:nvGraphicFramePr>
        <p:xfrm>
          <a:off x="3238659" y="3505042"/>
          <a:ext cx="1081405" cy="557530"/>
        </p:xfrm>
        <a:graphic>
          <a:graphicData uri="http://schemas.openxmlformats.org/presentationml/2006/ole">
            <mc:AlternateContent xmlns:mc="http://schemas.openxmlformats.org/markup-compatibility/2006">
              <mc:Choice xmlns:v="urn:schemas-microsoft-com:vml" Requires="v">
                <p:oleObj spid="_x0000_s25" name="" r:id="rId29" imgW="419100" imgH="215900" progId="Equation.3">
                  <p:embed/>
                </p:oleObj>
              </mc:Choice>
              <mc:Fallback>
                <p:oleObj name="" r:id="rId29" imgW="419100" imgH="215900" progId="Equation.3">
                  <p:embed/>
                  <p:pic>
                    <p:nvPicPr>
                      <p:cNvPr id="0" name="图片 3089"/>
                      <p:cNvPicPr/>
                      <p:nvPr/>
                    </p:nvPicPr>
                    <p:blipFill>
                      <a:blip r:embed="rId30"/>
                      <a:stretch>
                        <a:fillRect/>
                      </a:stretch>
                    </p:blipFill>
                    <p:spPr>
                      <a:xfrm>
                        <a:off x="3238659" y="3505042"/>
                        <a:ext cx="1081405" cy="557530"/>
                      </a:xfrm>
                      <a:prstGeom prst="rect">
                        <a:avLst/>
                      </a:prstGeom>
                      <a:noFill/>
                      <a:ln w="38100">
                        <a:noFill/>
                        <a:miter/>
                      </a:ln>
                    </p:spPr>
                  </p:pic>
                </p:oleObj>
              </mc:Fallback>
            </mc:AlternateContent>
          </a:graphicData>
        </a:graphic>
      </p:graphicFrame>
      <p:graphicFrame>
        <p:nvGraphicFramePr>
          <p:cNvPr id="26" name="Object 199"/>
          <p:cNvGraphicFramePr>
            <a:graphicFrameLocks noChangeAspect="1"/>
          </p:cNvGraphicFramePr>
          <p:nvPr/>
        </p:nvGraphicFramePr>
        <p:xfrm>
          <a:off x="3247073" y="4055428"/>
          <a:ext cx="1087755" cy="590550"/>
        </p:xfrm>
        <a:graphic>
          <a:graphicData uri="http://schemas.openxmlformats.org/presentationml/2006/ole">
            <mc:AlternateContent xmlns:mc="http://schemas.openxmlformats.org/markup-compatibility/2006">
              <mc:Choice xmlns:v="urn:schemas-microsoft-com:vml" Requires="v">
                <p:oleObj spid="_x0000_s27" name="" r:id="rId31" imgW="419100" imgH="228600" progId="Equation.3">
                  <p:embed/>
                </p:oleObj>
              </mc:Choice>
              <mc:Fallback>
                <p:oleObj name="" r:id="rId31" imgW="419100" imgH="228600" progId="Equation.3">
                  <p:embed/>
                  <p:pic>
                    <p:nvPicPr>
                      <p:cNvPr id="0" name="图片 3101"/>
                      <p:cNvPicPr/>
                      <p:nvPr/>
                    </p:nvPicPr>
                    <p:blipFill>
                      <a:blip r:embed="rId32"/>
                      <a:stretch>
                        <a:fillRect/>
                      </a:stretch>
                    </p:blipFill>
                    <p:spPr>
                      <a:xfrm>
                        <a:off x="3247073" y="4055428"/>
                        <a:ext cx="1087755" cy="590550"/>
                      </a:xfrm>
                      <a:prstGeom prst="rect">
                        <a:avLst/>
                      </a:prstGeom>
                      <a:noFill/>
                      <a:ln w="38100">
                        <a:noFill/>
                        <a:miter/>
                      </a:ln>
                    </p:spPr>
                  </p:pic>
                </p:oleObj>
              </mc:Fallback>
            </mc:AlternateContent>
          </a:graphicData>
        </a:graphic>
      </p:graphicFrame>
      <p:sp>
        <p:nvSpPr>
          <p:cNvPr id="28" name="Text Box 80"/>
          <p:cNvSpPr txBox="1"/>
          <p:nvPr/>
        </p:nvSpPr>
        <p:spPr>
          <a:xfrm>
            <a:off x="5075555" y="3789680"/>
            <a:ext cx="3977005" cy="1014730"/>
          </a:xfrm>
          <a:prstGeom prst="rect">
            <a:avLst/>
          </a:prstGeom>
          <a:noFill/>
          <a:ln w="9525">
            <a:noFill/>
          </a:ln>
        </p:spPr>
        <p:txBody>
          <a:bodyPr wrap="square" anchor="t" anchorCtr="0">
            <a:spAutoFit/>
          </a:bodyPr>
          <a:p>
            <a:pPr>
              <a:spcBef>
                <a:spcPct val="50000"/>
              </a:spcBef>
            </a:pPr>
            <a:r>
              <a:rPr lang="en-US" altLang="zh-CN" sz="2400" b="1" dirty="0">
                <a:solidFill>
                  <a:srgbClr val="020202"/>
                </a:solidFill>
                <a:latin typeface="Times New Roman" panose="02020603050405020304" pitchFamily="18" charset="0"/>
                <a:ea typeface="微软雅黑" panose="020B0503020204020204" pitchFamily="34" charset="-122"/>
              </a:rPr>
              <a:t>(1)</a:t>
            </a:r>
            <a:r>
              <a:rPr lang="zh-CN" altLang="en-US" sz="2400" b="1" dirty="0">
                <a:solidFill>
                  <a:srgbClr val="020202"/>
                </a:solidFill>
                <a:latin typeface="Times New Roman" panose="02020603050405020304" pitchFamily="18" charset="0"/>
                <a:ea typeface="微软雅黑" panose="020B0503020204020204" pitchFamily="34" charset="-122"/>
              </a:rPr>
              <a:t>靠近</a:t>
            </a:r>
            <a:r>
              <a:rPr lang="en-US" altLang="zh-CN" sz="2400" b="1" dirty="0">
                <a:solidFill>
                  <a:srgbClr val="020202"/>
                </a:solidFill>
                <a:latin typeface="Times New Roman" panose="02020603050405020304" pitchFamily="18" charset="0"/>
                <a:ea typeface="微软雅黑" panose="020B0503020204020204" pitchFamily="34" charset="-122"/>
              </a:rPr>
              <a:t>——</a:t>
            </a:r>
            <a:r>
              <a:rPr lang="zh-CN" altLang="en-US" sz="2400" b="1" dirty="0">
                <a:solidFill>
                  <a:srgbClr val="020202"/>
                </a:solidFill>
                <a:latin typeface="Times New Roman" panose="02020603050405020304" pitchFamily="18" charset="0"/>
                <a:ea typeface="微软雅黑" panose="020B0503020204020204" pitchFamily="34" charset="-122"/>
              </a:rPr>
              <a:t>频率升高</a:t>
            </a:r>
            <a:endParaRPr lang="zh-CN" altLang="en-US" sz="2400" b="1" dirty="0">
              <a:solidFill>
                <a:srgbClr val="020202"/>
              </a:solidFill>
              <a:latin typeface="Times New Roman" panose="02020603050405020304" pitchFamily="18" charset="0"/>
              <a:ea typeface="微软雅黑" panose="020B0503020204020204" pitchFamily="34" charset="-122"/>
            </a:endParaRPr>
          </a:p>
          <a:p>
            <a:pPr>
              <a:spcBef>
                <a:spcPct val="50000"/>
              </a:spcBef>
            </a:pPr>
            <a:r>
              <a:rPr lang="en-US" altLang="zh-CN" sz="2400" b="1" dirty="0">
                <a:solidFill>
                  <a:srgbClr val="020202"/>
                </a:solidFill>
                <a:latin typeface="Times New Roman" panose="02020603050405020304" pitchFamily="18" charset="0"/>
                <a:ea typeface="微软雅黑" panose="020B0503020204020204" pitchFamily="34" charset="-122"/>
              </a:rPr>
              <a:t>     </a:t>
            </a:r>
            <a:r>
              <a:rPr lang="zh-CN" altLang="en-US" sz="2400" b="1" dirty="0">
                <a:solidFill>
                  <a:srgbClr val="020202"/>
                </a:solidFill>
                <a:latin typeface="Times New Roman" panose="02020603050405020304" pitchFamily="18" charset="0"/>
                <a:ea typeface="微软雅黑" panose="020B0503020204020204" pitchFamily="34" charset="-122"/>
              </a:rPr>
              <a:t>分子增加</a:t>
            </a:r>
            <a:endParaRPr lang="zh-CN" altLang="en-US" sz="2400" b="1" dirty="0">
              <a:solidFill>
                <a:srgbClr val="020202"/>
              </a:solidFill>
              <a:latin typeface="Times New Roman" panose="02020603050405020304" pitchFamily="18" charset="0"/>
              <a:ea typeface="微软雅黑" panose="020B0503020204020204" pitchFamily="34" charset="-122"/>
            </a:endParaRPr>
          </a:p>
        </p:txBody>
      </p:sp>
      <p:sp>
        <p:nvSpPr>
          <p:cNvPr id="29" name="Text Box 80"/>
          <p:cNvSpPr txBox="1"/>
          <p:nvPr/>
        </p:nvSpPr>
        <p:spPr>
          <a:xfrm>
            <a:off x="5015230" y="5013325"/>
            <a:ext cx="4200525" cy="1014730"/>
          </a:xfrm>
          <a:prstGeom prst="rect">
            <a:avLst/>
          </a:prstGeom>
          <a:noFill/>
          <a:ln w="9525">
            <a:noFill/>
          </a:ln>
        </p:spPr>
        <p:txBody>
          <a:bodyPr wrap="square" anchor="t" anchorCtr="0">
            <a:spAutoFit/>
          </a:bodyPr>
          <a:p>
            <a:pPr>
              <a:spcBef>
                <a:spcPct val="50000"/>
              </a:spcBef>
            </a:pPr>
            <a:r>
              <a:rPr lang="en-US" altLang="zh-CN" sz="2400" b="1" dirty="0">
                <a:solidFill>
                  <a:srgbClr val="020202"/>
                </a:solidFill>
                <a:latin typeface="Times New Roman" panose="02020603050405020304" pitchFamily="18" charset="0"/>
                <a:ea typeface="微软雅黑" panose="020B0503020204020204" pitchFamily="34" charset="-122"/>
              </a:rPr>
              <a:t>(2)</a:t>
            </a:r>
            <a:r>
              <a:rPr lang="zh-CN" altLang="en-US" sz="2400" b="1" dirty="0">
                <a:solidFill>
                  <a:srgbClr val="020202"/>
                </a:solidFill>
                <a:ea typeface="微软雅黑" panose="020B0503020204020204" pitchFamily="34" charset="-122"/>
                <a:sym typeface="+mn-ea"/>
              </a:rPr>
              <a:t>远离</a:t>
            </a:r>
            <a:r>
              <a:rPr lang="en-US" altLang="zh-CN" sz="2400" b="1" dirty="0">
                <a:solidFill>
                  <a:srgbClr val="020202"/>
                </a:solidFill>
                <a:ea typeface="微软雅黑" panose="020B0503020204020204" pitchFamily="34" charset="-122"/>
                <a:sym typeface="+mn-ea"/>
              </a:rPr>
              <a:t>——</a:t>
            </a:r>
            <a:r>
              <a:rPr lang="zh-CN" altLang="en-US" sz="2400" b="1" dirty="0">
                <a:solidFill>
                  <a:srgbClr val="020202"/>
                </a:solidFill>
                <a:ea typeface="微软雅黑" panose="020B0503020204020204" pitchFamily="34" charset="-122"/>
                <a:sym typeface="+mn-ea"/>
              </a:rPr>
              <a:t>频率降低</a:t>
            </a:r>
            <a:endParaRPr lang="zh-CN" altLang="en-US" sz="2400" b="1" dirty="0">
              <a:solidFill>
                <a:srgbClr val="020202"/>
              </a:solidFill>
              <a:latin typeface="Times New Roman" panose="02020603050405020304" pitchFamily="18" charset="0"/>
              <a:ea typeface="微软雅黑" panose="020B0503020204020204" pitchFamily="34" charset="-122"/>
            </a:endParaRPr>
          </a:p>
          <a:p>
            <a:pPr>
              <a:spcBef>
                <a:spcPct val="50000"/>
              </a:spcBef>
            </a:pPr>
            <a:r>
              <a:rPr lang="en-US" altLang="zh-CN" sz="2400" b="1" dirty="0">
                <a:solidFill>
                  <a:srgbClr val="020202"/>
                </a:solidFill>
                <a:latin typeface="Times New Roman" panose="02020603050405020304" pitchFamily="18" charset="0"/>
                <a:ea typeface="微软雅黑" panose="020B0503020204020204" pitchFamily="34" charset="-122"/>
              </a:rPr>
              <a:t>     </a:t>
            </a:r>
            <a:r>
              <a:rPr lang="zh-CN" altLang="en-US" sz="2400" b="1" dirty="0">
                <a:solidFill>
                  <a:srgbClr val="020202"/>
                </a:solidFill>
                <a:ea typeface="微软雅黑" panose="020B0503020204020204" pitchFamily="34" charset="-122"/>
                <a:sym typeface="+mn-ea"/>
              </a:rPr>
              <a:t>与图示相反，符号相反</a:t>
            </a:r>
            <a:endParaRPr lang="zh-CN" altLang="en-US" sz="2400" b="1" dirty="0">
              <a:solidFill>
                <a:srgbClr val="020202"/>
              </a:solidFill>
              <a:latin typeface="Times New Roman" panose="02020603050405020304" pitchFamily="18" charset="0"/>
              <a:ea typeface="微软雅黑" panose="020B0503020204020204" pitchFamily="34" charset="-122"/>
              <a:sym typeface="+mn-ea"/>
            </a:endParaRPr>
          </a:p>
        </p:txBody>
      </p:sp>
      <p:sp>
        <p:nvSpPr>
          <p:cNvPr id="30" name="Text Box 80"/>
          <p:cNvSpPr txBox="1"/>
          <p:nvPr/>
        </p:nvSpPr>
        <p:spPr>
          <a:xfrm>
            <a:off x="6948170" y="4311015"/>
            <a:ext cx="1453515" cy="460375"/>
          </a:xfrm>
          <a:prstGeom prst="rect">
            <a:avLst/>
          </a:prstGeom>
          <a:noFill/>
          <a:ln w="9525">
            <a:noFill/>
          </a:ln>
        </p:spPr>
        <p:txBody>
          <a:bodyPr wrap="square" anchor="t" anchorCtr="0">
            <a:spAutoFit/>
          </a:bodyPr>
          <a:p>
            <a:pPr>
              <a:spcBef>
                <a:spcPct val="50000"/>
              </a:spcBef>
            </a:pPr>
            <a:r>
              <a:rPr lang="zh-CN" altLang="en-US" sz="2400" b="1" dirty="0">
                <a:solidFill>
                  <a:srgbClr val="020202"/>
                </a:solidFill>
                <a:latin typeface="Times New Roman" panose="02020603050405020304" pitchFamily="18" charset="0"/>
                <a:ea typeface="微软雅黑" panose="020B0503020204020204" pitchFamily="34" charset="-122"/>
              </a:rPr>
              <a:t>分母减小</a:t>
            </a:r>
            <a:endParaRPr lang="zh-CN" altLang="en-US" sz="2400" b="1" dirty="0">
              <a:solidFill>
                <a:srgbClr val="020202"/>
              </a:solidFill>
              <a:latin typeface="Times New Roman" panose="02020603050405020304" pitchFamily="18" charset="0"/>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7927"/>
                                        </p:tgtEl>
                                        <p:attrNameLst>
                                          <p:attrName>style.visibility</p:attrName>
                                        </p:attrNameLst>
                                      </p:cBhvr>
                                      <p:to>
                                        <p:strVal val="visible"/>
                                      </p:to>
                                    </p:set>
                                    <p:animEffect transition="in" filter="wipe(left)">
                                      <p:cBhvr>
                                        <p:cTn id="7" dur="500"/>
                                        <p:tgtEl>
                                          <p:spTgt spid="2079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7928"/>
                                        </p:tgtEl>
                                        <p:attrNameLst>
                                          <p:attrName>style.visibility</p:attrName>
                                        </p:attrNameLst>
                                      </p:cBhvr>
                                      <p:to>
                                        <p:strVal val="visible"/>
                                      </p:to>
                                    </p:set>
                                    <p:animEffect transition="in" filter="wipe(left)">
                                      <p:cBhvr>
                                        <p:cTn id="10" dur="500"/>
                                        <p:tgtEl>
                                          <p:spTgt spid="20792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07929"/>
                                        </p:tgtEl>
                                        <p:attrNameLst>
                                          <p:attrName>style.visibility</p:attrName>
                                        </p:attrNameLst>
                                      </p:cBhvr>
                                      <p:to>
                                        <p:strVal val="visible"/>
                                      </p:to>
                                    </p:set>
                                    <p:animEffect transition="in" filter="wipe(left)">
                                      <p:cBhvr>
                                        <p:cTn id="19" dur="500"/>
                                        <p:tgtEl>
                                          <p:spTgt spid="207929"/>
                                        </p:tgtEl>
                                      </p:cBhvr>
                                    </p:animEffec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grpId="0" nodeType="clickEffect">
                                  <p:stCondLst>
                                    <p:cond delay="0"/>
                                  </p:stCondLst>
                                  <p:iterate type="lt">
                                    <p:tmPct val="200000"/>
                                  </p:iterate>
                                  <p:childTnLst>
                                    <p:set>
                                      <p:cBhvr>
                                        <p:cTn id="23" dur="1" fill="hold">
                                          <p:stCondLst>
                                            <p:cond delay="0"/>
                                          </p:stCondLst>
                                        </p:cTn>
                                        <p:tgtEl>
                                          <p:spTgt spid="207930"/>
                                        </p:tgtEl>
                                        <p:attrNameLst>
                                          <p:attrName>style.visibility</p:attrName>
                                        </p:attrNameLst>
                                      </p:cBhvr>
                                      <p:to>
                                        <p:strVal val="visible"/>
                                      </p:to>
                                    </p:set>
                                    <p:anim calcmode="discrete" valueType="clr">
                                      <p:cBhvr override="childStyle">
                                        <p:cTn id="24" dur="80"/>
                                        <p:tgtEl>
                                          <p:spTgt spid="207930"/>
                                        </p:tgtEl>
                                        <p:attrNameLst>
                                          <p:attrName>style.color</p:attrName>
                                        </p:attrNameLst>
                                      </p:cBhvr>
                                      <p:tavLst>
                                        <p:tav tm="0">
                                          <p:val>
                                            <p:clrVal>
                                              <a:schemeClr val="tx1"/>
                                            </p:clrVal>
                                          </p:val>
                                        </p:tav>
                                        <p:tav tm="50000">
                                          <p:val>
                                            <p:clrVal>
                                              <a:schemeClr val="tx1"/>
                                            </p:clrVal>
                                          </p:val>
                                        </p:tav>
                                      </p:tavLst>
                                    </p:anim>
                                    <p:anim calcmode="discrete" valueType="clr">
                                      <p:cBhvr>
                                        <p:cTn id="25" dur="80"/>
                                        <p:tgtEl>
                                          <p:spTgt spid="207930"/>
                                        </p:tgtEl>
                                        <p:attrNameLst>
                                          <p:attrName>fillcolor</p:attrName>
                                        </p:attrNameLst>
                                      </p:cBhvr>
                                      <p:tavLst>
                                        <p:tav tm="0">
                                          <p:val>
                                            <p:clrVal>
                                              <a:schemeClr val="accent2"/>
                                            </p:clrVal>
                                          </p:val>
                                        </p:tav>
                                        <p:tav tm="50000">
                                          <p:val>
                                            <p:clrVal>
                                              <a:schemeClr val="hlink"/>
                                            </p:clrVal>
                                          </p:val>
                                        </p:tav>
                                      </p:tavLst>
                                    </p:anim>
                                    <p:set>
                                      <p:cBhvr>
                                        <p:cTn id="26" dur="80"/>
                                        <p:tgtEl>
                                          <p:spTgt spid="207930"/>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7936"/>
                                        </p:tgtEl>
                                        <p:attrNameLst>
                                          <p:attrName>style.visibility</p:attrName>
                                        </p:attrNameLst>
                                      </p:cBhvr>
                                      <p:to>
                                        <p:strVal val="visible"/>
                                      </p:to>
                                    </p:set>
                                    <p:animEffect transition="in" filter="wipe(left)">
                                      <p:cBhvr>
                                        <p:cTn id="31" dur="500"/>
                                        <p:tgtEl>
                                          <p:spTgt spid="20793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07937"/>
                                        </p:tgtEl>
                                        <p:attrNameLst>
                                          <p:attrName>style.visibility</p:attrName>
                                        </p:attrNameLst>
                                      </p:cBhvr>
                                      <p:to>
                                        <p:strVal val="visible"/>
                                      </p:to>
                                    </p:set>
                                    <p:animEffect transition="in" filter="wipe(left)">
                                      <p:cBhvr>
                                        <p:cTn id="34" dur="500"/>
                                        <p:tgtEl>
                                          <p:spTgt spid="207937"/>
                                        </p:tgtEl>
                                      </p:cBhvr>
                                    </p:animEffect>
                                  </p:childTnLst>
                                </p:cTn>
                              </p:par>
                            </p:childTnLst>
                          </p:cTn>
                        </p:par>
                        <p:par>
                          <p:cTn id="35" fill="hold">
                            <p:stCondLst>
                              <p:cond delay="500"/>
                            </p:stCondLst>
                            <p:childTnLst>
                              <p:par>
                                <p:cTn id="36" presetID="22" presetClass="entr" presetSubtype="1"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up)">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07938"/>
                                        </p:tgtEl>
                                        <p:attrNameLst>
                                          <p:attrName>style.visibility</p:attrName>
                                        </p:attrNameLst>
                                      </p:cBhvr>
                                      <p:to>
                                        <p:strVal val="visible"/>
                                      </p:to>
                                    </p:set>
                                    <p:animEffect transition="in" filter="wipe(left)">
                                      <p:cBhvr>
                                        <p:cTn id="43" dur="500"/>
                                        <p:tgtEl>
                                          <p:spTgt spid="207938"/>
                                        </p:tgtEl>
                                      </p:cBhvr>
                                    </p:animEffect>
                                  </p:childTnLst>
                                </p:cTn>
                              </p:par>
                            </p:childTnLst>
                          </p:cTn>
                        </p:par>
                      </p:childTnLst>
                    </p:cTn>
                  </p:par>
                  <p:par>
                    <p:cTn id="44" fill="hold">
                      <p:stCondLst>
                        <p:cond delay="indefinite"/>
                      </p:stCondLst>
                      <p:childTnLst>
                        <p:par>
                          <p:cTn id="45" fill="hold">
                            <p:stCondLst>
                              <p:cond delay="0"/>
                            </p:stCondLst>
                            <p:childTnLst>
                              <p:par>
                                <p:cTn id="46" presetID="27" presetClass="entr" presetSubtype="0" fill="hold" grpId="0" nodeType="clickEffect">
                                  <p:stCondLst>
                                    <p:cond delay="0"/>
                                  </p:stCondLst>
                                  <p:iterate type="lt">
                                    <p:tmPct val="200000"/>
                                  </p:iterate>
                                  <p:childTnLst>
                                    <p:set>
                                      <p:cBhvr>
                                        <p:cTn id="47" dur="1" fill="hold">
                                          <p:stCondLst>
                                            <p:cond delay="0"/>
                                          </p:stCondLst>
                                        </p:cTn>
                                        <p:tgtEl>
                                          <p:spTgt spid="207939"/>
                                        </p:tgtEl>
                                        <p:attrNameLst>
                                          <p:attrName>style.visibility</p:attrName>
                                        </p:attrNameLst>
                                      </p:cBhvr>
                                      <p:to>
                                        <p:strVal val="visible"/>
                                      </p:to>
                                    </p:set>
                                    <p:anim calcmode="discrete" valueType="clr">
                                      <p:cBhvr override="childStyle">
                                        <p:cTn id="48" dur="80"/>
                                        <p:tgtEl>
                                          <p:spTgt spid="207939"/>
                                        </p:tgtEl>
                                        <p:attrNameLst>
                                          <p:attrName>style.color</p:attrName>
                                        </p:attrNameLst>
                                      </p:cBhvr>
                                      <p:tavLst>
                                        <p:tav tm="0">
                                          <p:val>
                                            <p:clrVal>
                                              <a:schemeClr val="tx1"/>
                                            </p:clrVal>
                                          </p:val>
                                        </p:tav>
                                        <p:tav tm="50000">
                                          <p:val>
                                            <p:clrVal>
                                              <a:schemeClr val="tx1"/>
                                            </p:clrVal>
                                          </p:val>
                                        </p:tav>
                                      </p:tavLst>
                                    </p:anim>
                                    <p:anim calcmode="discrete" valueType="clr">
                                      <p:cBhvr>
                                        <p:cTn id="49" dur="80"/>
                                        <p:tgtEl>
                                          <p:spTgt spid="207939"/>
                                        </p:tgtEl>
                                        <p:attrNameLst>
                                          <p:attrName>fillcolor</p:attrName>
                                        </p:attrNameLst>
                                      </p:cBhvr>
                                      <p:tavLst>
                                        <p:tav tm="0">
                                          <p:val>
                                            <p:clrVal>
                                              <a:schemeClr val="accent2"/>
                                            </p:clrVal>
                                          </p:val>
                                        </p:tav>
                                        <p:tav tm="50000">
                                          <p:val>
                                            <p:clrVal>
                                              <a:schemeClr val="hlink"/>
                                            </p:clrVal>
                                          </p:val>
                                        </p:tav>
                                      </p:tavLst>
                                    </p:anim>
                                    <p:set>
                                      <p:cBhvr>
                                        <p:cTn id="50" dur="80"/>
                                        <p:tgtEl>
                                          <p:spTgt spid="207939"/>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07949"/>
                                        </p:tgtEl>
                                        <p:attrNameLst>
                                          <p:attrName>style.visibility</p:attrName>
                                        </p:attrNameLst>
                                      </p:cBhvr>
                                      <p:to>
                                        <p:strVal val="visible"/>
                                      </p:to>
                                    </p:set>
                                    <p:animEffect transition="in" filter="wipe(left)">
                                      <p:cBhvr>
                                        <p:cTn id="55" dur="500"/>
                                        <p:tgtEl>
                                          <p:spTgt spid="207949"/>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07950"/>
                                        </p:tgtEl>
                                        <p:attrNameLst>
                                          <p:attrName>style.visibility</p:attrName>
                                        </p:attrNameLst>
                                      </p:cBhvr>
                                      <p:to>
                                        <p:strVal val="visible"/>
                                      </p:to>
                                    </p:set>
                                    <p:animEffect transition="in" filter="wipe(left)">
                                      <p:cBhvr>
                                        <p:cTn id="58" dur="500"/>
                                        <p:tgtEl>
                                          <p:spTgt spid="207950"/>
                                        </p:tgtEl>
                                      </p:cBhvr>
                                    </p:animEffect>
                                  </p:childTnLst>
                                </p:cTn>
                              </p:par>
                            </p:childTnLst>
                          </p:cTn>
                        </p:par>
                        <p:par>
                          <p:cTn id="59" fill="hold">
                            <p:stCondLst>
                              <p:cond delay="500"/>
                            </p:stCondLst>
                            <p:childTnLst>
                              <p:par>
                                <p:cTn id="60" presetID="22" presetClass="entr" presetSubtype="1" fill="hold" nodeType="after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up)">
                                      <p:cBhvr>
                                        <p:cTn id="62" dur="50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07951"/>
                                        </p:tgtEl>
                                        <p:attrNameLst>
                                          <p:attrName>style.visibility</p:attrName>
                                        </p:attrNameLst>
                                      </p:cBhvr>
                                      <p:to>
                                        <p:strVal val="visible"/>
                                      </p:to>
                                    </p:set>
                                    <p:animEffect transition="in" filter="wipe(left)">
                                      <p:cBhvr>
                                        <p:cTn id="67" dur="500"/>
                                        <p:tgtEl>
                                          <p:spTgt spid="207951"/>
                                        </p:tgtEl>
                                      </p:cBhvr>
                                    </p:animEffect>
                                  </p:childTnLst>
                                </p:cTn>
                              </p:par>
                            </p:childTnLst>
                          </p:cTn>
                        </p:par>
                      </p:childTnLst>
                    </p:cTn>
                  </p:par>
                  <p:par>
                    <p:cTn id="68" fill="hold">
                      <p:stCondLst>
                        <p:cond delay="indefinite"/>
                      </p:stCondLst>
                      <p:childTnLst>
                        <p:par>
                          <p:cTn id="69" fill="hold">
                            <p:stCondLst>
                              <p:cond delay="0"/>
                            </p:stCondLst>
                            <p:childTnLst>
                              <p:par>
                                <p:cTn id="70" presetID="27" presetClass="entr" presetSubtype="0" fill="hold" grpId="0" nodeType="clickEffect">
                                  <p:stCondLst>
                                    <p:cond delay="0"/>
                                  </p:stCondLst>
                                  <p:iterate type="lt">
                                    <p:tmPct val="200000"/>
                                  </p:iterate>
                                  <p:childTnLst>
                                    <p:set>
                                      <p:cBhvr>
                                        <p:cTn id="71" dur="1" fill="hold">
                                          <p:stCondLst>
                                            <p:cond delay="0"/>
                                          </p:stCondLst>
                                        </p:cTn>
                                        <p:tgtEl>
                                          <p:spTgt spid="207952"/>
                                        </p:tgtEl>
                                        <p:attrNameLst>
                                          <p:attrName>style.visibility</p:attrName>
                                        </p:attrNameLst>
                                      </p:cBhvr>
                                      <p:to>
                                        <p:strVal val="visible"/>
                                      </p:to>
                                    </p:set>
                                    <p:anim calcmode="discrete" valueType="clr">
                                      <p:cBhvr override="childStyle">
                                        <p:cTn id="72" dur="80"/>
                                        <p:tgtEl>
                                          <p:spTgt spid="207952"/>
                                        </p:tgtEl>
                                        <p:attrNameLst>
                                          <p:attrName>style.color</p:attrName>
                                        </p:attrNameLst>
                                      </p:cBhvr>
                                      <p:tavLst>
                                        <p:tav tm="0">
                                          <p:val>
                                            <p:clrVal>
                                              <a:schemeClr val="tx1"/>
                                            </p:clrVal>
                                          </p:val>
                                        </p:tav>
                                        <p:tav tm="50000">
                                          <p:val>
                                            <p:clrVal>
                                              <a:schemeClr val="tx1"/>
                                            </p:clrVal>
                                          </p:val>
                                        </p:tav>
                                      </p:tavLst>
                                    </p:anim>
                                    <p:anim calcmode="discrete" valueType="clr">
                                      <p:cBhvr>
                                        <p:cTn id="73" dur="80"/>
                                        <p:tgtEl>
                                          <p:spTgt spid="207952"/>
                                        </p:tgtEl>
                                        <p:attrNameLst>
                                          <p:attrName>fillcolor</p:attrName>
                                        </p:attrNameLst>
                                      </p:cBhvr>
                                      <p:tavLst>
                                        <p:tav tm="0">
                                          <p:val>
                                            <p:clrVal>
                                              <a:schemeClr val="accent2"/>
                                            </p:clrVal>
                                          </p:val>
                                        </p:tav>
                                        <p:tav tm="50000">
                                          <p:val>
                                            <p:clrVal>
                                              <a:schemeClr val="hlink"/>
                                            </p:clrVal>
                                          </p:val>
                                        </p:tav>
                                      </p:tavLst>
                                    </p:anim>
                                    <p:set>
                                      <p:cBhvr>
                                        <p:cTn id="74" dur="80"/>
                                        <p:tgtEl>
                                          <p:spTgt spid="207952"/>
                                        </p:tgtEl>
                                        <p:attrNameLst>
                                          <p:attrName>fill.type</p:attrName>
                                        </p:attrNameLst>
                                      </p:cBhvr>
                                      <p:to>
                                        <p:strVal val="solid"/>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91002"/>
                                        </p:tgtEl>
                                        <p:attrNameLst>
                                          <p:attrName>style.visibility</p:attrName>
                                        </p:attrNameLst>
                                      </p:cBhvr>
                                      <p:to>
                                        <p:strVal val="visible"/>
                                      </p:to>
                                    </p:set>
                                    <p:animEffect transition="in" filter="wipe(left)">
                                      <p:cBhvr>
                                        <p:cTn id="79" dur="500"/>
                                        <p:tgtEl>
                                          <p:spTgt spid="291002"/>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290901"/>
                                        </p:tgtEl>
                                        <p:attrNameLst>
                                          <p:attrName>style.visibility</p:attrName>
                                        </p:attrNameLst>
                                      </p:cBhvr>
                                      <p:to>
                                        <p:strVal val="visible"/>
                                      </p:to>
                                    </p:set>
                                    <p:animEffect transition="in" filter="wipe(left)">
                                      <p:cBhvr>
                                        <p:cTn id="82" dur="500"/>
                                        <p:tgtEl>
                                          <p:spTgt spid="29090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91003"/>
                                        </p:tgtEl>
                                        <p:attrNameLst>
                                          <p:attrName>style.visibility</p:attrName>
                                        </p:attrNameLst>
                                      </p:cBhvr>
                                      <p:to>
                                        <p:strVal val="visible"/>
                                      </p:to>
                                    </p:set>
                                    <p:animEffect transition="in" filter="wipe(left)">
                                      <p:cBhvr>
                                        <p:cTn id="87" dur="500"/>
                                        <p:tgtEl>
                                          <p:spTgt spid="29100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91012"/>
                                        </p:tgtEl>
                                        <p:attrNameLst>
                                          <p:attrName>style.visibility</p:attrName>
                                        </p:attrNameLst>
                                      </p:cBhvr>
                                      <p:to>
                                        <p:strVal val="visible"/>
                                      </p:to>
                                    </p:set>
                                    <p:animEffect transition="in" filter="wipe(left)">
                                      <p:cBhvr>
                                        <p:cTn id="92" dur="500"/>
                                        <p:tgtEl>
                                          <p:spTgt spid="29101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91016"/>
                                        </p:tgtEl>
                                        <p:attrNameLst>
                                          <p:attrName>style.visibility</p:attrName>
                                        </p:attrNameLst>
                                      </p:cBhvr>
                                      <p:to>
                                        <p:strVal val="visible"/>
                                      </p:to>
                                    </p:set>
                                    <p:animEffect transition="in" filter="wipe(left)">
                                      <p:cBhvr>
                                        <p:cTn id="97" dur="500"/>
                                        <p:tgtEl>
                                          <p:spTgt spid="291016"/>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91014"/>
                                        </p:tgtEl>
                                        <p:attrNameLst>
                                          <p:attrName>style.visibility</p:attrName>
                                        </p:attrNameLst>
                                      </p:cBhvr>
                                      <p:to>
                                        <p:strVal val="visible"/>
                                      </p:to>
                                    </p:set>
                                    <p:animEffect transition="in" filter="wipe(left)">
                                      <p:cBhvr>
                                        <p:cTn id="102" dur="500"/>
                                        <p:tgtEl>
                                          <p:spTgt spid="29101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wipe(left)">
                                      <p:cBhvr>
                                        <p:cTn id="107" dur="500"/>
                                        <p:tgtEl>
                                          <p:spTgt spid="2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wipe(left)">
                                      <p:cBhvr>
                                        <p:cTn id="112" dur="500"/>
                                        <p:tgtEl>
                                          <p:spTgt spid="26"/>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69644"/>
                                        </p:tgtEl>
                                        <p:attrNameLst>
                                          <p:attrName>style.visibility</p:attrName>
                                        </p:attrNameLst>
                                      </p:cBhvr>
                                      <p:to>
                                        <p:strVal val="visible"/>
                                      </p:to>
                                    </p:set>
                                    <p:animEffect transition="in" filter="wipe(left)">
                                      <p:cBhvr>
                                        <p:cTn id="117" dur="500"/>
                                        <p:tgtEl>
                                          <p:spTgt spid="69644"/>
                                        </p:tgtEl>
                                      </p:cBhvr>
                                    </p:animEffect>
                                  </p:childTnLst>
                                </p:cTn>
                              </p:par>
                            </p:childTnLst>
                          </p:cTn>
                        </p:par>
                      </p:childTnLst>
                    </p:cTn>
                  </p:par>
                  <p:par>
                    <p:cTn id="118" fill="hold">
                      <p:stCondLst>
                        <p:cond delay="indefinite"/>
                      </p:stCondLst>
                      <p:childTnLst>
                        <p:par>
                          <p:cTn id="119" fill="hold">
                            <p:stCondLst>
                              <p:cond delay="0"/>
                            </p:stCondLst>
                            <p:childTnLst>
                              <p:par>
                                <p:cTn id="120" presetID="21" presetClass="entr" presetSubtype="1" fill="hold" grpId="0" nodeType="clickEffect">
                                  <p:stCondLst>
                                    <p:cond delay="0"/>
                                  </p:stCondLst>
                                  <p:childTnLst>
                                    <p:set>
                                      <p:cBhvr>
                                        <p:cTn id="121" dur="1" fill="hold">
                                          <p:stCondLst>
                                            <p:cond delay="0"/>
                                          </p:stCondLst>
                                        </p:cTn>
                                        <p:tgtEl>
                                          <p:spTgt spid="52"/>
                                        </p:tgtEl>
                                        <p:attrNameLst>
                                          <p:attrName>style.visibility</p:attrName>
                                        </p:attrNameLst>
                                      </p:cBhvr>
                                      <p:to>
                                        <p:strVal val="visible"/>
                                      </p:to>
                                    </p:set>
                                    <p:animEffect transition="in" filter="wheel(1)">
                                      <p:cBhvr>
                                        <p:cTn id="122" dur="2000"/>
                                        <p:tgtEl>
                                          <p:spTgt spid="52"/>
                                        </p:tgtEl>
                                      </p:cBhvr>
                                    </p:animEffect>
                                  </p:childTnLst>
                                </p:cTn>
                              </p:par>
                              <p:par>
                                <p:cTn id="123" presetID="21" presetClass="entr" presetSubtype="1" fill="hold" nodeType="withEffect">
                                  <p:stCondLst>
                                    <p:cond delay="0"/>
                                  </p:stCondLst>
                                  <p:childTnLst>
                                    <p:set>
                                      <p:cBhvr>
                                        <p:cTn id="124" dur="1" fill="hold">
                                          <p:stCondLst>
                                            <p:cond delay="0"/>
                                          </p:stCondLst>
                                        </p:cTn>
                                        <p:tgtEl>
                                          <p:spTgt spid="12"/>
                                        </p:tgtEl>
                                        <p:attrNameLst>
                                          <p:attrName>style.visibility</p:attrName>
                                        </p:attrNameLst>
                                      </p:cBhvr>
                                      <p:to>
                                        <p:strVal val="visible"/>
                                      </p:to>
                                    </p:set>
                                    <p:animEffect transition="in" filter="wheel(1)">
                                      <p:cBhvr>
                                        <p:cTn id="125" dur="2000"/>
                                        <p:tgtEl>
                                          <p:spTgt spid="12"/>
                                        </p:tgtEl>
                                      </p:cBhvr>
                                    </p:animEffect>
                                  </p:childTnLst>
                                </p:cTn>
                              </p:par>
                            </p:childTnLst>
                          </p:cTn>
                        </p:par>
                      </p:childTnLst>
                    </p:cTn>
                  </p:par>
                  <p:par>
                    <p:cTn id="126" fill="hold">
                      <p:stCondLst>
                        <p:cond delay="indefinite"/>
                      </p:stCondLst>
                      <p:childTnLst>
                        <p:par>
                          <p:cTn id="127" fill="hold">
                            <p:stCondLst>
                              <p:cond delay="0"/>
                            </p:stCondLst>
                            <p:childTnLst>
                              <p:par>
                                <p:cTn id="128" presetID="21" presetClass="entr" presetSubtype="1" fill="hold" grpId="0" nodeType="clickEffect">
                                  <p:stCondLst>
                                    <p:cond delay="0"/>
                                  </p:stCondLst>
                                  <p:childTnLst>
                                    <p:set>
                                      <p:cBhvr>
                                        <p:cTn id="129" dur="1" fill="hold">
                                          <p:stCondLst>
                                            <p:cond delay="0"/>
                                          </p:stCondLst>
                                        </p:cTn>
                                        <p:tgtEl>
                                          <p:spTgt spid="11"/>
                                        </p:tgtEl>
                                        <p:attrNameLst>
                                          <p:attrName>style.visibility</p:attrName>
                                        </p:attrNameLst>
                                      </p:cBhvr>
                                      <p:to>
                                        <p:strVal val="visible"/>
                                      </p:to>
                                    </p:set>
                                    <p:animEffect transition="in" filter="wheel(1)">
                                      <p:cBhvr>
                                        <p:cTn id="130" dur="2000"/>
                                        <p:tgtEl>
                                          <p:spTgt spid="11"/>
                                        </p:tgtEl>
                                      </p:cBhvr>
                                    </p:animEffect>
                                  </p:childTnLst>
                                </p:cTn>
                              </p:par>
                              <p:par>
                                <p:cTn id="131" presetID="21" presetClass="entr" presetSubtype="1" fill="hold" nodeType="withEffect">
                                  <p:stCondLst>
                                    <p:cond delay="0"/>
                                  </p:stCondLst>
                                  <p:childTnLst>
                                    <p:set>
                                      <p:cBhvr>
                                        <p:cTn id="132" dur="1" fill="hold">
                                          <p:stCondLst>
                                            <p:cond delay="0"/>
                                          </p:stCondLst>
                                        </p:cTn>
                                        <p:tgtEl>
                                          <p:spTgt spid="16"/>
                                        </p:tgtEl>
                                        <p:attrNameLst>
                                          <p:attrName>style.visibility</p:attrName>
                                        </p:attrNameLst>
                                      </p:cBhvr>
                                      <p:to>
                                        <p:strVal val="visible"/>
                                      </p:to>
                                    </p:set>
                                    <p:animEffect transition="in" filter="wheel(1)">
                                      <p:cBhvr>
                                        <p:cTn id="133" dur="2000"/>
                                        <p:tgtEl>
                                          <p:spTgt spid="16"/>
                                        </p:tgtEl>
                                      </p:cBhvr>
                                    </p:animEffect>
                                  </p:childTnLst>
                                </p:cTn>
                              </p:par>
                            </p:childTnLst>
                          </p:cTn>
                        </p:par>
                      </p:childTnLst>
                    </p:cTn>
                  </p:par>
                  <p:par>
                    <p:cTn id="134" fill="hold">
                      <p:stCondLst>
                        <p:cond delay="indefinite"/>
                      </p:stCondLst>
                      <p:childTnLst>
                        <p:par>
                          <p:cTn id="135" fill="hold">
                            <p:stCondLst>
                              <p:cond delay="0"/>
                            </p:stCondLst>
                            <p:childTnLst>
                              <p:par>
                                <p:cTn id="136" presetID="49" presetClass="entr" presetSubtype="0" decel="100000" fill="hold" nodeType="clickEffect">
                                  <p:stCondLst>
                                    <p:cond delay="0"/>
                                  </p:stCondLst>
                                  <p:childTnLst>
                                    <p:set>
                                      <p:cBhvr>
                                        <p:cTn id="137" dur="1" fill="hold">
                                          <p:stCondLst>
                                            <p:cond delay="0"/>
                                          </p:stCondLst>
                                        </p:cTn>
                                        <p:tgtEl>
                                          <p:spTgt spid="202770"/>
                                        </p:tgtEl>
                                        <p:attrNameLst>
                                          <p:attrName>style.visibility</p:attrName>
                                        </p:attrNameLst>
                                      </p:cBhvr>
                                      <p:to>
                                        <p:strVal val="visible"/>
                                      </p:to>
                                    </p:set>
                                    <p:anim calcmode="lin" valueType="num">
                                      <p:cBhvr>
                                        <p:cTn id="138" dur="500" fill="hold"/>
                                        <p:tgtEl>
                                          <p:spTgt spid="202770"/>
                                        </p:tgtEl>
                                        <p:attrNameLst>
                                          <p:attrName>ppt_w</p:attrName>
                                        </p:attrNameLst>
                                      </p:cBhvr>
                                      <p:tavLst>
                                        <p:tav tm="0">
                                          <p:val>
                                            <p:fltVal val="0"/>
                                          </p:val>
                                        </p:tav>
                                        <p:tav tm="100000">
                                          <p:val>
                                            <p:strVal val="#ppt_w"/>
                                          </p:val>
                                        </p:tav>
                                      </p:tavLst>
                                    </p:anim>
                                    <p:anim calcmode="lin" valueType="num">
                                      <p:cBhvr>
                                        <p:cTn id="139" dur="500" fill="hold"/>
                                        <p:tgtEl>
                                          <p:spTgt spid="202770"/>
                                        </p:tgtEl>
                                        <p:attrNameLst>
                                          <p:attrName>ppt_h</p:attrName>
                                        </p:attrNameLst>
                                      </p:cBhvr>
                                      <p:tavLst>
                                        <p:tav tm="0">
                                          <p:val>
                                            <p:fltVal val="0"/>
                                          </p:val>
                                        </p:tav>
                                        <p:tav tm="100000">
                                          <p:val>
                                            <p:strVal val="#ppt_h"/>
                                          </p:val>
                                        </p:tav>
                                      </p:tavLst>
                                    </p:anim>
                                    <p:anim calcmode="lin" valueType="num">
                                      <p:cBhvr>
                                        <p:cTn id="140" dur="500" fill="hold"/>
                                        <p:tgtEl>
                                          <p:spTgt spid="202770"/>
                                        </p:tgtEl>
                                        <p:attrNameLst>
                                          <p:attrName>style.rotation</p:attrName>
                                        </p:attrNameLst>
                                      </p:cBhvr>
                                      <p:tavLst>
                                        <p:tav tm="0">
                                          <p:val>
                                            <p:fltVal val="360"/>
                                          </p:val>
                                        </p:tav>
                                        <p:tav tm="100000">
                                          <p:val>
                                            <p:fltVal val="0"/>
                                          </p:val>
                                        </p:tav>
                                      </p:tavLst>
                                    </p:anim>
                                    <p:animEffect transition="in" filter="fade">
                                      <p:cBhvr>
                                        <p:cTn id="141" dur="500"/>
                                        <p:tgtEl>
                                          <p:spTgt spid="202770"/>
                                        </p:tgtEl>
                                      </p:cBhvr>
                                    </p:animEffect>
                                  </p:childTnLst>
                                </p:cTn>
                              </p:par>
                              <p:par>
                                <p:cTn id="142" presetID="49" presetClass="entr" presetSubtype="0" decel="100000" fill="hold" grpId="0" nodeType="withEffect">
                                  <p:stCondLst>
                                    <p:cond delay="0"/>
                                  </p:stCondLst>
                                  <p:childTnLst>
                                    <p:set>
                                      <p:cBhvr>
                                        <p:cTn id="143" dur="1" fill="hold">
                                          <p:stCondLst>
                                            <p:cond delay="0"/>
                                          </p:stCondLst>
                                        </p:cTn>
                                        <p:tgtEl>
                                          <p:spTgt spid="10"/>
                                        </p:tgtEl>
                                        <p:attrNameLst>
                                          <p:attrName>style.visibility</p:attrName>
                                        </p:attrNameLst>
                                      </p:cBhvr>
                                      <p:to>
                                        <p:strVal val="visible"/>
                                      </p:to>
                                    </p:set>
                                    <p:anim calcmode="lin" valueType="num">
                                      <p:cBhvr>
                                        <p:cTn id="144" dur="500" fill="hold"/>
                                        <p:tgtEl>
                                          <p:spTgt spid="10"/>
                                        </p:tgtEl>
                                        <p:attrNameLst>
                                          <p:attrName>ppt_w</p:attrName>
                                        </p:attrNameLst>
                                      </p:cBhvr>
                                      <p:tavLst>
                                        <p:tav tm="0">
                                          <p:val>
                                            <p:fltVal val="0"/>
                                          </p:val>
                                        </p:tav>
                                        <p:tav tm="100000">
                                          <p:val>
                                            <p:strVal val="#ppt_w"/>
                                          </p:val>
                                        </p:tav>
                                      </p:tavLst>
                                    </p:anim>
                                    <p:anim calcmode="lin" valueType="num">
                                      <p:cBhvr>
                                        <p:cTn id="145" dur="500" fill="hold"/>
                                        <p:tgtEl>
                                          <p:spTgt spid="10"/>
                                        </p:tgtEl>
                                        <p:attrNameLst>
                                          <p:attrName>ppt_h</p:attrName>
                                        </p:attrNameLst>
                                      </p:cBhvr>
                                      <p:tavLst>
                                        <p:tav tm="0">
                                          <p:val>
                                            <p:fltVal val="0"/>
                                          </p:val>
                                        </p:tav>
                                        <p:tav tm="100000">
                                          <p:val>
                                            <p:strVal val="#ppt_h"/>
                                          </p:val>
                                        </p:tav>
                                      </p:tavLst>
                                    </p:anim>
                                    <p:anim calcmode="lin" valueType="num">
                                      <p:cBhvr>
                                        <p:cTn id="146" dur="500" fill="hold"/>
                                        <p:tgtEl>
                                          <p:spTgt spid="10"/>
                                        </p:tgtEl>
                                        <p:attrNameLst>
                                          <p:attrName>style.rotation</p:attrName>
                                        </p:attrNameLst>
                                      </p:cBhvr>
                                      <p:tavLst>
                                        <p:tav tm="0">
                                          <p:val>
                                            <p:fltVal val="360"/>
                                          </p:val>
                                        </p:tav>
                                        <p:tav tm="100000">
                                          <p:val>
                                            <p:fltVal val="0"/>
                                          </p:val>
                                        </p:tav>
                                      </p:tavLst>
                                    </p:anim>
                                    <p:animEffect transition="in" filter="fade">
                                      <p:cBhvr>
                                        <p:cTn id="147" dur="500"/>
                                        <p:tgtEl>
                                          <p:spTgt spid="10"/>
                                        </p:tgtEl>
                                      </p:cBhvr>
                                    </p:animEffect>
                                  </p:childTnLst>
                                </p:cTn>
                              </p:par>
                            </p:childTnLst>
                          </p:cTn>
                        </p:par>
                      </p:childTnLst>
                    </p:cTn>
                  </p:par>
                  <p:par>
                    <p:cTn id="148" fill="hold">
                      <p:stCondLst>
                        <p:cond delay="indefinite"/>
                      </p:stCondLst>
                      <p:childTnLst>
                        <p:par>
                          <p:cTn id="149" fill="hold">
                            <p:stCondLst>
                              <p:cond delay="0"/>
                            </p:stCondLst>
                            <p:childTnLst>
                              <p:par>
                                <p:cTn id="150" presetID="21" presetClass="entr" presetSubtype="1" fill="hold" nodeType="clickEffect">
                                  <p:stCondLst>
                                    <p:cond delay="0"/>
                                  </p:stCondLst>
                                  <p:childTnLst>
                                    <p:set>
                                      <p:cBhvr>
                                        <p:cTn id="151" dur="1" fill="hold">
                                          <p:stCondLst>
                                            <p:cond delay="0"/>
                                          </p:stCondLst>
                                        </p:cTn>
                                        <p:tgtEl>
                                          <p:spTgt spid="21"/>
                                        </p:tgtEl>
                                        <p:attrNameLst>
                                          <p:attrName>style.visibility</p:attrName>
                                        </p:attrNameLst>
                                      </p:cBhvr>
                                      <p:to>
                                        <p:strVal val="visible"/>
                                      </p:to>
                                    </p:set>
                                    <p:animEffect transition="in" filter="wheel(1)">
                                      <p:cBhvr>
                                        <p:cTn id="152" dur="2000"/>
                                        <p:tgtEl>
                                          <p:spTgt spid="21"/>
                                        </p:tgtEl>
                                      </p:cBhvr>
                                    </p:animEffect>
                                  </p:childTnLst>
                                </p:cTn>
                              </p:par>
                              <p:par>
                                <p:cTn id="153" presetID="21" presetClass="entr" presetSubtype="1" fill="hold" nodeType="withEffect">
                                  <p:stCondLst>
                                    <p:cond delay="0"/>
                                  </p:stCondLst>
                                  <p:childTnLst>
                                    <p:set>
                                      <p:cBhvr>
                                        <p:cTn id="154" dur="1" fill="hold">
                                          <p:stCondLst>
                                            <p:cond delay="0"/>
                                          </p:stCondLst>
                                        </p:cTn>
                                        <p:tgtEl>
                                          <p:spTgt spid="22"/>
                                        </p:tgtEl>
                                        <p:attrNameLst>
                                          <p:attrName>style.visibility</p:attrName>
                                        </p:attrNameLst>
                                      </p:cBhvr>
                                      <p:to>
                                        <p:strVal val="visible"/>
                                      </p:to>
                                    </p:set>
                                    <p:animEffect transition="in" filter="wheel(1)">
                                      <p:cBhvr>
                                        <p:cTn id="155" dur="2000"/>
                                        <p:tgtEl>
                                          <p:spTgt spid="22"/>
                                        </p:tgtEl>
                                      </p:cBhvr>
                                    </p:animEffect>
                                  </p:childTnLst>
                                </p:cTn>
                              </p:par>
                            </p:childTnLst>
                          </p:cTn>
                        </p:par>
                      </p:childTnLst>
                    </p:cTn>
                  </p:par>
                  <p:par>
                    <p:cTn id="156" fill="hold">
                      <p:stCondLst>
                        <p:cond delay="indefinite"/>
                      </p:stCondLst>
                      <p:childTnLst>
                        <p:par>
                          <p:cTn id="157" fill="hold">
                            <p:stCondLst>
                              <p:cond delay="0"/>
                            </p:stCondLst>
                            <p:childTnLst>
                              <p:par>
                                <p:cTn id="158" presetID="27" presetClass="entr" presetSubtype="0" fill="hold" grpId="0" nodeType="clickEffect">
                                  <p:stCondLst>
                                    <p:cond delay="0"/>
                                  </p:stCondLst>
                                  <p:iterate type="lt">
                                    <p:tmPct val="200000"/>
                                  </p:iterate>
                                  <p:childTnLst>
                                    <p:set>
                                      <p:cBhvr>
                                        <p:cTn id="159" dur="1" fill="hold">
                                          <p:stCondLst>
                                            <p:cond delay="0"/>
                                          </p:stCondLst>
                                        </p:cTn>
                                        <p:tgtEl>
                                          <p:spTgt spid="28"/>
                                        </p:tgtEl>
                                        <p:attrNameLst>
                                          <p:attrName>style.visibility</p:attrName>
                                        </p:attrNameLst>
                                      </p:cBhvr>
                                      <p:to>
                                        <p:strVal val="visible"/>
                                      </p:to>
                                    </p:set>
                                    <p:anim calcmode="discrete" valueType="clr">
                                      <p:cBhvr override="childStyle">
                                        <p:cTn id="160" dur="80"/>
                                        <p:tgtEl>
                                          <p:spTgt spid="28"/>
                                        </p:tgtEl>
                                        <p:attrNameLst>
                                          <p:attrName>style.color</p:attrName>
                                        </p:attrNameLst>
                                      </p:cBhvr>
                                      <p:tavLst>
                                        <p:tav tm="0">
                                          <p:val>
                                            <p:clrVal>
                                              <a:schemeClr val="tx1"/>
                                            </p:clrVal>
                                          </p:val>
                                        </p:tav>
                                        <p:tav tm="50000">
                                          <p:val>
                                            <p:clrVal>
                                              <a:schemeClr val="tx1"/>
                                            </p:clrVal>
                                          </p:val>
                                        </p:tav>
                                      </p:tavLst>
                                    </p:anim>
                                    <p:anim calcmode="discrete" valueType="clr">
                                      <p:cBhvr>
                                        <p:cTn id="161" dur="80"/>
                                        <p:tgtEl>
                                          <p:spTgt spid="28"/>
                                        </p:tgtEl>
                                        <p:attrNameLst>
                                          <p:attrName>fillcolor</p:attrName>
                                        </p:attrNameLst>
                                      </p:cBhvr>
                                      <p:tavLst>
                                        <p:tav tm="0">
                                          <p:val>
                                            <p:clrVal>
                                              <a:schemeClr val="accent2"/>
                                            </p:clrVal>
                                          </p:val>
                                        </p:tav>
                                        <p:tav tm="50000">
                                          <p:val>
                                            <p:clrVal>
                                              <a:schemeClr val="hlink"/>
                                            </p:clrVal>
                                          </p:val>
                                        </p:tav>
                                      </p:tavLst>
                                    </p:anim>
                                    <p:set>
                                      <p:cBhvr>
                                        <p:cTn id="162" dur="80"/>
                                        <p:tgtEl>
                                          <p:spTgt spid="28"/>
                                        </p:tgtEl>
                                        <p:attrNameLst>
                                          <p:attrName>fill.type</p:attrName>
                                        </p:attrNameLst>
                                      </p:cBhvr>
                                      <p:to>
                                        <p:strVal val="solid"/>
                                      </p:to>
                                    </p:se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nodeType="clickEffect">
                                  <p:stCondLst>
                                    <p:cond delay="0"/>
                                  </p:stCondLst>
                                  <p:childTnLst>
                                    <p:set>
                                      <p:cBhvr>
                                        <p:cTn id="166" dur="1" fill="hold">
                                          <p:stCondLst>
                                            <p:cond delay="0"/>
                                          </p:stCondLst>
                                        </p:cTn>
                                        <p:tgtEl>
                                          <p:spTgt spid="291013"/>
                                        </p:tgtEl>
                                        <p:attrNameLst>
                                          <p:attrName>style.visibility</p:attrName>
                                        </p:attrNameLst>
                                      </p:cBhvr>
                                      <p:to>
                                        <p:strVal val="visible"/>
                                      </p:to>
                                    </p:set>
                                    <p:animEffect transition="in" filter="wipe(left)">
                                      <p:cBhvr>
                                        <p:cTn id="167" dur="500"/>
                                        <p:tgtEl>
                                          <p:spTgt spid="291013"/>
                                        </p:tgtEl>
                                      </p:cBhvr>
                                    </p:animEffect>
                                  </p:childTnLst>
                                </p:cTn>
                              </p:par>
                            </p:childTnLst>
                          </p:cTn>
                        </p:par>
                      </p:childTnLst>
                    </p:cTn>
                  </p:par>
                  <p:par>
                    <p:cTn id="168" fill="hold">
                      <p:stCondLst>
                        <p:cond delay="indefinite"/>
                      </p:stCondLst>
                      <p:childTnLst>
                        <p:par>
                          <p:cTn id="169" fill="hold">
                            <p:stCondLst>
                              <p:cond delay="0"/>
                            </p:stCondLst>
                            <p:childTnLst>
                              <p:par>
                                <p:cTn id="170" presetID="21" presetClass="entr" presetSubtype="1" fill="hold" nodeType="clickEffect">
                                  <p:stCondLst>
                                    <p:cond delay="0"/>
                                  </p:stCondLst>
                                  <p:childTnLst>
                                    <p:set>
                                      <p:cBhvr>
                                        <p:cTn id="171" dur="1" fill="hold">
                                          <p:stCondLst>
                                            <p:cond delay="0"/>
                                          </p:stCondLst>
                                        </p:cTn>
                                        <p:tgtEl>
                                          <p:spTgt spid="18"/>
                                        </p:tgtEl>
                                        <p:attrNameLst>
                                          <p:attrName>style.visibility</p:attrName>
                                        </p:attrNameLst>
                                      </p:cBhvr>
                                      <p:to>
                                        <p:strVal val="visible"/>
                                      </p:to>
                                    </p:set>
                                    <p:animEffect transition="in" filter="wheel(1)">
                                      <p:cBhvr>
                                        <p:cTn id="172" dur="2000"/>
                                        <p:tgtEl>
                                          <p:spTgt spid="18"/>
                                        </p:tgtEl>
                                      </p:cBhvr>
                                    </p:animEffect>
                                  </p:childTnLst>
                                </p:cTn>
                              </p:par>
                              <p:par>
                                <p:cTn id="173" presetID="21" presetClass="entr" presetSubtype="1" fill="hold" nodeType="withEffect">
                                  <p:stCondLst>
                                    <p:cond delay="0"/>
                                  </p:stCondLst>
                                  <p:childTnLst>
                                    <p:set>
                                      <p:cBhvr>
                                        <p:cTn id="174" dur="1" fill="hold">
                                          <p:stCondLst>
                                            <p:cond delay="0"/>
                                          </p:stCondLst>
                                        </p:cTn>
                                        <p:tgtEl>
                                          <p:spTgt spid="19"/>
                                        </p:tgtEl>
                                        <p:attrNameLst>
                                          <p:attrName>style.visibility</p:attrName>
                                        </p:attrNameLst>
                                      </p:cBhvr>
                                      <p:to>
                                        <p:strVal val="visible"/>
                                      </p:to>
                                    </p:set>
                                    <p:animEffect transition="in" filter="wheel(1)">
                                      <p:cBhvr>
                                        <p:cTn id="175" dur="2000"/>
                                        <p:tgtEl>
                                          <p:spTgt spid="19"/>
                                        </p:tgtEl>
                                      </p:cBhvr>
                                    </p:animEffect>
                                  </p:childTnLst>
                                </p:cTn>
                              </p:par>
                            </p:childTnLst>
                          </p:cTn>
                        </p:par>
                      </p:childTnLst>
                    </p:cTn>
                  </p:par>
                  <p:par>
                    <p:cTn id="176" fill="hold">
                      <p:stCondLst>
                        <p:cond delay="indefinite"/>
                      </p:stCondLst>
                      <p:childTnLst>
                        <p:par>
                          <p:cTn id="177" fill="hold">
                            <p:stCondLst>
                              <p:cond delay="0"/>
                            </p:stCondLst>
                            <p:childTnLst>
                              <p:par>
                                <p:cTn id="178" presetID="27" presetClass="entr" presetSubtype="0" fill="hold" grpId="0" nodeType="clickEffect">
                                  <p:stCondLst>
                                    <p:cond delay="0"/>
                                  </p:stCondLst>
                                  <p:iterate type="lt">
                                    <p:tmPct val="200000"/>
                                  </p:iterate>
                                  <p:childTnLst>
                                    <p:set>
                                      <p:cBhvr>
                                        <p:cTn id="179" dur="1" fill="hold">
                                          <p:stCondLst>
                                            <p:cond delay="0"/>
                                          </p:stCondLst>
                                        </p:cTn>
                                        <p:tgtEl>
                                          <p:spTgt spid="30"/>
                                        </p:tgtEl>
                                        <p:attrNameLst>
                                          <p:attrName>style.visibility</p:attrName>
                                        </p:attrNameLst>
                                      </p:cBhvr>
                                      <p:to>
                                        <p:strVal val="visible"/>
                                      </p:to>
                                    </p:set>
                                    <p:anim calcmode="discrete" valueType="clr">
                                      <p:cBhvr override="childStyle">
                                        <p:cTn id="180" dur="80"/>
                                        <p:tgtEl>
                                          <p:spTgt spid="30"/>
                                        </p:tgtEl>
                                        <p:attrNameLst>
                                          <p:attrName>style.color</p:attrName>
                                        </p:attrNameLst>
                                      </p:cBhvr>
                                      <p:tavLst>
                                        <p:tav tm="0">
                                          <p:val>
                                            <p:clrVal>
                                              <a:schemeClr val="tx1"/>
                                            </p:clrVal>
                                          </p:val>
                                        </p:tav>
                                        <p:tav tm="50000">
                                          <p:val>
                                            <p:clrVal>
                                              <a:schemeClr val="tx1"/>
                                            </p:clrVal>
                                          </p:val>
                                        </p:tav>
                                      </p:tavLst>
                                    </p:anim>
                                    <p:anim calcmode="discrete" valueType="clr">
                                      <p:cBhvr>
                                        <p:cTn id="181" dur="80"/>
                                        <p:tgtEl>
                                          <p:spTgt spid="30"/>
                                        </p:tgtEl>
                                        <p:attrNameLst>
                                          <p:attrName>fillcolor</p:attrName>
                                        </p:attrNameLst>
                                      </p:cBhvr>
                                      <p:tavLst>
                                        <p:tav tm="0">
                                          <p:val>
                                            <p:clrVal>
                                              <a:schemeClr val="accent2"/>
                                            </p:clrVal>
                                          </p:val>
                                        </p:tav>
                                        <p:tav tm="50000">
                                          <p:val>
                                            <p:clrVal>
                                              <a:schemeClr val="hlink"/>
                                            </p:clrVal>
                                          </p:val>
                                        </p:tav>
                                      </p:tavLst>
                                    </p:anim>
                                    <p:set>
                                      <p:cBhvr>
                                        <p:cTn id="182" dur="80"/>
                                        <p:tgtEl>
                                          <p:spTgt spid="30"/>
                                        </p:tgtEl>
                                        <p:attrNameLst>
                                          <p:attrName>fill.type</p:attrName>
                                        </p:attrNameLst>
                                      </p:cBhvr>
                                      <p:to>
                                        <p:strVal val="solid"/>
                                      </p:to>
                                    </p:se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nodeType="clickEffect">
                                  <p:stCondLst>
                                    <p:cond delay="0"/>
                                  </p:stCondLst>
                                  <p:childTnLst>
                                    <p:set>
                                      <p:cBhvr>
                                        <p:cTn id="186" dur="1" fill="hold">
                                          <p:stCondLst>
                                            <p:cond delay="0"/>
                                          </p:stCondLst>
                                        </p:cTn>
                                        <p:tgtEl>
                                          <p:spTgt spid="291015"/>
                                        </p:tgtEl>
                                        <p:attrNameLst>
                                          <p:attrName>style.visibility</p:attrName>
                                        </p:attrNameLst>
                                      </p:cBhvr>
                                      <p:to>
                                        <p:strVal val="visible"/>
                                      </p:to>
                                    </p:set>
                                    <p:animEffect transition="in" filter="wipe(left)">
                                      <p:cBhvr>
                                        <p:cTn id="187" dur="500"/>
                                        <p:tgtEl>
                                          <p:spTgt spid="291015"/>
                                        </p:tgtEl>
                                      </p:cBhvr>
                                    </p:animEffect>
                                  </p:childTnLst>
                                </p:cTn>
                              </p:par>
                            </p:childTnLst>
                          </p:cTn>
                        </p:par>
                      </p:childTnLst>
                    </p:cTn>
                  </p:par>
                  <p:par>
                    <p:cTn id="188" fill="hold">
                      <p:stCondLst>
                        <p:cond delay="indefinite"/>
                      </p:stCondLst>
                      <p:childTnLst>
                        <p:par>
                          <p:cTn id="189" fill="hold">
                            <p:stCondLst>
                              <p:cond delay="0"/>
                            </p:stCondLst>
                            <p:childTnLst>
                              <p:par>
                                <p:cTn id="190" presetID="27" presetClass="entr" presetSubtype="0" fill="hold" grpId="0" nodeType="clickEffect">
                                  <p:stCondLst>
                                    <p:cond delay="0"/>
                                  </p:stCondLst>
                                  <p:iterate type="lt">
                                    <p:tmPct val="200000"/>
                                  </p:iterate>
                                  <p:childTnLst>
                                    <p:set>
                                      <p:cBhvr>
                                        <p:cTn id="191" dur="1" fill="hold">
                                          <p:stCondLst>
                                            <p:cond delay="0"/>
                                          </p:stCondLst>
                                        </p:cTn>
                                        <p:tgtEl>
                                          <p:spTgt spid="29"/>
                                        </p:tgtEl>
                                        <p:attrNameLst>
                                          <p:attrName>style.visibility</p:attrName>
                                        </p:attrNameLst>
                                      </p:cBhvr>
                                      <p:to>
                                        <p:strVal val="visible"/>
                                      </p:to>
                                    </p:set>
                                    <p:anim calcmode="discrete" valueType="clr">
                                      <p:cBhvr override="childStyle">
                                        <p:cTn id="192" dur="80"/>
                                        <p:tgtEl>
                                          <p:spTgt spid="29"/>
                                        </p:tgtEl>
                                        <p:attrNameLst>
                                          <p:attrName>style.color</p:attrName>
                                        </p:attrNameLst>
                                      </p:cBhvr>
                                      <p:tavLst>
                                        <p:tav tm="0">
                                          <p:val>
                                            <p:clrVal>
                                              <a:schemeClr val="tx1"/>
                                            </p:clrVal>
                                          </p:val>
                                        </p:tav>
                                        <p:tav tm="50000">
                                          <p:val>
                                            <p:clrVal>
                                              <a:schemeClr val="tx1"/>
                                            </p:clrVal>
                                          </p:val>
                                        </p:tav>
                                      </p:tavLst>
                                    </p:anim>
                                    <p:anim calcmode="discrete" valueType="clr">
                                      <p:cBhvr>
                                        <p:cTn id="193" dur="80"/>
                                        <p:tgtEl>
                                          <p:spTgt spid="29"/>
                                        </p:tgtEl>
                                        <p:attrNameLst>
                                          <p:attrName>fillcolor</p:attrName>
                                        </p:attrNameLst>
                                      </p:cBhvr>
                                      <p:tavLst>
                                        <p:tav tm="0">
                                          <p:val>
                                            <p:clrVal>
                                              <a:schemeClr val="accent2"/>
                                            </p:clrVal>
                                          </p:val>
                                        </p:tav>
                                        <p:tav tm="50000">
                                          <p:val>
                                            <p:clrVal>
                                              <a:schemeClr val="hlink"/>
                                            </p:clrVal>
                                          </p:val>
                                        </p:tav>
                                      </p:tavLst>
                                    </p:anim>
                                    <p:set>
                                      <p:cBhvr>
                                        <p:cTn id="194" dur="80"/>
                                        <p:tgtEl>
                                          <p:spTgt spid="2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27" grpId="0" bldLvl="0" animBg="1"/>
      <p:bldP spid="207928" grpId="0"/>
      <p:bldP spid="207930" grpId="0"/>
      <p:bldP spid="207936" grpId="0" bldLvl="0" animBg="1"/>
      <p:bldP spid="207937" grpId="0"/>
      <p:bldP spid="207939" grpId="0"/>
      <p:bldP spid="207949" grpId="0" bldLvl="0" animBg="1"/>
      <p:bldP spid="207950" grpId="0"/>
      <p:bldP spid="207952" grpId="0"/>
      <p:bldP spid="290901" grpId="0" bldLvl="0" animBg="1"/>
      <p:bldP spid="291002" grpId="0"/>
      <p:bldP spid="52" grpId="0" bldLvl="0" animBg="1"/>
      <p:bldP spid="52" grpId="1" animBg="1"/>
      <p:bldP spid="11" grpId="0" bldLvl="0" animBg="1"/>
      <p:bldP spid="11" grpId="1" animBg="1"/>
      <p:bldP spid="10" grpId="0" bldLvl="0" animBg="1"/>
      <p:bldP spid="10" grpId="1" animBg="1"/>
      <p:bldP spid="28" grpId="0"/>
      <p:bldP spid="29" grpId="0"/>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69633" name="Rectangle 2"/>
          <p:cNvSpPr/>
          <p:nvPr/>
        </p:nvSpPr>
        <p:spPr>
          <a:xfrm>
            <a:off x="323850" y="981075"/>
            <a:ext cx="8229600" cy="3135313"/>
          </a:xfrm>
          <a:prstGeom prst="rect">
            <a:avLst/>
          </a:prstGeom>
          <a:noFill/>
          <a:ln w="9525">
            <a:noFill/>
          </a:ln>
        </p:spPr>
        <p:txBody>
          <a:bodyPr anchor="t" anchorCtr="0">
            <a:spAutoFit/>
          </a:bodyPr>
          <a:p>
            <a:pPr>
              <a:lnSpc>
                <a:spcPct val="135000"/>
              </a:lnSpc>
            </a:pPr>
            <a:r>
              <a:rPr lang="en-US" altLang="zh-CN" sz="2800" b="1" dirty="0">
                <a:solidFill>
                  <a:srgbClr val="000000"/>
                </a:solidFill>
                <a:latin typeface="微软雅黑" panose="020B0503020204020204" pitchFamily="34" charset="-122"/>
                <a:ea typeface="微软雅黑" panose="020B0503020204020204" pitchFamily="34" charset="-122"/>
              </a:rPr>
              <a:t>1</a:t>
            </a:r>
            <a:r>
              <a:rPr lang="zh-CN" altLang="en-US" sz="2800" b="1" dirty="0">
                <a:solidFill>
                  <a:srgbClr val="000000"/>
                </a:solidFill>
                <a:latin typeface="微软雅黑" panose="020B0503020204020204" pitchFamily="34" charset="-122"/>
                <a:ea typeface="微软雅黑" panose="020B0503020204020204" pitchFamily="34" charset="-122"/>
              </a:rPr>
              <a:t>、一固定的超声波探测器在海水中发出一束频率为</a:t>
            </a:r>
            <a:endParaRPr lang="zh-CN" altLang="en-US" sz="2800" b="1" dirty="0">
              <a:solidFill>
                <a:srgbClr val="000000"/>
              </a:solidFill>
              <a:latin typeface="微软雅黑" panose="020B0503020204020204" pitchFamily="34" charset="-122"/>
              <a:ea typeface="微软雅黑" panose="020B0503020204020204" pitchFamily="34" charset="-122"/>
            </a:endParaRPr>
          </a:p>
          <a:p>
            <a:pPr>
              <a:lnSpc>
                <a:spcPct val="135000"/>
              </a:lnSpc>
            </a:pPr>
            <a:r>
              <a:rPr lang="el-GR" altLang="zh-CN" sz="2800" b="1" dirty="0">
                <a:solidFill>
                  <a:srgbClr val="000000"/>
                </a:solidFill>
                <a:latin typeface="微软雅黑" panose="020B0503020204020204" pitchFamily="34" charset="-122"/>
                <a:ea typeface="微软雅黑" panose="020B0503020204020204" pitchFamily="34" charset="-122"/>
              </a:rPr>
              <a:t> </a:t>
            </a:r>
            <a:r>
              <a:rPr lang="el-GR" altLang="zh-CN" b="1" dirty="0">
                <a:solidFill>
                  <a:srgbClr val="000000"/>
                </a:solidFill>
                <a:latin typeface="Times New Roman" panose="02020603050405020304" pitchFamily="18" charset="0"/>
                <a:ea typeface="宋体" panose="02010600030101010101" pitchFamily="2" charset="-122"/>
              </a:rPr>
              <a:t>ν</a:t>
            </a:r>
            <a:r>
              <a:rPr lang="el-GR" altLang="zh-CN" dirty="0">
                <a:latin typeface="Times New Roman" panose="02020603050405020304" pitchFamily="18" charset="0"/>
                <a:ea typeface="宋体" panose="02010600030101010101" pitchFamily="2" charset="-122"/>
              </a:rPr>
              <a:t> </a:t>
            </a:r>
            <a:r>
              <a:rPr lang="en-US" altLang="zh-CN" sz="2800" b="1" dirty="0">
                <a:solidFill>
                  <a:srgbClr val="000000"/>
                </a:solidFill>
                <a:latin typeface="微软雅黑" panose="020B0503020204020204" pitchFamily="34" charset="-122"/>
                <a:ea typeface="微软雅黑" panose="020B0503020204020204" pitchFamily="34" charset="-122"/>
              </a:rPr>
              <a:t>=30kHz</a:t>
            </a:r>
            <a:r>
              <a:rPr lang="zh-CN" altLang="en-US" sz="2800" b="1" dirty="0">
                <a:solidFill>
                  <a:srgbClr val="000000"/>
                </a:solidFill>
                <a:latin typeface="微软雅黑" panose="020B0503020204020204" pitchFamily="34" charset="-122"/>
                <a:ea typeface="微软雅黑" panose="020B0503020204020204" pitchFamily="34" charset="-122"/>
              </a:rPr>
              <a:t>的超声波，被迎面向着探测器驶来的潜艇反射回来，反射波与原来的波合成后得到频率为</a:t>
            </a:r>
            <a:r>
              <a:rPr lang="zh-CN" altLang="en-US" dirty="0">
                <a:latin typeface="Times New Roman" panose="02020603050405020304" pitchFamily="18" charset="0"/>
                <a:ea typeface="宋体" panose="02010600030101010101" pitchFamily="2" charset="-122"/>
              </a:rPr>
              <a:t> </a:t>
            </a:r>
            <a:r>
              <a:rPr lang="en-US" altLang="zh-CN" sz="2800" b="1" dirty="0">
                <a:solidFill>
                  <a:srgbClr val="000000"/>
                </a:solidFill>
                <a:latin typeface="微软雅黑" panose="020B0503020204020204" pitchFamily="34" charset="-122"/>
                <a:ea typeface="微软雅黑" panose="020B0503020204020204" pitchFamily="34" charset="-122"/>
              </a:rPr>
              <a:t>241Hz</a:t>
            </a:r>
            <a:r>
              <a:rPr lang="zh-CN" altLang="en-US" sz="2800" b="1" dirty="0">
                <a:solidFill>
                  <a:srgbClr val="000000"/>
                </a:solidFill>
                <a:latin typeface="微软雅黑" panose="020B0503020204020204" pitchFamily="34" charset="-122"/>
                <a:ea typeface="微软雅黑" panose="020B0503020204020204" pitchFamily="34" charset="-122"/>
              </a:rPr>
              <a:t>的拍。求潜挺的速率。设超声波在海水中的波速为</a:t>
            </a:r>
            <a:r>
              <a:rPr lang="en-US" altLang="zh-CN" sz="2800" b="1" dirty="0">
                <a:solidFill>
                  <a:srgbClr val="000000"/>
                </a:solidFill>
                <a:latin typeface="微软雅黑" panose="020B0503020204020204" pitchFamily="34" charset="-122"/>
                <a:ea typeface="微软雅黑" panose="020B0503020204020204" pitchFamily="34" charset="-122"/>
              </a:rPr>
              <a:t>1500m/s.    </a:t>
            </a:r>
            <a:endParaRPr lang="en-US" altLang="zh-CN" sz="28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293942" name="Text Box 54"/>
          <p:cNvSpPr txBox="1"/>
          <p:nvPr/>
        </p:nvSpPr>
        <p:spPr>
          <a:xfrm>
            <a:off x="468630" y="909320"/>
            <a:ext cx="6939280" cy="521970"/>
          </a:xfrm>
          <a:prstGeom prst="rect">
            <a:avLst/>
          </a:prstGeom>
          <a:noFill/>
          <a:ln w="9525">
            <a:noFill/>
          </a:ln>
        </p:spPr>
        <p:txBody>
          <a:bodyPr wrap="none" anchor="t" anchorCtr="0">
            <a:spAutoFit/>
          </a:bodyPr>
          <a:p>
            <a:r>
              <a:rPr lang="zh-CN" altLang="en-US" sz="2800" b="1" dirty="0">
                <a:latin typeface="Bookman Old Style" pitchFamily="18" charset="0"/>
                <a:ea typeface="微软雅黑" panose="020B0503020204020204" pitchFamily="34" charset="-122"/>
              </a:rPr>
              <a:t>一、首先要明确地确定</a:t>
            </a:r>
            <a:r>
              <a:rPr lang="zh-CN" altLang="en-US" sz="2800" b="1" dirty="0">
                <a:solidFill>
                  <a:srgbClr val="FF0000"/>
                </a:solidFill>
                <a:latin typeface="Bookman Old Style" pitchFamily="18" charset="0"/>
                <a:ea typeface="微软雅黑" panose="020B0503020204020204" pitchFamily="34" charset="-122"/>
              </a:rPr>
              <a:t>波源</a:t>
            </a:r>
            <a:r>
              <a:rPr lang="zh-CN" altLang="en-US" sz="2800" b="1" dirty="0">
                <a:latin typeface="Bookman Old Style" pitchFamily="18" charset="0"/>
                <a:ea typeface="微软雅黑" panose="020B0503020204020204" pitchFamily="34" charset="-122"/>
              </a:rPr>
              <a:t>和</a:t>
            </a:r>
            <a:r>
              <a:rPr lang="zh-CN" altLang="en-US" sz="2800" b="1" dirty="0">
                <a:solidFill>
                  <a:srgbClr val="FF0000"/>
                </a:solidFill>
                <a:latin typeface="Bookman Old Style" pitchFamily="18" charset="0"/>
                <a:ea typeface="微软雅黑" panose="020B0503020204020204" pitchFamily="34" charset="-122"/>
              </a:rPr>
              <a:t>观察者</a:t>
            </a:r>
            <a:r>
              <a:rPr lang="zh-CN" altLang="en-US" sz="2800" b="1" dirty="0">
                <a:latin typeface="Bookman Old Style" pitchFamily="18" charset="0"/>
                <a:ea typeface="微软雅黑" panose="020B0503020204020204" pitchFamily="34" charset="-122"/>
              </a:rPr>
              <a:t>的角色</a:t>
            </a:r>
            <a:endParaRPr lang="zh-CN" altLang="en-US" sz="2800" b="1" dirty="0">
              <a:latin typeface="Bookman Old Style" pitchFamily="18" charset="0"/>
              <a:ea typeface="微软雅黑" panose="020B0503020204020204" pitchFamily="34" charset="-122"/>
            </a:endParaRPr>
          </a:p>
        </p:txBody>
      </p:sp>
      <p:sp>
        <p:nvSpPr>
          <p:cNvPr id="2" name="Text Box 54"/>
          <p:cNvSpPr txBox="1"/>
          <p:nvPr/>
        </p:nvSpPr>
        <p:spPr>
          <a:xfrm>
            <a:off x="410210" y="1413510"/>
            <a:ext cx="5974080" cy="460375"/>
          </a:xfrm>
          <a:prstGeom prst="rect">
            <a:avLst/>
          </a:prstGeom>
          <a:noFill/>
          <a:ln w="9525">
            <a:noFill/>
          </a:ln>
        </p:spPr>
        <p:txBody>
          <a:bodyPr wrap="none" anchor="t" anchorCtr="0">
            <a:spAutoFit/>
          </a:bodyPr>
          <a:p>
            <a:r>
              <a:rPr lang="zh-CN" altLang="en-US" sz="2400" b="1" dirty="0">
                <a:latin typeface="Bookman Old Style" pitchFamily="18" charset="0"/>
                <a:ea typeface="微软雅黑" panose="020B0503020204020204" pitchFamily="34" charset="-122"/>
              </a:rPr>
              <a:t>整个过程考虑，</a:t>
            </a:r>
            <a:r>
              <a:rPr lang="zh-CN" altLang="en-US" sz="2400" b="1" dirty="0">
                <a:solidFill>
                  <a:srgbClr val="FF0000"/>
                </a:solidFill>
                <a:latin typeface="Bookman Old Style" pitchFamily="18" charset="0"/>
                <a:ea typeface="微软雅黑" panose="020B0503020204020204" pitchFamily="34" charset="-122"/>
              </a:rPr>
              <a:t>波源</a:t>
            </a:r>
            <a:r>
              <a:rPr lang="zh-CN" altLang="en-US" sz="2400" b="1" dirty="0">
                <a:latin typeface="Bookman Old Style" pitchFamily="18" charset="0"/>
                <a:ea typeface="微软雅黑" panose="020B0503020204020204" pitchFamily="34" charset="-122"/>
              </a:rPr>
              <a:t>和</a:t>
            </a:r>
            <a:r>
              <a:rPr lang="zh-CN" altLang="en-US" sz="2400" b="1" dirty="0">
                <a:solidFill>
                  <a:srgbClr val="FF0000"/>
                </a:solidFill>
                <a:latin typeface="Bookman Old Style" pitchFamily="18" charset="0"/>
                <a:ea typeface="微软雅黑" panose="020B0503020204020204" pitchFamily="34" charset="-122"/>
              </a:rPr>
              <a:t>观察者</a:t>
            </a:r>
            <a:r>
              <a:rPr lang="zh-CN" altLang="en-US" sz="2400" b="1" dirty="0">
                <a:latin typeface="Bookman Old Style" pitchFamily="18" charset="0"/>
                <a:ea typeface="微软雅黑" panose="020B0503020204020204" pitchFamily="34" charset="-122"/>
              </a:rPr>
              <a:t>的角色</a:t>
            </a:r>
            <a:r>
              <a:rPr lang="zh-CN" altLang="en-US" sz="2400" b="1" dirty="0">
                <a:solidFill>
                  <a:srgbClr val="FF0000"/>
                </a:solidFill>
                <a:latin typeface="Bookman Old Style" pitchFamily="18" charset="0"/>
                <a:ea typeface="微软雅黑" panose="020B0503020204020204" pitchFamily="34" charset="-122"/>
              </a:rPr>
              <a:t>不清晰</a:t>
            </a:r>
            <a:endParaRPr lang="zh-CN" altLang="en-US" sz="2400" b="1" dirty="0">
              <a:solidFill>
                <a:srgbClr val="FF0000"/>
              </a:solidFill>
              <a:latin typeface="Bookman Old Style" pitchFamily="18" charset="0"/>
              <a:ea typeface="微软雅黑" panose="020B0503020204020204" pitchFamily="34" charset="-122"/>
            </a:endParaRPr>
          </a:p>
        </p:txBody>
      </p:sp>
      <p:sp>
        <p:nvSpPr>
          <p:cNvPr id="3" name="Text Box 54"/>
          <p:cNvSpPr txBox="1"/>
          <p:nvPr/>
        </p:nvSpPr>
        <p:spPr>
          <a:xfrm>
            <a:off x="480695" y="1863725"/>
            <a:ext cx="6733540" cy="829945"/>
          </a:xfrm>
          <a:prstGeom prst="rect">
            <a:avLst/>
          </a:prstGeom>
          <a:noFill/>
          <a:ln w="9525">
            <a:noFill/>
          </a:ln>
        </p:spPr>
        <p:txBody>
          <a:bodyPr wrap="none" anchor="t" anchorCtr="0">
            <a:spAutoFit/>
          </a:bodyPr>
          <a:p>
            <a:pPr algn="l"/>
            <a:r>
              <a:rPr lang="zh-CN" altLang="en-US" sz="2400" b="1" dirty="0">
                <a:latin typeface="Bookman Old Style" pitchFamily="18" charset="0"/>
                <a:ea typeface="微软雅黑" panose="020B0503020204020204" pitchFamily="34" charset="-122"/>
              </a:rPr>
              <a:t>两个子过程：</a:t>
            </a:r>
            <a:r>
              <a:rPr lang="en-US" altLang="zh-CN" sz="2400" b="1" dirty="0">
                <a:latin typeface="Bookman Old Style" pitchFamily="18" charset="0"/>
                <a:ea typeface="微软雅黑" panose="020B0503020204020204" pitchFamily="34" charset="-122"/>
              </a:rPr>
              <a:t>(1)</a:t>
            </a:r>
            <a:r>
              <a:rPr lang="zh-CN" altLang="en-US" sz="2400" b="1" dirty="0">
                <a:latin typeface="Bookman Old Style" pitchFamily="18" charset="0"/>
                <a:ea typeface="微软雅黑" panose="020B0503020204020204" pitchFamily="34" charset="-122"/>
              </a:rPr>
              <a:t>探测器</a:t>
            </a:r>
            <a:r>
              <a:rPr lang="zh-CN" altLang="en-US" sz="2400" b="1" dirty="0">
                <a:solidFill>
                  <a:srgbClr val="FF0000"/>
                </a:solidFill>
                <a:latin typeface="Bookman Old Style" pitchFamily="18" charset="0"/>
                <a:ea typeface="微软雅黑" panose="020B0503020204020204" pitchFamily="34" charset="-122"/>
              </a:rPr>
              <a:t>发射，</a:t>
            </a:r>
            <a:r>
              <a:rPr lang="zh-CN" altLang="en-US" sz="2400" b="1" dirty="0">
                <a:solidFill>
                  <a:schemeClr val="tx1"/>
                </a:solidFill>
                <a:latin typeface="Bookman Old Style" pitchFamily="18" charset="0"/>
                <a:ea typeface="微软雅黑" panose="020B0503020204020204" pitchFamily="34" charset="-122"/>
              </a:rPr>
              <a:t>舰艇</a:t>
            </a:r>
            <a:r>
              <a:rPr lang="zh-CN" altLang="en-US" sz="2400" b="1" dirty="0">
                <a:solidFill>
                  <a:srgbClr val="FF0000"/>
                </a:solidFill>
                <a:latin typeface="Bookman Old Style" pitchFamily="18" charset="0"/>
                <a:ea typeface="微软雅黑" panose="020B0503020204020204" pitchFamily="34" charset="-122"/>
              </a:rPr>
              <a:t>接收</a:t>
            </a:r>
            <a:r>
              <a:rPr lang="zh-CN" altLang="en-US" sz="2400" b="1" dirty="0">
                <a:latin typeface="Bookman Old Style" pitchFamily="18" charset="0"/>
                <a:ea typeface="微软雅黑" panose="020B0503020204020204" pitchFamily="34" charset="-122"/>
              </a:rPr>
              <a:t>超声波，</a:t>
            </a:r>
            <a:endParaRPr lang="zh-CN" altLang="en-US" sz="2400" b="1" dirty="0">
              <a:latin typeface="Bookman Old Style" pitchFamily="18" charset="0"/>
              <a:ea typeface="微软雅黑" panose="020B0503020204020204" pitchFamily="34" charset="-122"/>
            </a:endParaRPr>
          </a:p>
          <a:p>
            <a:pPr algn="l"/>
            <a:r>
              <a:rPr lang="en-US" altLang="zh-CN" sz="2400" b="1" dirty="0">
                <a:latin typeface="Bookman Old Style" pitchFamily="18" charset="0"/>
                <a:ea typeface="微软雅黑" panose="020B0503020204020204" pitchFamily="34" charset="-122"/>
              </a:rPr>
              <a:t>               (2)</a:t>
            </a:r>
            <a:r>
              <a:rPr lang="zh-CN" altLang="en-US" sz="2400" b="1" dirty="0">
                <a:latin typeface="Bookman Old Style" pitchFamily="18" charset="0"/>
                <a:ea typeface="微软雅黑" panose="020B0503020204020204" pitchFamily="34" charset="-122"/>
              </a:rPr>
              <a:t>舰艇</a:t>
            </a:r>
            <a:r>
              <a:rPr lang="zh-CN" altLang="en-US" sz="2400" b="1" dirty="0">
                <a:solidFill>
                  <a:srgbClr val="FF0000"/>
                </a:solidFill>
                <a:latin typeface="Bookman Old Style" pitchFamily="18" charset="0"/>
                <a:ea typeface="微软雅黑" panose="020B0503020204020204" pitchFamily="34" charset="-122"/>
                <a:sym typeface="+mn-ea"/>
              </a:rPr>
              <a:t>发射，</a:t>
            </a:r>
            <a:r>
              <a:rPr lang="en-US" altLang="zh-CN" sz="2400" b="1" dirty="0">
                <a:solidFill>
                  <a:srgbClr val="FF0000"/>
                </a:solidFill>
                <a:latin typeface="Bookman Old Style" pitchFamily="18" charset="0"/>
                <a:ea typeface="微软雅黑" panose="020B0503020204020204" pitchFamily="34" charset="-122"/>
                <a:sym typeface="+mn-ea"/>
              </a:rPr>
              <a:t>  </a:t>
            </a:r>
            <a:r>
              <a:rPr lang="zh-CN" altLang="en-US" sz="2400" b="1" dirty="0">
                <a:latin typeface="Bookman Old Style" pitchFamily="18" charset="0"/>
                <a:ea typeface="微软雅黑" panose="020B0503020204020204" pitchFamily="34" charset="-122"/>
              </a:rPr>
              <a:t>探测器</a:t>
            </a:r>
            <a:r>
              <a:rPr lang="zh-CN" altLang="en-US" sz="2400" b="1" dirty="0">
                <a:solidFill>
                  <a:srgbClr val="FF0000"/>
                </a:solidFill>
                <a:latin typeface="Bookman Old Style" pitchFamily="18" charset="0"/>
                <a:ea typeface="微软雅黑" panose="020B0503020204020204" pitchFamily="34" charset="-122"/>
              </a:rPr>
              <a:t>接收</a:t>
            </a:r>
            <a:r>
              <a:rPr lang="zh-CN" altLang="en-US" sz="2400" b="1" dirty="0">
                <a:latin typeface="Bookman Old Style" pitchFamily="18" charset="0"/>
                <a:ea typeface="微软雅黑" panose="020B0503020204020204" pitchFamily="34" charset="-122"/>
              </a:rPr>
              <a:t>超声波</a:t>
            </a:r>
            <a:endParaRPr lang="zh-CN" altLang="en-US" sz="2400" b="1" dirty="0">
              <a:solidFill>
                <a:srgbClr val="FF0000"/>
              </a:solidFill>
              <a:latin typeface="Bookman Old Style" pitchFamily="18" charset="0"/>
              <a:ea typeface="微软雅黑" panose="020B0503020204020204" pitchFamily="34" charset="-122"/>
            </a:endParaRPr>
          </a:p>
        </p:txBody>
      </p:sp>
      <p:sp>
        <p:nvSpPr>
          <p:cNvPr id="290901" name="AutoShape 85" descr="羊皮纸"/>
          <p:cNvSpPr/>
          <p:nvPr/>
        </p:nvSpPr>
        <p:spPr>
          <a:xfrm>
            <a:off x="4472305" y="2718435"/>
            <a:ext cx="4140200" cy="1066800"/>
          </a:xfrm>
          <a:prstGeom prst="roundRect">
            <a:avLst>
              <a:gd name="adj" fmla="val 16667"/>
            </a:avLst>
          </a:prstGeom>
          <a:blipFill rotWithShape="1">
            <a:blip r:embed="rId1"/>
          </a:blipFill>
          <a:ln w="19050" cap="flat" cmpd="sng">
            <a:solidFill>
              <a:srgbClr val="0000FF"/>
            </a:solidFill>
            <a:prstDash val="solid"/>
            <a:round/>
            <a:headEnd type="none" w="med" len="med"/>
            <a:tailEnd type="none" w="med" len="med"/>
          </a:ln>
          <a:effectLst>
            <a:outerShdw dist="35921" dir="2699999" algn="ctr" rotWithShape="0">
              <a:schemeClr val="bg2"/>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91002" name="Text Box 186"/>
          <p:cNvSpPr txBox="1"/>
          <p:nvPr/>
        </p:nvSpPr>
        <p:spPr>
          <a:xfrm>
            <a:off x="4496118" y="3005773"/>
            <a:ext cx="2232025" cy="519112"/>
          </a:xfrm>
          <a:prstGeom prst="rect">
            <a:avLst/>
          </a:prstGeom>
          <a:noFill/>
          <a:ln w="9525">
            <a:noFill/>
          </a:ln>
        </p:spPr>
        <p:txBody>
          <a:bodyPr anchor="t" anchorCtr="0">
            <a:spAutoFit/>
          </a:bodyPr>
          <a:p>
            <a:pPr>
              <a:spcBef>
                <a:spcPct val="50000"/>
              </a:spcBef>
            </a:pPr>
            <a:r>
              <a:rPr lang="zh-CN" altLang="en-US" sz="2800" b="1" dirty="0">
                <a:solidFill>
                  <a:srgbClr val="0000FF"/>
                </a:solidFill>
                <a:latin typeface="微软雅黑" panose="020B0503020204020204" pitchFamily="34" charset="-122"/>
                <a:ea typeface="微软雅黑" panose="020B0503020204020204" pitchFamily="34" charset="-122"/>
              </a:rPr>
              <a:t>接收频率</a:t>
            </a:r>
            <a:endParaRPr lang="zh-CN" altLang="en-US" sz="2800" b="1" dirty="0">
              <a:solidFill>
                <a:srgbClr val="0000FF"/>
              </a:solidFill>
              <a:latin typeface="微软雅黑" panose="020B0503020204020204" pitchFamily="34" charset="-122"/>
              <a:ea typeface="微软雅黑" panose="020B0503020204020204" pitchFamily="34" charset="-122"/>
            </a:endParaRPr>
          </a:p>
        </p:txBody>
      </p:sp>
      <p:graphicFrame>
        <p:nvGraphicFramePr>
          <p:cNvPr id="291003" name="Object 187"/>
          <p:cNvGraphicFramePr>
            <a:graphicFrameLocks noChangeAspect="1"/>
          </p:cNvGraphicFramePr>
          <p:nvPr/>
        </p:nvGraphicFramePr>
        <p:xfrm>
          <a:off x="6137593" y="2929573"/>
          <a:ext cx="519112" cy="647700"/>
        </p:xfrm>
        <a:graphic>
          <a:graphicData uri="http://schemas.openxmlformats.org/presentationml/2006/ole">
            <mc:AlternateContent xmlns:mc="http://schemas.openxmlformats.org/markup-compatibility/2006">
              <mc:Choice xmlns:v="urn:schemas-microsoft-com:vml" Requires="v">
                <p:oleObj spid="_x0000_s3101" name="" r:id="rId2" imgW="190500" imgH="215900" progId="Equation.3">
                  <p:embed/>
                </p:oleObj>
              </mc:Choice>
              <mc:Fallback>
                <p:oleObj name="" r:id="rId2" imgW="190500" imgH="215900" progId="Equation.3">
                  <p:embed/>
                  <p:pic>
                    <p:nvPicPr>
                      <p:cNvPr id="0" name="图片 3100"/>
                      <p:cNvPicPr/>
                      <p:nvPr/>
                    </p:nvPicPr>
                    <p:blipFill>
                      <a:blip r:embed="rId3"/>
                      <a:stretch>
                        <a:fillRect/>
                      </a:stretch>
                    </p:blipFill>
                    <p:spPr>
                      <a:xfrm>
                        <a:off x="6137593" y="2929573"/>
                        <a:ext cx="519112" cy="647700"/>
                      </a:xfrm>
                      <a:prstGeom prst="rect">
                        <a:avLst/>
                      </a:prstGeom>
                      <a:noFill/>
                      <a:ln w="38100">
                        <a:noFill/>
                        <a:miter/>
                      </a:ln>
                    </p:spPr>
                  </p:pic>
                </p:oleObj>
              </mc:Fallback>
            </mc:AlternateContent>
          </a:graphicData>
        </a:graphic>
      </p:graphicFrame>
      <p:graphicFrame>
        <p:nvGraphicFramePr>
          <p:cNvPr id="291012" name="Object 196"/>
          <p:cNvGraphicFramePr>
            <a:graphicFrameLocks noChangeAspect="1"/>
          </p:cNvGraphicFramePr>
          <p:nvPr/>
        </p:nvGraphicFramePr>
        <p:xfrm>
          <a:off x="6529070" y="3115628"/>
          <a:ext cx="315913" cy="279400"/>
        </p:xfrm>
        <a:graphic>
          <a:graphicData uri="http://schemas.openxmlformats.org/presentationml/2006/ole">
            <mc:AlternateContent xmlns:mc="http://schemas.openxmlformats.org/markup-compatibility/2006">
              <mc:Choice xmlns:v="urn:schemas-microsoft-com:vml" Requires="v">
                <p:oleObj spid="_x0000_s3100" name="" r:id="rId4" imgW="139700" imgH="101600" progId="Equation.3">
                  <p:embed/>
                </p:oleObj>
              </mc:Choice>
              <mc:Fallback>
                <p:oleObj name="" r:id="rId4" imgW="139700" imgH="101600" progId="Equation.3">
                  <p:embed/>
                  <p:pic>
                    <p:nvPicPr>
                      <p:cNvPr id="0" name="图片 3099"/>
                      <p:cNvPicPr/>
                      <p:nvPr/>
                    </p:nvPicPr>
                    <p:blipFill>
                      <a:blip r:embed="rId5"/>
                      <a:stretch>
                        <a:fillRect/>
                      </a:stretch>
                    </p:blipFill>
                    <p:spPr>
                      <a:xfrm>
                        <a:off x="6529070" y="3115628"/>
                        <a:ext cx="315913" cy="279400"/>
                      </a:xfrm>
                      <a:prstGeom prst="rect">
                        <a:avLst/>
                      </a:prstGeom>
                      <a:noFill/>
                      <a:ln w="38100">
                        <a:noFill/>
                        <a:miter/>
                      </a:ln>
                    </p:spPr>
                  </p:pic>
                </p:oleObj>
              </mc:Fallback>
            </mc:AlternateContent>
          </a:graphicData>
        </a:graphic>
      </p:graphicFrame>
      <p:sp>
        <p:nvSpPr>
          <p:cNvPr id="291014" name="Line 198"/>
          <p:cNvSpPr/>
          <p:nvPr/>
        </p:nvSpPr>
        <p:spPr>
          <a:xfrm>
            <a:off x="6957695" y="3266123"/>
            <a:ext cx="1008063" cy="0"/>
          </a:xfrm>
          <a:prstGeom prst="line">
            <a:avLst/>
          </a:prstGeom>
          <a:ln w="22225" cap="rnd" cmpd="sng">
            <a:solidFill>
              <a:srgbClr val="000000"/>
            </a:solidFill>
            <a:prstDash val="solid"/>
            <a:round/>
            <a:headEnd type="none" w="med" len="med"/>
            <a:tailEnd type="none" w="med" len="med"/>
          </a:ln>
        </p:spPr>
      </p:sp>
      <p:graphicFrame>
        <p:nvGraphicFramePr>
          <p:cNvPr id="291016" name="Object 200"/>
          <p:cNvGraphicFramePr>
            <a:graphicFrameLocks noChangeAspect="1"/>
          </p:cNvGraphicFramePr>
          <p:nvPr/>
        </p:nvGraphicFramePr>
        <p:xfrm>
          <a:off x="7965758" y="2929573"/>
          <a:ext cx="484187" cy="623887"/>
        </p:xfrm>
        <a:graphic>
          <a:graphicData uri="http://schemas.openxmlformats.org/presentationml/2006/ole">
            <mc:AlternateContent xmlns:mc="http://schemas.openxmlformats.org/markup-compatibility/2006">
              <mc:Choice xmlns:v="urn:schemas-microsoft-com:vml" Requires="v">
                <p:oleObj spid="_x0000_s9" name="" r:id="rId6" imgW="177800" imgH="228600" progId="Equation.3">
                  <p:embed/>
                </p:oleObj>
              </mc:Choice>
              <mc:Fallback>
                <p:oleObj name="" r:id="rId6" imgW="177800" imgH="228600" progId="Equation.3">
                  <p:embed/>
                  <p:pic>
                    <p:nvPicPr>
                      <p:cNvPr id="0" name="图片 3087"/>
                      <p:cNvPicPr/>
                      <p:nvPr/>
                    </p:nvPicPr>
                    <p:blipFill>
                      <a:blip r:embed="rId7"/>
                      <a:stretch>
                        <a:fillRect/>
                      </a:stretch>
                    </p:blipFill>
                    <p:spPr>
                      <a:xfrm>
                        <a:off x="7965758" y="2929573"/>
                        <a:ext cx="484187" cy="623887"/>
                      </a:xfrm>
                      <a:prstGeom prst="rect">
                        <a:avLst/>
                      </a:prstGeom>
                      <a:noFill/>
                      <a:ln w="38100">
                        <a:noFill/>
                        <a:miter/>
                      </a:ln>
                    </p:spPr>
                  </p:pic>
                </p:oleObj>
              </mc:Fallback>
            </mc:AlternateContent>
          </a:graphicData>
        </a:graphic>
      </p:graphicFrame>
      <p:graphicFrame>
        <p:nvGraphicFramePr>
          <p:cNvPr id="24" name="Object 197"/>
          <p:cNvGraphicFramePr>
            <a:graphicFrameLocks noChangeAspect="1"/>
          </p:cNvGraphicFramePr>
          <p:nvPr/>
        </p:nvGraphicFramePr>
        <p:xfrm>
          <a:off x="6948964" y="2710022"/>
          <a:ext cx="1081405" cy="557530"/>
        </p:xfrm>
        <a:graphic>
          <a:graphicData uri="http://schemas.openxmlformats.org/presentationml/2006/ole">
            <mc:AlternateContent xmlns:mc="http://schemas.openxmlformats.org/markup-compatibility/2006">
              <mc:Choice xmlns:v="urn:schemas-microsoft-com:vml" Requires="v">
                <p:oleObj spid="_x0000_s25" name="" r:id="rId8" imgW="419100" imgH="215900" progId="Equation.3">
                  <p:embed/>
                </p:oleObj>
              </mc:Choice>
              <mc:Fallback>
                <p:oleObj name="" r:id="rId8" imgW="419100" imgH="215900" progId="Equation.3">
                  <p:embed/>
                  <p:pic>
                    <p:nvPicPr>
                      <p:cNvPr id="0" name="图片 3089"/>
                      <p:cNvPicPr/>
                      <p:nvPr/>
                    </p:nvPicPr>
                    <p:blipFill>
                      <a:blip r:embed="rId9"/>
                      <a:stretch>
                        <a:fillRect/>
                      </a:stretch>
                    </p:blipFill>
                    <p:spPr>
                      <a:xfrm>
                        <a:off x="6948964" y="2710022"/>
                        <a:ext cx="1081405" cy="557530"/>
                      </a:xfrm>
                      <a:prstGeom prst="rect">
                        <a:avLst/>
                      </a:prstGeom>
                      <a:noFill/>
                      <a:ln w="38100">
                        <a:noFill/>
                        <a:miter/>
                      </a:ln>
                    </p:spPr>
                  </p:pic>
                </p:oleObj>
              </mc:Fallback>
            </mc:AlternateContent>
          </a:graphicData>
        </a:graphic>
      </p:graphicFrame>
      <p:graphicFrame>
        <p:nvGraphicFramePr>
          <p:cNvPr id="26" name="Object 199"/>
          <p:cNvGraphicFramePr>
            <a:graphicFrameLocks noChangeAspect="1"/>
          </p:cNvGraphicFramePr>
          <p:nvPr/>
        </p:nvGraphicFramePr>
        <p:xfrm>
          <a:off x="6957378" y="3260408"/>
          <a:ext cx="1087755" cy="590550"/>
        </p:xfrm>
        <a:graphic>
          <a:graphicData uri="http://schemas.openxmlformats.org/presentationml/2006/ole">
            <mc:AlternateContent xmlns:mc="http://schemas.openxmlformats.org/markup-compatibility/2006">
              <mc:Choice xmlns:v="urn:schemas-microsoft-com:vml" Requires="v">
                <p:oleObj spid="_x0000_s27" name="" r:id="rId10" imgW="419100" imgH="228600" progId="Equation.3">
                  <p:embed/>
                </p:oleObj>
              </mc:Choice>
              <mc:Fallback>
                <p:oleObj name="" r:id="rId10" imgW="419100" imgH="228600" progId="Equation.3">
                  <p:embed/>
                  <p:pic>
                    <p:nvPicPr>
                      <p:cNvPr id="0" name="图片 3101"/>
                      <p:cNvPicPr/>
                      <p:nvPr/>
                    </p:nvPicPr>
                    <p:blipFill>
                      <a:blip r:embed="rId11"/>
                      <a:stretch>
                        <a:fillRect/>
                      </a:stretch>
                    </p:blipFill>
                    <p:spPr>
                      <a:xfrm>
                        <a:off x="6957378" y="3260408"/>
                        <a:ext cx="1087755" cy="590550"/>
                      </a:xfrm>
                      <a:prstGeom prst="rect">
                        <a:avLst/>
                      </a:prstGeom>
                      <a:noFill/>
                      <a:ln w="38100">
                        <a:noFill/>
                        <a:miter/>
                      </a:ln>
                    </p:spPr>
                  </p:pic>
                </p:oleObj>
              </mc:Fallback>
            </mc:AlternateContent>
          </a:graphicData>
        </a:graphic>
      </p:graphicFrame>
      <p:sp>
        <p:nvSpPr>
          <p:cNvPr id="4" name="Text Box 54"/>
          <p:cNvSpPr txBox="1"/>
          <p:nvPr/>
        </p:nvSpPr>
        <p:spPr>
          <a:xfrm>
            <a:off x="396240" y="2638425"/>
            <a:ext cx="3738880" cy="521970"/>
          </a:xfrm>
          <a:prstGeom prst="rect">
            <a:avLst/>
          </a:prstGeom>
          <a:noFill/>
          <a:ln w="9525">
            <a:noFill/>
          </a:ln>
        </p:spPr>
        <p:txBody>
          <a:bodyPr wrap="none" anchor="t" anchorCtr="0">
            <a:spAutoFit/>
          </a:bodyPr>
          <a:p>
            <a:r>
              <a:rPr lang="zh-CN" altLang="en-US" sz="2800" b="1" dirty="0">
                <a:latin typeface="Bookman Old Style" pitchFamily="18" charset="0"/>
                <a:ea typeface="微软雅黑" panose="020B0503020204020204" pitchFamily="34" charset="-122"/>
              </a:rPr>
              <a:t>二、多普勒效应的框架</a:t>
            </a:r>
            <a:endParaRPr lang="zh-CN" altLang="en-US" sz="2800" b="1" dirty="0">
              <a:latin typeface="Bookman Old Style" pitchFamily="18" charset="0"/>
              <a:ea typeface="微软雅黑" panose="020B0503020204020204" pitchFamily="34" charset="-122"/>
            </a:endParaRPr>
          </a:p>
        </p:txBody>
      </p:sp>
      <p:sp>
        <p:nvSpPr>
          <p:cNvPr id="5" name="Text Box 54"/>
          <p:cNvSpPr txBox="1"/>
          <p:nvPr/>
        </p:nvSpPr>
        <p:spPr>
          <a:xfrm>
            <a:off x="294005" y="3790315"/>
            <a:ext cx="8462010" cy="521970"/>
          </a:xfrm>
          <a:prstGeom prst="rect">
            <a:avLst/>
          </a:prstGeom>
          <a:noFill/>
          <a:ln w="9525">
            <a:noFill/>
          </a:ln>
        </p:spPr>
        <p:txBody>
          <a:bodyPr wrap="none" anchor="t" anchorCtr="0">
            <a:spAutoFit/>
          </a:bodyPr>
          <a:p>
            <a:r>
              <a:rPr lang="zh-CN" altLang="en-US" sz="2800" b="1" dirty="0">
                <a:latin typeface="Bookman Old Style" pitchFamily="18" charset="0"/>
                <a:ea typeface="微软雅黑" panose="020B0503020204020204" pitchFamily="34" charset="-122"/>
              </a:rPr>
              <a:t>三、对应于具体过程确定速度的正负</a:t>
            </a:r>
            <a:r>
              <a:rPr lang="en-US" altLang="zh-CN" sz="2800" b="1" dirty="0">
                <a:latin typeface="Bookman Old Style" pitchFamily="18" charset="0"/>
                <a:ea typeface="微软雅黑" panose="020B0503020204020204" pitchFamily="34" charset="-122"/>
              </a:rPr>
              <a:t>——</a:t>
            </a:r>
            <a:r>
              <a:rPr lang="zh-CN" altLang="en-US" sz="2800" b="1" dirty="0">
                <a:latin typeface="Bookman Old Style" pitchFamily="18" charset="0"/>
                <a:ea typeface="微软雅黑" panose="020B0503020204020204" pitchFamily="34" charset="-122"/>
              </a:rPr>
              <a:t>靠近或远离</a:t>
            </a:r>
            <a:endParaRPr lang="zh-CN" altLang="en-US" sz="2800" b="1" dirty="0">
              <a:latin typeface="Bookman Old Style" pitchFamily="18" charset="0"/>
              <a:ea typeface="微软雅黑" panose="020B0503020204020204" pitchFamily="34" charset="-122"/>
            </a:endParaRPr>
          </a:p>
        </p:txBody>
      </p:sp>
      <p:sp>
        <p:nvSpPr>
          <p:cNvPr id="6" name="Text Box 54"/>
          <p:cNvSpPr txBox="1"/>
          <p:nvPr/>
        </p:nvSpPr>
        <p:spPr>
          <a:xfrm>
            <a:off x="6350" y="4266565"/>
            <a:ext cx="7815580" cy="398780"/>
          </a:xfrm>
          <a:prstGeom prst="rect">
            <a:avLst/>
          </a:prstGeom>
          <a:noFill/>
          <a:ln w="9525">
            <a:noFill/>
          </a:ln>
        </p:spPr>
        <p:txBody>
          <a:bodyPr wrap="none" anchor="t" anchorCtr="0">
            <a:spAutoFit/>
          </a:bodyPr>
          <a:p>
            <a:pPr algn="l"/>
            <a:r>
              <a:rPr lang="en-US" altLang="zh-CN" sz="2000" b="1" dirty="0">
                <a:latin typeface="Bookman Old Style" pitchFamily="18" charset="0"/>
                <a:ea typeface="微软雅黑" panose="020B0503020204020204" pitchFamily="34" charset="-122"/>
              </a:rPr>
              <a:t>(1)</a:t>
            </a:r>
            <a:r>
              <a:rPr lang="zh-CN" altLang="en-US" sz="2000" b="1" dirty="0">
                <a:latin typeface="Bookman Old Style" pitchFamily="18" charset="0"/>
                <a:ea typeface="微软雅黑" panose="020B0503020204020204" pitchFamily="34" charset="-122"/>
              </a:rPr>
              <a:t>固定探测器</a:t>
            </a:r>
            <a:r>
              <a:rPr lang="zh-CN" altLang="en-US" sz="2000" b="1" dirty="0">
                <a:solidFill>
                  <a:srgbClr val="FF0000"/>
                </a:solidFill>
                <a:latin typeface="Bookman Old Style" pitchFamily="18" charset="0"/>
                <a:ea typeface="微软雅黑" panose="020B0503020204020204" pitchFamily="34" charset="-122"/>
              </a:rPr>
              <a:t>发射</a:t>
            </a:r>
            <a:r>
              <a:rPr lang="en-US" altLang="zh-CN" sz="2000" b="1" dirty="0">
                <a:solidFill>
                  <a:srgbClr val="FF0000"/>
                </a:solidFill>
                <a:latin typeface="Bookman Old Style" pitchFamily="18" charset="0"/>
                <a:ea typeface="微软雅黑" panose="020B0503020204020204" pitchFamily="34" charset="-122"/>
              </a:rPr>
              <a:t>——</a:t>
            </a:r>
            <a:r>
              <a:rPr lang="zh-CN" altLang="en-US" sz="2000" b="1" dirty="0">
                <a:solidFill>
                  <a:schemeClr val="tx1"/>
                </a:solidFill>
                <a:latin typeface="Bookman Old Style" pitchFamily="18" charset="0"/>
                <a:ea typeface="微软雅黑" panose="020B0503020204020204" pitchFamily="34" charset="-122"/>
              </a:rPr>
              <a:t>波源固定，靠近的舰艇</a:t>
            </a:r>
            <a:r>
              <a:rPr lang="zh-CN" altLang="en-US" sz="2000" b="1" dirty="0">
                <a:solidFill>
                  <a:srgbClr val="FF0000"/>
                </a:solidFill>
                <a:latin typeface="Bookman Old Style" pitchFamily="18" charset="0"/>
                <a:ea typeface="微软雅黑" panose="020B0503020204020204" pitchFamily="34" charset="-122"/>
              </a:rPr>
              <a:t>接收</a:t>
            </a:r>
            <a:r>
              <a:rPr lang="en-US" altLang="zh-CN" sz="2000" b="1" dirty="0">
                <a:solidFill>
                  <a:srgbClr val="FF0000"/>
                </a:solidFill>
                <a:latin typeface="Bookman Old Style" pitchFamily="18" charset="0"/>
                <a:ea typeface="微软雅黑" panose="020B0503020204020204" pitchFamily="34" charset="-122"/>
              </a:rPr>
              <a:t>——</a:t>
            </a:r>
            <a:r>
              <a:rPr lang="zh-CN" altLang="en-US" sz="2000" b="1" dirty="0">
                <a:solidFill>
                  <a:schemeClr val="tx1"/>
                </a:solidFill>
                <a:latin typeface="Bookman Old Style" pitchFamily="18" charset="0"/>
                <a:ea typeface="微软雅黑" panose="020B0503020204020204" pitchFamily="34" charset="-122"/>
              </a:rPr>
              <a:t>观察者靠近</a:t>
            </a:r>
            <a:endParaRPr lang="zh-CN" altLang="en-US" sz="2000" b="1" dirty="0">
              <a:solidFill>
                <a:schemeClr val="tx1"/>
              </a:solidFill>
              <a:latin typeface="Bookman Old Style" pitchFamily="18" charset="0"/>
              <a:ea typeface="微软雅黑" panose="020B0503020204020204" pitchFamily="34" charset="-122"/>
            </a:endParaRPr>
          </a:p>
        </p:txBody>
      </p:sp>
      <p:sp>
        <p:nvSpPr>
          <p:cNvPr id="7" name="Text Box 54"/>
          <p:cNvSpPr txBox="1"/>
          <p:nvPr/>
        </p:nvSpPr>
        <p:spPr>
          <a:xfrm>
            <a:off x="19050" y="5201285"/>
            <a:ext cx="7815580" cy="398780"/>
          </a:xfrm>
          <a:prstGeom prst="rect">
            <a:avLst/>
          </a:prstGeom>
          <a:noFill/>
          <a:ln w="9525">
            <a:noFill/>
          </a:ln>
        </p:spPr>
        <p:txBody>
          <a:bodyPr wrap="none" anchor="t" anchorCtr="0">
            <a:spAutoFit/>
          </a:bodyPr>
          <a:p>
            <a:pPr algn="l"/>
            <a:r>
              <a:rPr lang="en-US" altLang="zh-CN" sz="2000" b="1" dirty="0">
                <a:latin typeface="Bookman Old Style" pitchFamily="18" charset="0"/>
                <a:ea typeface="微软雅黑" panose="020B0503020204020204" pitchFamily="34" charset="-122"/>
              </a:rPr>
              <a:t>(2)</a:t>
            </a:r>
            <a:r>
              <a:rPr lang="zh-CN" altLang="en-US" sz="2000" b="1" dirty="0">
                <a:latin typeface="Bookman Old Style" pitchFamily="18" charset="0"/>
                <a:ea typeface="微软雅黑" panose="020B0503020204020204" pitchFamily="34" charset="-122"/>
              </a:rPr>
              <a:t>靠近的舰艇</a:t>
            </a:r>
            <a:r>
              <a:rPr lang="zh-CN" altLang="en-US" sz="2000" b="1" dirty="0">
                <a:solidFill>
                  <a:srgbClr val="FF0000"/>
                </a:solidFill>
                <a:latin typeface="Bookman Old Style" pitchFamily="18" charset="0"/>
                <a:ea typeface="微软雅黑" panose="020B0503020204020204" pitchFamily="34" charset="-122"/>
                <a:sym typeface="+mn-ea"/>
              </a:rPr>
              <a:t>发射</a:t>
            </a:r>
            <a:r>
              <a:rPr lang="en-US" altLang="zh-CN" sz="2000" b="1" dirty="0">
                <a:solidFill>
                  <a:srgbClr val="FF0000"/>
                </a:solidFill>
                <a:latin typeface="Bookman Old Style" pitchFamily="18" charset="0"/>
                <a:ea typeface="微软雅黑" panose="020B0503020204020204" pitchFamily="34" charset="-122"/>
                <a:sym typeface="+mn-ea"/>
              </a:rPr>
              <a:t>——</a:t>
            </a:r>
            <a:r>
              <a:rPr lang="zh-CN" altLang="en-US" sz="2000" b="1" dirty="0">
                <a:solidFill>
                  <a:schemeClr val="tx1"/>
                </a:solidFill>
                <a:latin typeface="Bookman Old Style" pitchFamily="18" charset="0"/>
                <a:ea typeface="微软雅黑" panose="020B0503020204020204" pitchFamily="34" charset="-122"/>
                <a:sym typeface="+mn-ea"/>
              </a:rPr>
              <a:t>波源靠近，固定</a:t>
            </a:r>
            <a:r>
              <a:rPr lang="zh-CN" altLang="en-US" sz="2000" b="1" dirty="0">
                <a:latin typeface="Bookman Old Style" pitchFamily="18" charset="0"/>
                <a:ea typeface="微软雅黑" panose="020B0503020204020204" pitchFamily="34" charset="-122"/>
              </a:rPr>
              <a:t>探测器</a:t>
            </a:r>
            <a:r>
              <a:rPr lang="zh-CN" altLang="en-US" sz="2000" b="1" dirty="0">
                <a:solidFill>
                  <a:srgbClr val="FF0000"/>
                </a:solidFill>
                <a:latin typeface="Bookman Old Style" pitchFamily="18" charset="0"/>
                <a:ea typeface="微软雅黑" panose="020B0503020204020204" pitchFamily="34" charset="-122"/>
              </a:rPr>
              <a:t>接收</a:t>
            </a:r>
            <a:r>
              <a:rPr lang="en-US" altLang="zh-CN" sz="2000" b="1" dirty="0">
                <a:latin typeface="Bookman Old Style" pitchFamily="18" charset="0"/>
                <a:ea typeface="微软雅黑" panose="020B0503020204020204" pitchFamily="34" charset="-122"/>
              </a:rPr>
              <a:t>——</a:t>
            </a:r>
            <a:r>
              <a:rPr lang="zh-CN" altLang="en-US" sz="2000" b="1" dirty="0">
                <a:latin typeface="Bookman Old Style" pitchFamily="18" charset="0"/>
                <a:ea typeface="微软雅黑" panose="020B0503020204020204" pitchFamily="34" charset="-122"/>
              </a:rPr>
              <a:t>观察者固定</a:t>
            </a:r>
            <a:endParaRPr lang="zh-CN" altLang="en-US" sz="2000" b="1" dirty="0">
              <a:solidFill>
                <a:srgbClr val="FF0000"/>
              </a:solidFill>
              <a:latin typeface="Bookman Old Style" pitchFamily="18" charset="0"/>
              <a:ea typeface="微软雅黑" panose="020B0503020204020204" pitchFamily="34" charset="-122"/>
            </a:endParaRPr>
          </a:p>
        </p:txBody>
      </p:sp>
      <p:graphicFrame>
        <p:nvGraphicFramePr>
          <p:cNvPr id="10" name="Object 199"/>
          <p:cNvGraphicFramePr>
            <a:graphicFrameLocks noChangeAspect="1"/>
          </p:cNvGraphicFramePr>
          <p:nvPr/>
        </p:nvGraphicFramePr>
        <p:xfrm>
          <a:off x="1881505" y="4709795"/>
          <a:ext cx="767715" cy="447675"/>
        </p:xfrm>
        <a:graphic>
          <a:graphicData uri="http://schemas.openxmlformats.org/presentationml/2006/ole">
            <mc:AlternateContent xmlns:mc="http://schemas.openxmlformats.org/markup-compatibility/2006">
              <mc:Choice xmlns:v="urn:schemas-microsoft-com:vml" Requires="v">
                <p:oleObj spid="_x0000_s11" name="" r:id="rId12" imgW="431800" imgH="215900" progId="Equation.3">
                  <p:embed/>
                </p:oleObj>
              </mc:Choice>
              <mc:Fallback>
                <p:oleObj name="" r:id="rId12" imgW="431800" imgH="215900" progId="Equation.3">
                  <p:embed/>
                  <p:pic>
                    <p:nvPicPr>
                      <p:cNvPr id="0" name="图片 3101"/>
                      <p:cNvPicPr/>
                      <p:nvPr/>
                    </p:nvPicPr>
                    <p:blipFill>
                      <a:blip r:embed="rId13"/>
                      <a:stretch>
                        <a:fillRect/>
                      </a:stretch>
                    </p:blipFill>
                    <p:spPr>
                      <a:xfrm>
                        <a:off x="1881505" y="4709795"/>
                        <a:ext cx="767715" cy="447675"/>
                      </a:xfrm>
                      <a:prstGeom prst="rect">
                        <a:avLst/>
                      </a:prstGeom>
                      <a:noFill/>
                      <a:ln w="38100">
                        <a:noFill/>
                        <a:miter/>
                      </a:ln>
                    </p:spPr>
                  </p:pic>
                </p:oleObj>
              </mc:Fallback>
            </mc:AlternateContent>
          </a:graphicData>
        </a:graphic>
      </p:graphicFrame>
      <p:graphicFrame>
        <p:nvGraphicFramePr>
          <p:cNvPr id="14" name="Object 199"/>
          <p:cNvGraphicFramePr>
            <a:graphicFrameLocks noChangeAspect="1"/>
          </p:cNvGraphicFramePr>
          <p:nvPr/>
        </p:nvGraphicFramePr>
        <p:xfrm>
          <a:off x="828040" y="4692650"/>
          <a:ext cx="814070" cy="481330"/>
        </p:xfrm>
        <a:graphic>
          <a:graphicData uri="http://schemas.openxmlformats.org/presentationml/2006/ole">
            <mc:AlternateContent xmlns:mc="http://schemas.openxmlformats.org/markup-compatibility/2006">
              <mc:Choice xmlns:v="urn:schemas-microsoft-com:vml" Requires="v">
                <p:oleObj spid="_x0000_s15" name="" r:id="rId14" imgW="419100" imgH="228600" progId="Equation.3">
                  <p:embed/>
                </p:oleObj>
              </mc:Choice>
              <mc:Fallback>
                <p:oleObj name="" r:id="rId14" imgW="419100" imgH="228600" progId="Equation.3">
                  <p:embed/>
                  <p:pic>
                    <p:nvPicPr>
                      <p:cNvPr id="0" name="图片 3101"/>
                      <p:cNvPicPr/>
                      <p:nvPr/>
                    </p:nvPicPr>
                    <p:blipFill>
                      <a:blip r:embed="rId15"/>
                      <a:stretch>
                        <a:fillRect/>
                      </a:stretch>
                    </p:blipFill>
                    <p:spPr>
                      <a:xfrm>
                        <a:off x="828040" y="4692650"/>
                        <a:ext cx="814070" cy="481330"/>
                      </a:xfrm>
                      <a:prstGeom prst="rect">
                        <a:avLst/>
                      </a:prstGeom>
                      <a:noFill/>
                      <a:ln w="38100">
                        <a:noFill/>
                        <a:miter/>
                      </a:ln>
                    </p:spPr>
                  </p:pic>
                </p:oleObj>
              </mc:Fallback>
            </mc:AlternateContent>
          </a:graphicData>
        </a:graphic>
      </p:graphicFrame>
      <p:graphicFrame>
        <p:nvGraphicFramePr>
          <p:cNvPr id="16" name="Object 187"/>
          <p:cNvGraphicFramePr>
            <a:graphicFrameLocks noChangeAspect="1"/>
          </p:cNvGraphicFramePr>
          <p:nvPr/>
        </p:nvGraphicFramePr>
        <p:xfrm>
          <a:off x="2843689" y="4492308"/>
          <a:ext cx="830580" cy="723900"/>
        </p:xfrm>
        <a:graphic>
          <a:graphicData uri="http://schemas.openxmlformats.org/presentationml/2006/ole">
            <mc:AlternateContent xmlns:mc="http://schemas.openxmlformats.org/markup-compatibility/2006">
              <mc:Choice xmlns:v="urn:schemas-microsoft-com:vml" Requires="v">
                <p:oleObj spid="_x0000_s17" name="" r:id="rId16" imgW="304800" imgH="241300" progId="Equation.3">
                  <p:embed/>
                </p:oleObj>
              </mc:Choice>
              <mc:Fallback>
                <p:oleObj name="" r:id="rId16" imgW="304800" imgH="241300" progId="Equation.3">
                  <p:embed/>
                  <p:pic>
                    <p:nvPicPr>
                      <p:cNvPr id="0" name="图片 3100"/>
                      <p:cNvPicPr/>
                      <p:nvPr/>
                    </p:nvPicPr>
                    <p:blipFill>
                      <a:blip r:embed="rId17"/>
                      <a:stretch>
                        <a:fillRect/>
                      </a:stretch>
                    </p:blipFill>
                    <p:spPr>
                      <a:xfrm>
                        <a:off x="2843689" y="4492308"/>
                        <a:ext cx="830580" cy="723900"/>
                      </a:xfrm>
                      <a:prstGeom prst="rect">
                        <a:avLst/>
                      </a:prstGeom>
                      <a:noFill/>
                      <a:ln w="38100">
                        <a:noFill/>
                        <a:miter/>
                      </a:ln>
                    </p:spPr>
                  </p:pic>
                </p:oleObj>
              </mc:Fallback>
            </mc:AlternateContent>
          </a:graphicData>
        </a:graphic>
      </p:graphicFrame>
      <p:graphicFrame>
        <p:nvGraphicFramePr>
          <p:cNvPr id="18" name="Object 196"/>
          <p:cNvGraphicFramePr>
            <a:graphicFrameLocks noChangeAspect="1"/>
          </p:cNvGraphicFramePr>
          <p:nvPr/>
        </p:nvGraphicFramePr>
        <p:xfrm>
          <a:off x="3569970" y="4743768"/>
          <a:ext cx="315913" cy="279400"/>
        </p:xfrm>
        <a:graphic>
          <a:graphicData uri="http://schemas.openxmlformats.org/presentationml/2006/ole">
            <mc:AlternateContent xmlns:mc="http://schemas.openxmlformats.org/markup-compatibility/2006">
              <mc:Choice xmlns:v="urn:schemas-microsoft-com:vml" Requires="v">
                <p:oleObj spid="_x0000_s19" name="" r:id="rId18" imgW="139700" imgH="101600" progId="Equation.3">
                  <p:embed/>
                </p:oleObj>
              </mc:Choice>
              <mc:Fallback>
                <p:oleObj name="" r:id="rId18" imgW="139700" imgH="101600" progId="Equation.3">
                  <p:embed/>
                  <p:pic>
                    <p:nvPicPr>
                      <p:cNvPr id="0" name="图片 3099"/>
                      <p:cNvPicPr/>
                      <p:nvPr/>
                    </p:nvPicPr>
                    <p:blipFill>
                      <a:blip r:embed="rId5"/>
                      <a:stretch>
                        <a:fillRect/>
                      </a:stretch>
                    </p:blipFill>
                    <p:spPr>
                      <a:xfrm>
                        <a:off x="3569970" y="4743768"/>
                        <a:ext cx="315913" cy="279400"/>
                      </a:xfrm>
                      <a:prstGeom prst="rect">
                        <a:avLst/>
                      </a:prstGeom>
                      <a:noFill/>
                      <a:ln w="38100">
                        <a:noFill/>
                        <a:miter/>
                      </a:ln>
                    </p:spPr>
                  </p:pic>
                </p:oleObj>
              </mc:Fallback>
            </mc:AlternateContent>
          </a:graphicData>
        </a:graphic>
      </p:graphicFrame>
      <p:graphicFrame>
        <p:nvGraphicFramePr>
          <p:cNvPr id="20" name="Object 197"/>
          <p:cNvGraphicFramePr>
            <a:graphicFrameLocks noChangeAspect="1"/>
          </p:cNvGraphicFramePr>
          <p:nvPr/>
        </p:nvGraphicFramePr>
        <p:xfrm>
          <a:off x="4194652" y="4555649"/>
          <a:ext cx="360680" cy="361315"/>
        </p:xfrm>
        <a:graphic>
          <a:graphicData uri="http://schemas.openxmlformats.org/presentationml/2006/ole">
            <mc:AlternateContent xmlns:mc="http://schemas.openxmlformats.org/markup-compatibility/2006">
              <mc:Choice xmlns:v="urn:schemas-microsoft-com:vml" Requires="v">
                <p:oleObj spid="_x0000_s21" name="" r:id="rId19" imgW="139700" imgH="139700" progId="Equation.3">
                  <p:embed/>
                </p:oleObj>
              </mc:Choice>
              <mc:Fallback>
                <p:oleObj name="" r:id="rId19" imgW="139700" imgH="139700" progId="Equation.3">
                  <p:embed/>
                  <p:pic>
                    <p:nvPicPr>
                      <p:cNvPr id="0" name="图片 3089"/>
                      <p:cNvPicPr/>
                      <p:nvPr/>
                    </p:nvPicPr>
                    <p:blipFill>
                      <a:blip r:embed="rId20"/>
                      <a:stretch>
                        <a:fillRect/>
                      </a:stretch>
                    </p:blipFill>
                    <p:spPr>
                      <a:xfrm>
                        <a:off x="4194652" y="4555649"/>
                        <a:ext cx="360680" cy="361315"/>
                      </a:xfrm>
                      <a:prstGeom prst="rect">
                        <a:avLst/>
                      </a:prstGeom>
                      <a:solidFill>
                        <a:srgbClr val="FFFF00"/>
                      </a:solidFill>
                      <a:ln w="38100">
                        <a:noFill/>
                        <a:miter/>
                      </a:ln>
                    </p:spPr>
                  </p:pic>
                </p:oleObj>
              </mc:Fallback>
            </mc:AlternateContent>
          </a:graphicData>
        </a:graphic>
      </p:graphicFrame>
      <p:sp>
        <p:nvSpPr>
          <p:cNvPr id="22" name="Line 198"/>
          <p:cNvSpPr/>
          <p:nvPr/>
        </p:nvSpPr>
        <p:spPr>
          <a:xfrm>
            <a:off x="3927475" y="4899978"/>
            <a:ext cx="1008063" cy="0"/>
          </a:xfrm>
          <a:prstGeom prst="line">
            <a:avLst/>
          </a:prstGeom>
          <a:ln w="22225" cap="rnd" cmpd="sng">
            <a:solidFill>
              <a:srgbClr val="000000"/>
            </a:solidFill>
            <a:prstDash val="solid"/>
            <a:round/>
            <a:headEnd type="none" w="med" len="med"/>
            <a:tailEnd type="none" w="med" len="med"/>
          </a:ln>
        </p:spPr>
      </p:sp>
      <p:graphicFrame>
        <p:nvGraphicFramePr>
          <p:cNvPr id="29" name="Object 200"/>
          <p:cNvGraphicFramePr>
            <a:graphicFrameLocks noChangeAspect="1"/>
          </p:cNvGraphicFramePr>
          <p:nvPr/>
        </p:nvGraphicFramePr>
        <p:xfrm>
          <a:off x="5007293" y="4563428"/>
          <a:ext cx="484187" cy="623887"/>
        </p:xfrm>
        <a:graphic>
          <a:graphicData uri="http://schemas.openxmlformats.org/presentationml/2006/ole">
            <mc:AlternateContent xmlns:mc="http://schemas.openxmlformats.org/markup-compatibility/2006">
              <mc:Choice xmlns:v="urn:schemas-microsoft-com:vml" Requires="v">
                <p:oleObj spid="_x0000_s30" name="" r:id="rId21" imgW="177800" imgH="228600" progId="Equation.3">
                  <p:embed/>
                </p:oleObj>
              </mc:Choice>
              <mc:Fallback>
                <p:oleObj name="" r:id="rId21" imgW="177800" imgH="228600" progId="Equation.3">
                  <p:embed/>
                  <p:pic>
                    <p:nvPicPr>
                      <p:cNvPr id="0" name="图片 3087"/>
                      <p:cNvPicPr/>
                      <p:nvPr/>
                    </p:nvPicPr>
                    <p:blipFill>
                      <a:blip r:embed="rId7"/>
                      <a:stretch>
                        <a:fillRect/>
                      </a:stretch>
                    </p:blipFill>
                    <p:spPr>
                      <a:xfrm>
                        <a:off x="5007293" y="4563428"/>
                        <a:ext cx="484187" cy="623887"/>
                      </a:xfrm>
                      <a:prstGeom prst="rect">
                        <a:avLst/>
                      </a:prstGeom>
                      <a:noFill/>
                      <a:ln w="38100">
                        <a:noFill/>
                        <a:miter/>
                      </a:ln>
                    </p:spPr>
                  </p:pic>
                </p:oleObj>
              </mc:Fallback>
            </mc:AlternateContent>
          </a:graphicData>
        </a:graphic>
      </p:graphicFrame>
      <p:graphicFrame>
        <p:nvGraphicFramePr>
          <p:cNvPr id="31" name="Object 197"/>
          <p:cNvGraphicFramePr>
            <a:graphicFrameLocks noChangeAspect="1"/>
          </p:cNvGraphicFramePr>
          <p:nvPr/>
        </p:nvGraphicFramePr>
        <p:xfrm>
          <a:off x="3913029" y="4414362"/>
          <a:ext cx="1081405" cy="557530"/>
        </p:xfrm>
        <a:graphic>
          <a:graphicData uri="http://schemas.openxmlformats.org/presentationml/2006/ole">
            <mc:AlternateContent xmlns:mc="http://schemas.openxmlformats.org/markup-compatibility/2006">
              <mc:Choice xmlns:v="urn:schemas-microsoft-com:vml" Requires="v">
                <p:oleObj spid="_x0000_s32" name="" r:id="rId22" imgW="419100" imgH="215900" progId="Equation.3">
                  <p:embed/>
                </p:oleObj>
              </mc:Choice>
              <mc:Fallback>
                <p:oleObj name="" r:id="rId22" imgW="419100" imgH="215900" progId="Equation.3">
                  <p:embed/>
                  <p:pic>
                    <p:nvPicPr>
                      <p:cNvPr id="0" name="图片 3089"/>
                      <p:cNvPicPr/>
                      <p:nvPr/>
                    </p:nvPicPr>
                    <p:blipFill>
                      <a:blip r:embed="rId9"/>
                      <a:stretch>
                        <a:fillRect/>
                      </a:stretch>
                    </p:blipFill>
                    <p:spPr>
                      <a:xfrm>
                        <a:off x="3913029" y="4414362"/>
                        <a:ext cx="1081405" cy="557530"/>
                      </a:xfrm>
                      <a:prstGeom prst="rect">
                        <a:avLst/>
                      </a:prstGeom>
                      <a:noFill/>
                      <a:ln w="38100">
                        <a:noFill/>
                        <a:miter/>
                      </a:ln>
                    </p:spPr>
                  </p:pic>
                </p:oleObj>
              </mc:Fallback>
            </mc:AlternateContent>
          </a:graphicData>
        </a:graphic>
      </p:graphicFrame>
      <p:graphicFrame>
        <p:nvGraphicFramePr>
          <p:cNvPr id="33" name="Object 199"/>
          <p:cNvGraphicFramePr>
            <a:graphicFrameLocks noChangeAspect="1"/>
          </p:cNvGraphicFramePr>
          <p:nvPr/>
        </p:nvGraphicFramePr>
        <p:xfrm>
          <a:off x="3919538" y="4778693"/>
          <a:ext cx="1087755" cy="590550"/>
        </p:xfrm>
        <a:graphic>
          <a:graphicData uri="http://schemas.openxmlformats.org/presentationml/2006/ole">
            <mc:AlternateContent xmlns:mc="http://schemas.openxmlformats.org/markup-compatibility/2006">
              <mc:Choice xmlns:v="urn:schemas-microsoft-com:vml" Requires="v">
                <p:oleObj spid="_x0000_s34" name="" r:id="rId23" imgW="419100" imgH="228600" progId="Equation.3">
                  <p:embed/>
                </p:oleObj>
              </mc:Choice>
              <mc:Fallback>
                <p:oleObj name="" r:id="rId23" imgW="419100" imgH="228600" progId="Equation.3">
                  <p:embed/>
                  <p:pic>
                    <p:nvPicPr>
                      <p:cNvPr id="0" name="图片 3101"/>
                      <p:cNvPicPr/>
                      <p:nvPr/>
                    </p:nvPicPr>
                    <p:blipFill>
                      <a:blip r:embed="rId11"/>
                      <a:stretch>
                        <a:fillRect/>
                      </a:stretch>
                    </p:blipFill>
                    <p:spPr>
                      <a:xfrm>
                        <a:off x="3919538" y="4778693"/>
                        <a:ext cx="1087755" cy="590550"/>
                      </a:xfrm>
                      <a:prstGeom prst="rect">
                        <a:avLst/>
                      </a:prstGeom>
                      <a:noFill/>
                      <a:ln w="38100">
                        <a:noFill/>
                        <a:miter/>
                      </a:ln>
                    </p:spPr>
                  </p:pic>
                </p:oleObj>
              </mc:Fallback>
            </mc:AlternateContent>
          </a:graphicData>
        </a:graphic>
      </p:graphicFrame>
      <p:sp>
        <p:nvSpPr>
          <p:cNvPr id="35" name="圆角矩形 34"/>
          <p:cNvSpPr/>
          <p:nvPr/>
        </p:nvSpPr>
        <p:spPr>
          <a:xfrm>
            <a:off x="4555490" y="4933225"/>
            <a:ext cx="380365" cy="330200"/>
          </a:xfrm>
          <a:prstGeom prst="round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20000"/>
              </a:spcBef>
              <a:spcAft>
                <a:spcPct val="0"/>
              </a:spcAft>
              <a:buClr>
                <a:schemeClr val="accent2"/>
              </a:buClr>
              <a:buSzTx/>
              <a:buFont typeface="Monotype Sorts" pitchFamily="2" charset="2"/>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38" name="Object 199"/>
          <p:cNvGraphicFramePr>
            <a:graphicFrameLocks noChangeAspect="1"/>
          </p:cNvGraphicFramePr>
          <p:nvPr/>
        </p:nvGraphicFramePr>
        <p:xfrm>
          <a:off x="4544060" y="4555225"/>
          <a:ext cx="347345" cy="332740"/>
        </p:xfrm>
        <a:graphic>
          <a:graphicData uri="http://schemas.openxmlformats.org/presentationml/2006/ole">
            <mc:AlternateContent xmlns:mc="http://schemas.openxmlformats.org/markup-compatibility/2006">
              <mc:Choice xmlns:v="urn:schemas-microsoft-com:vml" Requires="v">
                <p:oleObj spid="_x0000_s39" name="" r:id="rId24" imgW="127000" imgH="139700" progId="Equation.3">
                  <p:embed/>
                </p:oleObj>
              </mc:Choice>
              <mc:Fallback>
                <p:oleObj name="" r:id="rId24" imgW="127000" imgH="139700" progId="Equation.3">
                  <p:embed/>
                  <p:pic>
                    <p:nvPicPr>
                      <p:cNvPr id="0" name="图片 3101"/>
                      <p:cNvPicPr/>
                      <p:nvPr/>
                    </p:nvPicPr>
                    <p:blipFill>
                      <a:blip r:embed="rId25"/>
                      <a:stretch>
                        <a:fillRect/>
                      </a:stretch>
                    </p:blipFill>
                    <p:spPr>
                      <a:xfrm>
                        <a:off x="4544060" y="4555225"/>
                        <a:ext cx="347345" cy="332740"/>
                      </a:xfrm>
                      <a:prstGeom prst="rect">
                        <a:avLst/>
                      </a:prstGeom>
                      <a:solidFill>
                        <a:srgbClr val="FFFF00"/>
                      </a:solidFill>
                      <a:ln w="38100">
                        <a:noFill/>
                        <a:miter/>
                      </a:ln>
                    </p:spPr>
                  </p:pic>
                </p:oleObj>
              </mc:Fallback>
            </mc:AlternateContent>
          </a:graphicData>
        </a:graphic>
      </p:graphicFrame>
      <p:graphicFrame>
        <p:nvGraphicFramePr>
          <p:cNvPr id="40" name="Object 199"/>
          <p:cNvGraphicFramePr>
            <a:graphicFrameLocks noChangeAspect="1"/>
          </p:cNvGraphicFramePr>
          <p:nvPr/>
        </p:nvGraphicFramePr>
        <p:xfrm>
          <a:off x="1952625" y="5741670"/>
          <a:ext cx="767715" cy="448945"/>
        </p:xfrm>
        <a:graphic>
          <a:graphicData uri="http://schemas.openxmlformats.org/presentationml/2006/ole">
            <mc:AlternateContent xmlns:mc="http://schemas.openxmlformats.org/markup-compatibility/2006">
              <mc:Choice xmlns:v="urn:schemas-microsoft-com:vml" Requires="v">
                <p:oleObj spid="_x0000_s41" name="" r:id="rId26" imgW="431800" imgH="215900" progId="Equation.3">
                  <p:embed/>
                </p:oleObj>
              </mc:Choice>
              <mc:Fallback>
                <p:oleObj name="" r:id="rId26" imgW="431800" imgH="215900" progId="Equation.3">
                  <p:embed/>
                  <p:pic>
                    <p:nvPicPr>
                      <p:cNvPr id="0" name="图片 3101"/>
                      <p:cNvPicPr/>
                      <p:nvPr/>
                    </p:nvPicPr>
                    <p:blipFill>
                      <a:blip r:embed="rId27"/>
                      <a:stretch>
                        <a:fillRect/>
                      </a:stretch>
                    </p:blipFill>
                    <p:spPr>
                      <a:xfrm>
                        <a:off x="1952625" y="5741670"/>
                        <a:ext cx="767715" cy="448945"/>
                      </a:xfrm>
                      <a:prstGeom prst="rect">
                        <a:avLst/>
                      </a:prstGeom>
                      <a:noFill/>
                      <a:ln w="38100">
                        <a:noFill/>
                        <a:miter/>
                      </a:ln>
                    </p:spPr>
                  </p:pic>
                </p:oleObj>
              </mc:Fallback>
            </mc:AlternateContent>
          </a:graphicData>
        </a:graphic>
      </p:graphicFrame>
      <p:graphicFrame>
        <p:nvGraphicFramePr>
          <p:cNvPr id="42" name="Object 199"/>
          <p:cNvGraphicFramePr>
            <a:graphicFrameLocks noChangeAspect="1"/>
          </p:cNvGraphicFramePr>
          <p:nvPr/>
        </p:nvGraphicFramePr>
        <p:xfrm>
          <a:off x="886778" y="5725160"/>
          <a:ext cx="838835" cy="481330"/>
        </p:xfrm>
        <a:graphic>
          <a:graphicData uri="http://schemas.openxmlformats.org/presentationml/2006/ole">
            <mc:AlternateContent xmlns:mc="http://schemas.openxmlformats.org/markup-compatibility/2006">
              <mc:Choice xmlns:v="urn:schemas-microsoft-com:vml" Requires="v">
                <p:oleObj spid="_x0000_s43" name="" r:id="rId28" imgW="431800" imgH="228600" progId="Equation.3">
                  <p:embed/>
                </p:oleObj>
              </mc:Choice>
              <mc:Fallback>
                <p:oleObj name="" r:id="rId28" imgW="431800" imgH="228600" progId="Equation.3">
                  <p:embed/>
                  <p:pic>
                    <p:nvPicPr>
                      <p:cNvPr id="0" name="图片 3101"/>
                      <p:cNvPicPr/>
                      <p:nvPr/>
                    </p:nvPicPr>
                    <p:blipFill>
                      <a:blip r:embed="rId29"/>
                      <a:stretch>
                        <a:fillRect/>
                      </a:stretch>
                    </p:blipFill>
                    <p:spPr>
                      <a:xfrm>
                        <a:off x="886778" y="5725160"/>
                        <a:ext cx="838835" cy="481330"/>
                      </a:xfrm>
                      <a:prstGeom prst="rect">
                        <a:avLst/>
                      </a:prstGeom>
                      <a:noFill/>
                      <a:ln w="38100">
                        <a:noFill/>
                        <a:miter/>
                      </a:ln>
                    </p:spPr>
                  </p:pic>
                </p:oleObj>
              </mc:Fallback>
            </mc:AlternateContent>
          </a:graphicData>
        </a:graphic>
      </p:graphicFrame>
      <p:graphicFrame>
        <p:nvGraphicFramePr>
          <p:cNvPr id="44" name="Object 187"/>
          <p:cNvGraphicFramePr>
            <a:graphicFrameLocks noChangeAspect="1"/>
          </p:cNvGraphicFramePr>
          <p:nvPr/>
        </p:nvGraphicFramePr>
        <p:xfrm>
          <a:off x="4500404" y="5603558"/>
          <a:ext cx="830580" cy="723900"/>
        </p:xfrm>
        <a:graphic>
          <a:graphicData uri="http://schemas.openxmlformats.org/presentationml/2006/ole">
            <mc:AlternateContent xmlns:mc="http://schemas.openxmlformats.org/markup-compatibility/2006">
              <mc:Choice xmlns:v="urn:schemas-microsoft-com:vml" Requires="v">
                <p:oleObj spid="_x0000_s45" name="" r:id="rId30" imgW="304800" imgH="241300" progId="Equation.3">
                  <p:embed/>
                </p:oleObj>
              </mc:Choice>
              <mc:Fallback>
                <p:oleObj name="" r:id="rId30" imgW="304800" imgH="241300" progId="Equation.3">
                  <p:embed/>
                  <p:pic>
                    <p:nvPicPr>
                      <p:cNvPr id="0" name="图片 3100"/>
                      <p:cNvPicPr/>
                      <p:nvPr/>
                    </p:nvPicPr>
                    <p:blipFill>
                      <a:blip r:embed="rId17"/>
                      <a:stretch>
                        <a:fillRect/>
                      </a:stretch>
                    </p:blipFill>
                    <p:spPr>
                      <a:xfrm>
                        <a:off x="4500404" y="5603558"/>
                        <a:ext cx="830580" cy="723900"/>
                      </a:xfrm>
                      <a:prstGeom prst="rect">
                        <a:avLst/>
                      </a:prstGeom>
                      <a:noFill/>
                      <a:ln w="38100">
                        <a:noFill/>
                        <a:miter/>
                      </a:ln>
                    </p:spPr>
                  </p:pic>
                </p:oleObj>
              </mc:Fallback>
            </mc:AlternateContent>
          </a:graphicData>
        </a:graphic>
      </p:graphicFrame>
      <p:graphicFrame>
        <p:nvGraphicFramePr>
          <p:cNvPr id="46" name="Object 196"/>
          <p:cNvGraphicFramePr>
            <a:graphicFrameLocks noChangeAspect="1"/>
          </p:cNvGraphicFramePr>
          <p:nvPr/>
        </p:nvGraphicFramePr>
        <p:xfrm>
          <a:off x="3239135" y="5843588"/>
          <a:ext cx="315913" cy="279400"/>
        </p:xfrm>
        <a:graphic>
          <a:graphicData uri="http://schemas.openxmlformats.org/presentationml/2006/ole">
            <mc:AlternateContent xmlns:mc="http://schemas.openxmlformats.org/markup-compatibility/2006">
              <mc:Choice xmlns:v="urn:schemas-microsoft-com:vml" Requires="v">
                <p:oleObj spid="_x0000_s47" name="" r:id="rId31" imgW="139700" imgH="101600" progId="Equation.3">
                  <p:embed/>
                </p:oleObj>
              </mc:Choice>
              <mc:Fallback>
                <p:oleObj name="" r:id="rId31" imgW="139700" imgH="101600" progId="Equation.3">
                  <p:embed/>
                  <p:pic>
                    <p:nvPicPr>
                      <p:cNvPr id="0" name="图片 3099"/>
                      <p:cNvPicPr/>
                      <p:nvPr/>
                    </p:nvPicPr>
                    <p:blipFill>
                      <a:blip r:embed="rId5"/>
                      <a:stretch>
                        <a:fillRect/>
                      </a:stretch>
                    </p:blipFill>
                    <p:spPr>
                      <a:xfrm>
                        <a:off x="3239135" y="5843588"/>
                        <a:ext cx="315913" cy="279400"/>
                      </a:xfrm>
                      <a:prstGeom prst="rect">
                        <a:avLst/>
                      </a:prstGeom>
                      <a:noFill/>
                      <a:ln w="38100">
                        <a:noFill/>
                        <a:miter/>
                      </a:ln>
                    </p:spPr>
                  </p:pic>
                </p:oleObj>
              </mc:Fallback>
            </mc:AlternateContent>
          </a:graphicData>
        </a:graphic>
      </p:graphicFrame>
      <p:sp>
        <p:nvSpPr>
          <p:cNvPr id="50" name="Line 198"/>
          <p:cNvSpPr/>
          <p:nvPr/>
        </p:nvSpPr>
        <p:spPr>
          <a:xfrm>
            <a:off x="3535680" y="5966143"/>
            <a:ext cx="1008063" cy="0"/>
          </a:xfrm>
          <a:prstGeom prst="line">
            <a:avLst/>
          </a:prstGeom>
          <a:ln w="22225" cap="rnd" cmpd="sng">
            <a:solidFill>
              <a:srgbClr val="000000"/>
            </a:solidFill>
            <a:prstDash val="solid"/>
            <a:round/>
            <a:headEnd type="none" w="med" len="med"/>
            <a:tailEnd type="none" w="med" len="med"/>
          </a:ln>
        </p:spPr>
      </p:sp>
      <p:graphicFrame>
        <p:nvGraphicFramePr>
          <p:cNvPr id="51" name="Object 200"/>
          <p:cNvGraphicFramePr>
            <a:graphicFrameLocks noChangeAspect="1"/>
          </p:cNvGraphicFramePr>
          <p:nvPr/>
        </p:nvGraphicFramePr>
        <p:xfrm>
          <a:off x="2794794" y="5684362"/>
          <a:ext cx="588645" cy="624840"/>
        </p:xfrm>
        <a:graphic>
          <a:graphicData uri="http://schemas.openxmlformats.org/presentationml/2006/ole">
            <mc:AlternateContent xmlns:mc="http://schemas.openxmlformats.org/markup-compatibility/2006">
              <mc:Choice xmlns:v="urn:schemas-microsoft-com:vml" Requires="v">
                <p:oleObj spid="_x0000_s52" name="" r:id="rId32" imgW="215900" imgH="228600" progId="Equation.3">
                  <p:embed/>
                </p:oleObj>
              </mc:Choice>
              <mc:Fallback>
                <p:oleObj name="" r:id="rId32" imgW="215900" imgH="228600" progId="Equation.3">
                  <p:embed/>
                  <p:pic>
                    <p:nvPicPr>
                      <p:cNvPr id="0" name="图片 3087"/>
                      <p:cNvPicPr/>
                      <p:nvPr/>
                    </p:nvPicPr>
                    <p:blipFill>
                      <a:blip r:embed="rId33"/>
                      <a:stretch>
                        <a:fillRect/>
                      </a:stretch>
                    </p:blipFill>
                    <p:spPr>
                      <a:xfrm>
                        <a:off x="2794794" y="5684362"/>
                        <a:ext cx="588645" cy="624840"/>
                      </a:xfrm>
                      <a:prstGeom prst="rect">
                        <a:avLst/>
                      </a:prstGeom>
                      <a:noFill/>
                      <a:ln w="38100">
                        <a:noFill/>
                        <a:miter/>
                      </a:ln>
                    </p:spPr>
                  </p:pic>
                </p:oleObj>
              </mc:Fallback>
            </mc:AlternateContent>
          </a:graphicData>
        </a:graphic>
      </p:graphicFrame>
      <p:graphicFrame>
        <p:nvGraphicFramePr>
          <p:cNvPr id="53" name="Object 197"/>
          <p:cNvGraphicFramePr>
            <a:graphicFrameLocks noChangeAspect="1"/>
          </p:cNvGraphicFramePr>
          <p:nvPr/>
        </p:nvGraphicFramePr>
        <p:xfrm>
          <a:off x="3492659" y="5445602"/>
          <a:ext cx="1081405" cy="557530"/>
        </p:xfrm>
        <a:graphic>
          <a:graphicData uri="http://schemas.openxmlformats.org/presentationml/2006/ole">
            <mc:AlternateContent xmlns:mc="http://schemas.openxmlformats.org/markup-compatibility/2006">
              <mc:Choice xmlns:v="urn:schemas-microsoft-com:vml" Requires="v">
                <p:oleObj spid="_x0000_s54" name="" r:id="rId34" imgW="419100" imgH="215900" progId="Equation.3">
                  <p:embed/>
                </p:oleObj>
              </mc:Choice>
              <mc:Fallback>
                <p:oleObj name="" r:id="rId34" imgW="419100" imgH="215900" progId="Equation.3">
                  <p:embed/>
                  <p:pic>
                    <p:nvPicPr>
                      <p:cNvPr id="0" name="图片 3089"/>
                      <p:cNvPicPr/>
                      <p:nvPr/>
                    </p:nvPicPr>
                    <p:blipFill>
                      <a:blip r:embed="rId9"/>
                      <a:stretch>
                        <a:fillRect/>
                      </a:stretch>
                    </p:blipFill>
                    <p:spPr>
                      <a:xfrm>
                        <a:off x="3492659" y="5445602"/>
                        <a:ext cx="1081405" cy="557530"/>
                      </a:xfrm>
                      <a:prstGeom prst="rect">
                        <a:avLst/>
                      </a:prstGeom>
                      <a:noFill/>
                      <a:ln w="38100">
                        <a:noFill/>
                        <a:miter/>
                      </a:ln>
                    </p:spPr>
                  </p:pic>
                </p:oleObj>
              </mc:Fallback>
            </mc:AlternateContent>
          </a:graphicData>
        </a:graphic>
      </p:graphicFrame>
      <p:graphicFrame>
        <p:nvGraphicFramePr>
          <p:cNvPr id="55" name="Object 199"/>
          <p:cNvGraphicFramePr>
            <a:graphicFrameLocks noChangeAspect="1"/>
          </p:cNvGraphicFramePr>
          <p:nvPr/>
        </p:nvGraphicFramePr>
        <p:xfrm>
          <a:off x="3467418" y="5771833"/>
          <a:ext cx="1087755" cy="590550"/>
        </p:xfrm>
        <a:graphic>
          <a:graphicData uri="http://schemas.openxmlformats.org/presentationml/2006/ole">
            <mc:AlternateContent xmlns:mc="http://schemas.openxmlformats.org/markup-compatibility/2006">
              <mc:Choice xmlns:v="urn:schemas-microsoft-com:vml" Requires="v">
                <p:oleObj spid="_x0000_s56" name="" r:id="rId35" imgW="419100" imgH="228600" progId="Equation.3">
                  <p:embed/>
                </p:oleObj>
              </mc:Choice>
              <mc:Fallback>
                <p:oleObj name="" r:id="rId35" imgW="419100" imgH="228600" progId="Equation.3">
                  <p:embed/>
                  <p:pic>
                    <p:nvPicPr>
                      <p:cNvPr id="0" name="图片 3101"/>
                      <p:cNvPicPr/>
                      <p:nvPr/>
                    </p:nvPicPr>
                    <p:blipFill>
                      <a:blip r:embed="rId11"/>
                      <a:stretch>
                        <a:fillRect/>
                      </a:stretch>
                    </p:blipFill>
                    <p:spPr>
                      <a:xfrm>
                        <a:off x="3467418" y="5771833"/>
                        <a:ext cx="1087755" cy="590550"/>
                      </a:xfrm>
                      <a:prstGeom prst="rect">
                        <a:avLst/>
                      </a:prstGeom>
                      <a:noFill/>
                      <a:ln w="38100">
                        <a:noFill/>
                        <a:miter/>
                      </a:ln>
                    </p:spPr>
                  </p:pic>
                </p:oleObj>
              </mc:Fallback>
            </mc:AlternateContent>
          </a:graphicData>
        </a:graphic>
      </p:graphicFrame>
      <p:sp>
        <p:nvSpPr>
          <p:cNvPr id="57" name="圆角矩形 56"/>
          <p:cNvSpPr/>
          <p:nvPr/>
        </p:nvSpPr>
        <p:spPr>
          <a:xfrm>
            <a:off x="4130675" y="5636170"/>
            <a:ext cx="380365" cy="330200"/>
          </a:xfrm>
          <a:prstGeom prst="round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20000"/>
              </a:spcBef>
              <a:spcAft>
                <a:spcPct val="0"/>
              </a:spcAft>
              <a:buClr>
                <a:schemeClr val="accent2"/>
              </a:buClr>
              <a:buSzTx/>
              <a:buFont typeface="Monotype Sorts" pitchFamily="2" charset="2"/>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58" name="Object 199"/>
          <p:cNvGraphicFramePr>
            <a:graphicFrameLocks noChangeAspect="1"/>
          </p:cNvGraphicFramePr>
          <p:nvPr/>
        </p:nvGraphicFramePr>
        <p:xfrm>
          <a:off x="4091940" y="6020805"/>
          <a:ext cx="347345" cy="332740"/>
        </p:xfrm>
        <a:graphic>
          <a:graphicData uri="http://schemas.openxmlformats.org/presentationml/2006/ole">
            <mc:AlternateContent xmlns:mc="http://schemas.openxmlformats.org/markup-compatibility/2006">
              <mc:Choice xmlns:v="urn:schemas-microsoft-com:vml" Requires="v">
                <p:oleObj spid="_x0000_s59" name="" r:id="rId36" imgW="127000" imgH="139700" progId="Equation.3">
                  <p:embed/>
                </p:oleObj>
              </mc:Choice>
              <mc:Fallback>
                <p:oleObj name="" r:id="rId36" imgW="127000" imgH="139700" progId="Equation.3">
                  <p:embed/>
                  <p:pic>
                    <p:nvPicPr>
                      <p:cNvPr id="0" name="图片 3101"/>
                      <p:cNvPicPr/>
                      <p:nvPr/>
                    </p:nvPicPr>
                    <p:blipFill>
                      <a:blip r:embed="rId25"/>
                      <a:stretch>
                        <a:fillRect/>
                      </a:stretch>
                    </p:blipFill>
                    <p:spPr>
                      <a:xfrm>
                        <a:off x="4091940" y="6020805"/>
                        <a:ext cx="347345" cy="332740"/>
                      </a:xfrm>
                      <a:prstGeom prst="rect">
                        <a:avLst/>
                      </a:prstGeom>
                      <a:solidFill>
                        <a:srgbClr val="FFFF00"/>
                      </a:solidFill>
                      <a:ln w="38100">
                        <a:noFill/>
                        <a:miter/>
                      </a:ln>
                    </p:spPr>
                  </p:pic>
                </p:oleObj>
              </mc:Fallback>
            </mc:AlternateContent>
          </a:graphicData>
        </a:graphic>
      </p:graphicFrame>
      <p:graphicFrame>
        <p:nvGraphicFramePr>
          <p:cNvPr id="60" name="Object 199"/>
          <p:cNvGraphicFramePr>
            <a:graphicFrameLocks noChangeAspect="1"/>
          </p:cNvGraphicFramePr>
          <p:nvPr/>
        </p:nvGraphicFramePr>
        <p:xfrm>
          <a:off x="3761740" y="6040438"/>
          <a:ext cx="330200" cy="196850"/>
        </p:xfrm>
        <a:graphic>
          <a:graphicData uri="http://schemas.openxmlformats.org/presentationml/2006/ole">
            <mc:AlternateContent xmlns:mc="http://schemas.openxmlformats.org/markup-compatibility/2006">
              <mc:Choice xmlns:v="urn:schemas-microsoft-com:vml" Requires="v">
                <p:oleObj spid="_x0000_s61" name="" r:id="rId37" imgW="127000" imgH="76200" progId="Equation.3">
                  <p:embed/>
                </p:oleObj>
              </mc:Choice>
              <mc:Fallback>
                <p:oleObj name="" r:id="rId37" imgW="127000" imgH="76200" progId="Equation.3">
                  <p:embed/>
                  <p:pic>
                    <p:nvPicPr>
                      <p:cNvPr id="0" name="图片 3101"/>
                      <p:cNvPicPr/>
                      <p:nvPr/>
                    </p:nvPicPr>
                    <p:blipFill>
                      <a:blip r:embed="rId38"/>
                      <a:stretch>
                        <a:fillRect/>
                      </a:stretch>
                    </p:blipFill>
                    <p:spPr>
                      <a:xfrm>
                        <a:off x="3761740" y="6040438"/>
                        <a:ext cx="330200" cy="196850"/>
                      </a:xfrm>
                      <a:prstGeom prst="rect">
                        <a:avLst/>
                      </a:prstGeom>
                      <a:solidFill>
                        <a:srgbClr val="FFFF00"/>
                      </a:solidFill>
                      <a:ln w="38100">
                        <a:noFill/>
                        <a:miter/>
                      </a:ln>
                    </p:spPr>
                  </p:pic>
                </p:oleObj>
              </mc:Fallback>
            </mc:AlternateContent>
          </a:graphicData>
        </a:graphic>
      </p:graphicFrame>
      <p:graphicFrame>
        <p:nvGraphicFramePr>
          <p:cNvPr id="62" name="Object 199"/>
          <p:cNvGraphicFramePr>
            <a:graphicFrameLocks noChangeAspect="1"/>
          </p:cNvGraphicFramePr>
          <p:nvPr/>
        </p:nvGraphicFramePr>
        <p:xfrm>
          <a:off x="5302885" y="5550535"/>
          <a:ext cx="1519555" cy="789305"/>
        </p:xfrm>
        <a:graphic>
          <a:graphicData uri="http://schemas.openxmlformats.org/presentationml/2006/ole">
            <mc:AlternateContent xmlns:mc="http://schemas.openxmlformats.org/markup-compatibility/2006">
              <mc:Choice xmlns:v="urn:schemas-microsoft-com:vml" Requires="v">
                <p:oleObj spid="_x0000_s63" name="" r:id="rId39" imgW="965200" imgH="393700" progId="Equation.3">
                  <p:embed/>
                </p:oleObj>
              </mc:Choice>
              <mc:Fallback>
                <p:oleObj name="" r:id="rId39" imgW="965200" imgH="393700" progId="Equation.3">
                  <p:embed/>
                  <p:pic>
                    <p:nvPicPr>
                      <p:cNvPr id="0" name="图片 3101"/>
                      <p:cNvPicPr/>
                      <p:nvPr/>
                    </p:nvPicPr>
                    <p:blipFill>
                      <a:blip r:embed="rId40"/>
                      <a:stretch>
                        <a:fillRect/>
                      </a:stretch>
                    </p:blipFill>
                    <p:spPr>
                      <a:xfrm>
                        <a:off x="5302885" y="5550535"/>
                        <a:ext cx="1519555" cy="789305"/>
                      </a:xfrm>
                      <a:prstGeom prst="rect">
                        <a:avLst/>
                      </a:prstGeom>
                      <a:noFill/>
                      <a:ln w="38100">
                        <a:noFill/>
                        <a:miter/>
                      </a:ln>
                    </p:spPr>
                  </p:pic>
                </p:oleObj>
              </mc:Fallback>
            </mc:AlternateContent>
          </a:graphicData>
        </a:graphic>
      </p:graphicFrame>
      <p:graphicFrame>
        <p:nvGraphicFramePr>
          <p:cNvPr id="64" name="Object 199"/>
          <p:cNvGraphicFramePr>
            <a:graphicFrameLocks noChangeAspect="1"/>
          </p:cNvGraphicFramePr>
          <p:nvPr/>
        </p:nvGraphicFramePr>
        <p:xfrm>
          <a:off x="6828790" y="5579745"/>
          <a:ext cx="979805" cy="789305"/>
        </p:xfrm>
        <a:graphic>
          <a:graphicData uri="http://schemas.openxmlformats.org/presentationml/2006/ole">
            <mc:AlternateContent xmlns:mc="http://schemas.openxmlformats.org/markup-compatibility/2006">
              <mc:Choice xmlns:v="urn:schemas-microsoft-com:vml" Requires="v">
                <p:oleObj spid="_x0000_s65" name="" r:id="rId41" imgW="622300" imgH="393700" progId="Equation.3">
                  <p:embed/>
                </p:oleObj>
              </mc:Choice>
              <mc:Fallback>
                <p:oleObj name="" r:id="rId41" imgW="622300" imgH="393700" progId="Equation.3">
                  <p:embed/>
                  <p:pic>
                    <p:nvPicPr>
                      <p:cNvPr id="0" name="图片 3101"/>
                      <p:cNvPicPr/>
                      <p:nvPr/>
                    </p:nvPicPr>
                    <p:blipFill>
                      <a:blip r:embed="rId42"/>
                      <a:stretch>
                        <a:fillRect/>
                      </a:stretch>
                    </p:blipFill>
                    <p:spPr>
                      <a:xfrm>
                        <a:off x="6828790" y="5579745"/>
                        <a:ext cx="979805" cy="789305"/>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3942">
                                            <p:txEl>
                                              <p:charRg st="0" end="14"/>
                                            </p:txEl>
                                          </p:spTgt>
                                        </p:tgtEl>
                                        <p:attrNameLst>
                                          <p:attrName>style.visibility</p:attrName>
                                        </p:attrNameLst>
                                      </p:cBhvr>
                                      <p:to>
                                        <p:strVal val="visible"/>
                                      </p:to>
                                    </p:set>
                                    <p:animEffect transition="in" filter="wipe(left)">
                                      <p:cBhvr>
                                        <p:cTn id="7" dur="500"/>
                                        <p:tgtEl>
                                          <p:spTgt spid="293942">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charRg st="0" end="14"/>
                                            </p:txEl>
                                          </p:spTgt>
                                        </p:tgtEl>
                                        <p:attrNameLst>
                                          <p:attrName>style.visibility</p:attrName>
                                        </p:attrNameLst>
                                      </p:cBhvr>
                                      <p:to>
                                        <p:strVal val="visible"/>
                                      </p:to>
                                    </p:set>
                                    <p:animEffect transition="in" filter="wipe(left)">
                                      <p:cBhvr>
                                        <p:cTn id="12" dur="500"/>
                                        <p:tgtEl>
                                          <p:spTgt spid="2">
                                            <p:txEl>
                                              <p:charRg st="0" end="1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charRg st="0" end="14"/>
                                            </p:txEl>
                                          </p:spTgt>
                                        </p:tgtEl>
                                        <p:attrNameLst>
                                          <p:attrName>style.visibility</p:attrName>
                                        </p:attrNameLst>
                                      </p:cBhvr>
                                      <p:to>
                                        <p:strVal val="visible"/>
                                      </p:to>
                                    </p:set>
                                    <p:animEffect transition="in" filter="wipe(left)">
                                      <p:cBhvr>
                                        <p:cTn id="17" dur="500"/>
                                        <p:tgtEl>
                                          <p:spTgt spid="3">
                                            <p:txEl>
                                              <p:charRg st="0" end="1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charRg st="1" end="1"/>
                                            </p:txEl>
                                          </p:spTgt>
                                        </p:tgtEl>
                                        <p:attrNameLst>
                                          <p:attrName>style.visibility</p:attrName>
                                        </p:attrNameLst>
                                      </p:cBhvr>
                                      <p:to>
                                        <p:strVal val="visible"/>
                                      </p:to>
                                    </p:set>
                                    <p:animEffect transition="in" filter="wipe(left)">
                                      <p:cBhvr>
                                        <p:cTn id="22" dur="500"/>
                                        <p:tgtEl>
                                          <p:spTgt spid="3">
                                            <p:txEl>
                                              <p:char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charRg st="0" end="14"/>
                                            </p:txEl>
                                          </p:spTgt>
                                        </p:tgtEl>
                                        <p:attrNameLst>
                                          <p:attrName>style.visibility</p:attrName>
                                        </p:attrNameLst>
                                      </p:cBhvr>
                                      <p:to>
                                        <p:strVal val="visible"/>
                                      </p:to>
                                    </p:set>
                                    <p:animEffect transition="in" filter="wipe(left)">
                                      <p:cBhvr>
                                        <p:cTn id="27" dur="500"/>
                                        <p:tgtEl>
                                          <p:spTgt spid="4">
                                            <p:txEl>
                                              <p:charRg st="0" end="1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1002"/>
                                        </p:tgtEl>
                                        <p:attrNameLst>
                                          <p:attrName>style.visibility</p:attrName>
                                        </p:attrNameLst>
                                      </p:cBhvr>
                                      <p:to>
                                        <p:strVal val="visible"/>
                                      </p:to>
                                    </p:set>
                                    <p:animEffect transition="in" filter="wipe(left)">
                                      <p:cBhvr>
                                        <p:cTn id="32" dur="500"/>
                                        <p:tgtEl>
                                          <p:spTgt spid="29100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90901"/>
                                        </p:tgtEl>
                                        <p:attrNameLst>
                                          <p:attrName>style.visibility</p:attrName>
                                        </p:attrNameLst>
                                      </p:cBhvr>
                                      <p:to>
                                        <p:strVal val="visible"/>
                                      </p:to>
                                    </p:set>
                                    <p:animEffect transition="in" filter="wipe(left)">
                                      <p:cBhvr>
                                        <p:cTn id="35" dur="500"/>
                                        <p:tgtEl>
                                          <p:spTgt spid="290901"/>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291003"/>
                                        </p:tgtEl>
                                        <p:attrNameLst>
                                          <p:attrName>style.visibility</p:attrName>
                                        </p:attrNameLst>
                                      </p:cBhvr>
                                      <p:to>
                                        <p:strVal val="visible"/>
                                      </p:to>
                                    </p:set>
                                    <p:animEffect transition="in" filter="wipe(left)">
                                      <p:cBhvr>
                                        <p:cTn id="39" dur="500"/>
                                        <p:tgtEl>
                                          <p:spTgt spid="291003"/>
                                        </p:tgtEl>
                                      </p:cBhvr>
                                    </p:animEffect>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291012"/>
                                        </p:tgtEl>
                                        <p:attrNameLst>
                                          <p:attrName>style.visibility</p:attrName>
                                        </p:attrNameLst>
                                      </p:cBhvr>
                                      <p:to>
                                        <p:strVal val="visible"/>
                                      </p:to>
                                    </p:set>
                                    <p:animEffect transition="in" filter="wipe(left)">
                                      <p:cBhvr>
                                        <p:cTn id="43" dur="500"/>
                                        <p:tgtEl>
                                          <p:spTgt spid="291012"/>
                                        </p:tgtEl>
                                      </p:cBhvr>
                                    </p:animEffect>
                                  </p:childTnLst>
                                </p:cTn>
                              </p:par>
                            </p:childTnLst>
                          </p:cTn>
                        </p:par>
                        <p:par>
                          <p:cTn id="44" fill="hold">
                            <p:stCondLst>
                              <p:cond delay="1500"/>
                            </p:stCondLst>
                            <p:childTnLst>
                              <p:par>
                                <p:cTn id="45" presetID="22" presetClass="entr" presetSubtype="8" fill="hold" nodeType="afterEffect">
                                  <p:stCondLst>
                                    <p:cond delay="0"/>
                                  </p:stCondLst>
                                  <p:childTnLst>
                                    <p:set>
                                      <p:cBhvr>
                                        <p:cTn id="46" dur="1" fill="hold">
                                          <p:stCondLst>
                                            <p:cond delay="0"/>
                                          </p:stCondLst>
                                        </p:cTn>
                                        <p:tgtEl>
                                          <p:spTgt spid="291016"/>
                                        </p:tgtEl>
                                        <p:attrNameLst>
                                          <p:attrName>style.visibility</p:attrName>
                                        </p:attrNameLst>
                                      </p:cBhvr>
                                      <p:to>
                                        <p:strVal val="visible"/>
                                      </p:to>
                                    </p:set>
                                    <p:animEffect transition="in" filter="wipe(left)">
                                      <p:cBhvr>
                                        <p:cTn id="47" dur="500"/>
                                        <p:tgtEl>
                                          <p:spTgt spid="291016"/>
                                        </p:tgtEl>
                                      </p:cBhvr>
                                    </p:animEffect>
                                  </p:childTnLst>
                                </p:cTn>
                              </p:par>
                            </p:childTnLst>
                          </p:cTn>
                        </p:par>
                        <p:par>
                          <p:cTn id="48" fill="hold">
                            <p:stCondLst>
                              <p:cond delay="2000"/>
                            </p:stCondLst>
                            <p:childTnLst>
                              <p:par>
                                <p:cTn id="49" presetID="22" presetClass="entr" presetSubtype="8" fill="hold" nodeType="afterEffect">
                                  <p:stCondLst>
                                    <p:cond delay="0"/>
                                  </p:stCondLst>
                                  <p:childTnLst>
                                    <p:set>
                                      <p:cBhvr>
                                        <p:cTn id="50" dur="1" fill="hold">
                                          <p:stCondLst>
                                            <p:cond delay="0"/>
                                          </p:stCondLst>
                                        </p:cTn>
                                        <p:tgtEl>
                                          <p:spTgt spid="291014"/>
                                        </p:tgtEl>
                                        <p:attrNameLst>
                                          <p:attrName>style.visibility</p:attrName>
                                        </p:attrNameLst>
                                      </p:cBhvr>
                                      <p:to>
                                        <p:strVal val="visible"/>
                                      </p:to>
                                    </p:set>
                                    <p:animEffect transition="in" filter="wipe(left)">
                                      <p:cBhvr>
                                        <p:cTn id="51" dur="500"/>
                                        <p:tgtEl>
                                          <p:spTgt spid="291014"/>
                                        </p:tgtEl>
                                      </p:cBhvr>
                                    </p:animEffect>
                                  </p:childTnLst>
                                </p:cTn>
                              </p:par>
                            </p:childTnLst>
                          </p:cTn>
                        </p:par>
                        <p:par>
                          <p:cTn id="52" fill="hold">
                            <p:stCondLst>
                              <p:cond delay="2500"/>
                            </p:stCondLst>
                            <p:childTnLst>
                              <p:par>
                                <p:cTn id="53" presetID="22" presetClass="entr" presetSubtype="8" fill="hold"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wipe(left)">
                                      <p:cBhvr>
                                        <p:cTn id="55" dur="500"/>
                                        <p:tgtEl>
                                          <p:spTgt spid="24"/>
                                        </p:tgtEl>
                                      </p:cBhvr>
                                    </p:animEffect>
                                  </p:childTnLst>
                                </p:cTn>
                              </p:par>
                            </p:childTnLst>
                          </p:cTn>
                        </p:par>
                        <p:par>
                          <p:cTn id="56" fill="hold">
                            <p:stCondLst>
                              <p:cond delay="3000"/>
                            </p:stCondLst>
                            <p:childTnLst>
                              <p:par>
                                <p:cTn id="57" presetID="22" presetClass="entr" presetSubtype="8"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left)">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5">
                                            <p:txEl>
                                              <p:charRg st="0" end="14"/>
                                            </p:txEl>
                                          </p:spTgt>
                                        </p:tgtEl>
                                        <p:attrNameLst>
                                          <p:attrName>style.visibility</p:attrName>
                                        </p:attrNameLst>
                                      </p:cBhvr>
                                      <p:to>
                                        <p:strVal val="visible"/>
                                      </p:to>
                                    </p:set>
                                    <p:animEffect transition="in" filter="wipe(left)">
                                      <p:cBhvr>
                                        <p:cTn id="64" dur="500"/>
                                        <p:tgtEl>
                                          <p:spTgt spid="5">
                                            <p:txEl>
                                              <p:charRg st="0" end="1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6">
                                            <p:txEl>
                                              <p:charRg st="0" end="14"/>
                                            </p:txEl>
                                          </p:spTgt>
                                        </p:tgtEl>
                                        <p:attrNameLst>
                                          <p:attrName>style.visibility</p:attrName>
                                        </p:attrNameLst>
                                      </p:cBhvr>
                                      <p:to>
                                        <p:strVal val="visible"/>
                                      </p:to>
                                    </p:set>
                                    <p:animEffect transition="in" filter="wipe(left)">
                                      <p:cBhvr>
                                        <p:cTn id="69" dur="500"/>
                                        <p:tgtEl>
                                          <p:spTgt spid="6">
                                            <p:txEl>
                                              <p:charRg st="0" end="14"/>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wipe(left)">
                                      <p:cBhvr>
                                        <p:cTn id="74" dur="500"/>
                                        <p:tgtEl>
                                          <p:spTgt spid="14"/>
                                        </p:tgtEl>
                                      </p:cBhvr>
                                    </p:animEffect>
                                  </p:childTnLst>
                                </p:cTn>
                              </p:par>
                            </p:childTnLst>
                          </p:cTn>
                        </p:par>
                        <p:par>
                          <p:cTn id="75" fill="hold">
                            <p:stCondLst>
                              <p:cond delay="500"/>
                            </p:stCondLst>
                            <p:childTnLst>
                              <p:par>
                                <p:cTn id="76" presetID="22" presetClass="entr" presetSubtype="8" fill="hold" nodeType="afterEffect">
                                  <p:stCondLst>
                                    <p:cond delay="0"/>
                                  </p:stCondLst>
                                  <p:childTnLst>
                                    <p:set>
                                      <p:cBhvr>
                                        <p:cTn id="77" dur="1" fill="hold">
                                          <p:stCondLst>
                                            <p:cond delay="0"/>
                                          </p:stCondLst>
                                        </p:cTn>
                                        <p:tgtEl>
                                          <p:spTgt spid="10"/>
                                        </p:tgtEl>
                                        <p:attrNameLst>
                                          <p:attrName>style.visibility</p:attrName>
                                        </p:attrNameLst>
                                      </p:cBhvr>
                                      <p:to>
                                        <p:strVal val="visible"/>
                                      </p:to>
                                    </p:set>
                                    <p:animEffect transition="in" filter="wipe(left)">
                                      <p:cBhvr>
                                        <p:cTn id="78" dur="500"/>
                                        <p:tgtEl>
                                          <p:spTgt spid="1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wipe(left)">
                                      <p:cBhvr>
                                        <p:cTn id="83" dur="500"/>
                                        <p:tgtEl>
                                          <p:spTgt spid="16"/>
                                        </p:tgtEl>
                                      </p:cBhvr>
                                    </p:animEffect>
                                  </p:childTnLst>
                                </p:cTn>
                              </p:par>
                            </p:childTnLst>
                          </p:cTn>
                        </p:par>
                        <p:par>
                          <p:cTn id="84" fill="hold">
                            <p:stCondLst>
                              <p:cond delay="500"/>
                            </p:stCondLst>
                            <p:childTnLst>
                              <p:par>
                                <p:cTn id="85" presetID="22" presetClass="entr" presetSubtype="8" fill="hold"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wipe(left)">
                                      <p:cBhvr>
                                        <p:cTn id="87" dur="500"/>
                                        <p:tgtEl>
                                          <p:spTgt spid="29"/>
                                        </p:tgtEl>
                                      </p:cBhvr>
                                    </p:animEffect>
                                  </p:childTnLst>
                                </p:cTn>
                              </p:par>
                            </p:childTnLst>
                          </p:cTn>
                        </p:par>
                        <p:par>
                          <p:cTn id="88" fill="hold">
                            <p:stCondLst>
                              <p:cond delay="1000"/>
                            </p:stCondLst>
                            <p:childTnLst>
                              <p:par>
                                <p:cTn id="89" presetID="22" presetClass="entr" presetSubtype="8" fill="hold" nodeType="after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wipe(left)">
                                      <p:cBhvr>
                                        <p:cTn id="91" dur="500"/>
                                        <p:tgtEl>
                                          <p:spTgt spid="18"/>
                                        </p:tgtEl>
                                      </p:cBhvr>
                                    </p:animEffect>
                                  </p:childTnLst>
                                </p:cTn>
                              </p:par>
                            </p:childTnLst>
                          </p:cTn>
                        </p:par>
                        <p:par>
                          <p:cTn id="92" fill="hold">
                            <p:stCondLst>
                              <p:cond delay="1500"/>
                            </p:stCondLst>
                            <p:childTnLst>
                              <p:par>
                                <p:cTn id="93" presetID="22" presetClass="entr" presetSubtype="8" fill="hold" nodeType="after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wipe(left)">
                                      <p:cBhvr>
                                        <p:cTn id="95" dur="500"/>
                                        <p:tgtEl>
                                          <p:spTgt spid="22"/>
                                        </p:tgtEl>
                                      </p:cBhvr>
                                    </p:animEffect>
                                  </p:childTnLst>
                                </p:cTn>
                              </p:par>
                            </p:childTnLst>
                          </p:cTn>
                        </p:par>
                        <p:par>
                          <p:cTn id="96" fill="hold">
                            <p:stCondLst>
                              <p:cond delay="2000"/>
                            </p:stCondLst>
                            <p:childTnLst>
                              <p:par>
                                <p:cTn id="97" presetID="22" presetClass="entr" presetSubtype="8" fill="hold" nodeType="after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wipe(left)">
                                      <p:cBhvr>
                                        <p:cTn id="99" dur="500"/>
                                        <p:tgtEl>
                                          <p:spTgt spid="33"/>
                                        </p:tgtEl>
                                      </p:cBhvr>
                                    </p:animEffect>
                                  </p:childTnLst>
                                </p:cTn>
                              </p:par>
                            </p:childTnLst>
                          </p:cTn>
                        </p:par>
                        <p:par>
                          <p:cTn id="100" fill="hold">
                            <p:stCondLst>
                              <p:cond delay="2500"/>
                            </p:stCondLst>
                            <p:childTnLst>
                              <p:par>
                                <p:cTn id="101" presetID="22" presetClass="entr" presetSubtype="8" fill="hold" nodeType="afterEffect">
                                  <p:stCondLst>
                                    <p:cond delay="0"/>
                                  </p:stCondLst>
                                  <p:childTnLst>
                                    <p:set>
                                      <p:cBhvr>
                                        <p:cTn id="102" dur="1" fill="hold">
                                          <p:stCondLst>
                                            <p:cond delay="0"/>
                                          </p:stCondLst>
                                        </p:cTn>
                                        <p:tgtEl>
                                          <p:spTgt spid="31"/>
                                        </p:tgtEl>
                                        <p:attrNameLst>
                                          <p:attrName>style.visibility</p:attrName>
                                        </p:attrNameLst>
                                      </p:cBhvr>
                                      <p:to>
                                        <p:strVal val="visible"/>
                                      </p:to>
                                    </p:set>
                                    <p:animEffect transition="in" filter="wipe(left)">
                                      <p:cBhvr>
                                        <p:cTn id="103" dur="500"/>
                                        <p:tgtEl>
                                          <p:spTgt spid="31"/>
                                        </p:tgtEl>
                                      </p:cBhvr>
                                    </p:animEffect>
                                  </p:childTnLst>
                                </p:cTn>
                              </p:par>
                            </p:childTnLst>
                          </p:cTn>
                        </p:par>
                      </p:childTnLst>
                    </p:cTn>
                  </p:par>
                  <p:par>
                    <p:cTn id="104" fill="hold">
                      <p:stCondLst>
                        <p:cond delay="indefinite"/>
                      </p:stCondLst>
                      <p:childTnLst>
                        <p:par>
                          <p:cTn id="105" fill="hold">
                            <p:stCondLst>
                              <p:cond delay="0"/>
                            </p:stCondLst>
                            <p:childTnLst>
                              <p:par>
                                <p:cTn id="106" presetID="21" presetClass="entr" presetSubtype="1" fill="hold" grpId="0" nodeType="click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wheel(1)">
                                      <p:cBhvr>
                                        <p:cTn id="108" dur="2000"/>
                                        <p:tgtEl>
                                          <p:spTgt spid="35"/>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20"/>
                                        </p:tgtEl>
                                        <p:attrNameLst>
                                          <p:attrName>style.visibility</p:attrName>
                                        </p:attrNameLst>
                                      </p:cBhvr>
                                      <p:to>
                                        <p:strVal val="visible"/>
                                      </p:to>
                                    </p:set>
                                    <p:animEffect transition="in" filter="wipe(left)">
                                      <p:cBhvr>
                                        <p:cTn id="113" dur="500"/>
                                        <p:tgtEl>
                                          <p:spTgt spid="20"/>
                                        </p:tgtEl>
                                      </p:cBhvr>
                                    </p:animEffect>
                                  </p:childTnLst>
                                </p:cTn>
                              </p:par>
                            </p:childTnLst>
                          </p:cTn>
                        </p:par>
                        <p:par>
                          <p:cTn id="114" fill="hold">
                            <p:stCondLst>
                              <p:cond delay="500"/>
                            </p:stCondLst>
                            <p:childTnLst>
                              <p:par>
                                <p:cTn id="115" presetID="22" presetClass="entr" presetSubtype="8" fill="hold" nodeType="after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wipe(left)">
                                      <p:cBhvr>
                                        <p:cTn id="117" dur="500"/>
                                        <p:tgtEl>
                                          <p:spTgt spid="3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7"/>
                                        </p:tgtEl>
                                        <p:attrNameLst>
                                          <p:attrName>style.visibility</p:attrName>
                                        </p:attrNameLst>
                                      </p:cBhvr>
                                      <p:to>
                                        <p:strVal val="visible"/>
                                      </p:to>
                                    </p:set>
                                    <p:animEffect transition="in" filter="wipe(left)">
                                      <p:cBhvr>
                                        <p:cTn id="122" dur="500"/>
                                        <p:tgtEl>
                                          <p:spTgt spid="7"/>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wipe(left)">
                                      <p:cBhvr>
                                        <p:cTn id="127" dur="500"/>
                                        <p:tgtEl>
                                          <p:spTgt spid="42"/>
                                        </p:tgtEl>
                                      </p:cBhvr>
                                    </p:animEffect>
                                  </p:childTnLst>
                                </p:cTn>
                              </p:par>
                            </p:childTnLst>
                          </p:cTn>
                        </p:par>
                        <p:par>
                          <p:cTn id="128" fill="hold">
                            <p:stCondLst>
                              <p:cond delay="500"/>
                            </p:stCondLst>
                            <p:childTnLst>
                              <p:par>
                                <p:cTn id="129" presetID="22" presetClass="entr" presetSubtype="8" fill="hold" nodeType="afterEffect">
                                  <p:stCondLst>
                                    <p:cond delay="0"/>
                                  </p:stCondLst>
                                  <p:childTnLst>
                                    <p:set>
                                      <p:cBhvr>
                                        <p:cTn id="130" dur="1" fill="hold">
                                          <p:stCondLst>
                                            <p:cond delay="0"/>
                                          </p:stCondLst>
                                        </p:cTn>
                                        <p:tgtEl>
                                          <p:spTgt spid="40"/>
                                        </p:tgtEl>
                                        <p:attrNameLst>
                                          <p:attrName>style.visibility</p:attrName>
                                        </p:attrNameLst>
                                      </p:cBhvr>
                                      <p:to>
                                        <p:strVal val="visible"/>
                                      </p:to>
                                    </p:set>
                                    <p:animEffect transition="in" filter="wipe(left)">
                                      <p:cBhvr>
                                        <p:cTn id="131" dur="500"/>
                                        <p:tgtEl>
                                          <p:spTgt spid="4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wipe(left)">
                                      <p:cBhvr>
                                        <p:cTn id="136" dur="500"/>
                                        <p:tgtEl>
                                          <p:spTgt spid="51"/>
                                        </p:tgtEl>
                                      </p:cBhvr>
                                    </p:animEffect>
                                  </p:childTnLst>
                                </p:cTn>
                              </p:par>
                            </p:childTnLst>
                          </p:cTn>
                        </p:par>
                        <p:par>
                          <p:cTn id="137" fill="hold">
                            <p:stCondLst>
                              <p:cond delay="500"/>
                            </p:stCondLst>
                            <p:childTnLst>
                              <p:par>
                                <p:cTn id="138" presetID="22" presetClass="entr" presetSubtype="8" fill="hold" nodeType="afterEffect">
                                  <p:stCondLst>
                                    <p:cond delay="0"/>
                                  </p:stCondLst>
                                  <p:childTnLst>
                                    <p:set>
                                      <p:cBhvr>
                                        <p:cTn id="139" dur="1" fill="hold">
                                          <p:stCondLst>
                                            <p:cond delay="0"/>
                                          </p:stCondLst>
                                        </p:cTn>
                                        <p:tgtEl>
                                          <p:spTgt spid="46"/>
                                        </p:tgtEl>
                                        <p:attrNameLst>
                                          <p:attrName>style.visibility</p:attrName>
                                        </p:attrNameLst>
                                      </p:cBhvr>
                                      <p:to>
                                        <p:strVal val="visible"/>
                                      </p:to>
                                    </p:set>
                                    <p:animEffect transition="in" filter="wipe(left)">
                                      <p:cBhvr>
                                        <p:cTn id="140" dur="500"/>
                                        <p:tgtEl>
                                          <p:spTgt spid="46"/>
                                        </p:tgtEl>
                                      </p:cBhvr>
                                    </p:animEffect>
                                  </p:childTnLst>
                                </p:cTn>
                              </p:par>
                            </p:childTnLst>
                          </p:cTn>
                        </p:par>
                        <p:par>
                          <p:cTn id="141" fill="hold">
                            <p:stCondLst>
                              <p:cond delay="1000"/>
                            </p:stCondLst>
                            <p:childTnLst>
                              <p:par>
                                <p:cTn id="142" presetID="22" presetClass="entr" presetSubtype="8" fill="hold" nodeType="after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wipe(left)">
                                      <p:cBhvr>
                                        <p:cTn id="144" dur="500"/>
                                        <p:tgtEl>
                                          <p:spTgt spid="50"/>
                                        </p:tgtEl>
                                      </p:cBhvr>
                                    </p:animEffect>
                                  </p:childTnLst>
                                </p:cTn>
                              </p:par>
                            </p:childTnLst>
                          </p:cTn>
                        </p:par>
                        <p:par>
                          <p:cTn id="145" fill="hold">
                            <p:stCondLst>
                              <p:cond delay="1500"/>
                            </p:stCondLst>
                            <p:childTnLst>
                              <p:par>
                                <p:cTn id="146" presetID="22" presetClass="entr" presetSubtype="8" fill="hold" nodeType="afterEffect">
                                  <p:stCondLst>
                                    <p:cond delay="0"/>
                                  </p:stCondLst>
                                  <p:childTnLst>
                                    <p:set>
                                      <p:cBhvr>
                                        <p:cTn id="147" dur="1" fill="hold">
                                          <p:stCondLst>
                                            <p:cond delay="0"/>
                                          </p:stCondLst>
                                        </p:cTn>
                                        <p:tgtEl>
                                          <p:spTgt spid="44"/>
                                        </p:tgtEl>
                                        <p:attrNameLst>
                                          <p:attrName>style.visibility</p:attrName>
                                        </p:attrNameLst>
                                      </p:cBhvr>
                                      <p:to>
                                        <p:strVal val="visible"/>
                                      </p:to>
                                    </p:set>
                                    <p:animEffect transition="in" filter="wipe(left)">
                                      <p:cBhvr>
                                        <p:cTn id="148" dur="500"/>
                                        <p:tgtEl>
                                          <p:spTgt spid="44"/>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55"/>
                                        </p:tgtEl>
                                        <p:attrNameLst>
                                          <p:attrName>style.visibility</p:attrName>
                                        </p:attrNameLst>
                                      </p:cBhvr>
                                      <p:to>
                                        <p:strVal val="visible"/>
                                      </p:to>
                                    </p:set>
                                    <p:animEffect transition="in" filter="wipe(left)">
                                      <p:cBhvr>
                                        <p:cTn id="153" dur="500"/>
                                        <p:tgtEl>
                                          <p:spTgt spid="55"/>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53"/>
                                        </p:tgtEl>
                                        <p:attrNameLst>
                                          <p:attrName>style.visibility</p:attrName>
                                        </p:attrNameLst>
                                      </p:cBhvr>
                                      <p:to>
                                        <p:strVal val="visible"/>
                                      </p:to>
                                    </p:set>
                                    <p:animEffect transition="in" filter="wipe(left)">
                                      <p:cBhvr>
                                        <p:cTn id="158" dur="500"/>
                                        <p:tgtEl>
                                          <p:spTgt spid="53"/>
                                        </p:tgtEl>
                                      </p:cBhvr>
                                    </p:animEffect>
                                  </p:childTnLst>
                                </p:cTn>
                              </p:par>
                            </p:childTnLst>
                          </p:cTn>
                        </p:par>
                      </p:childTnLst>
                    </p:cTn>
                  </p:par>
                  <p:par>
                    <p:cTn id="159" fill="hold">
                      <p:stCondLst>
                        <p:cond delay="indefinite"/>
                      </p:stCondLst>
                      <p:childTnLst>
                        <p:par>
                          <p:cTn id="160" fill="hold">
                            <p:stCondLst>
                              <p:cond delay="0"/>
                            </p:stCondLst>
                            <p:childTnLst>
                              <p:par>
                                <p:cTn id="161" presetID="21" presetClass="entr" presetSubtype="1" fill="hold" grpId="0" nodeType="clickEffect">
                                  <p:stCondLst>
                                    <p:cond delay="0"/>
                                  </p:stCondLst>
                                  <p:childTnLst>
                                    <p:set>
                                      <p:cBhvr>
                                        <p:cTn id="162" dur="1" fill="hold">
                                          <p:stCondLst>
                                            <p:cond delay="0"/>
                                          </p:stCondLst>
                                        </p:cTn>
                                        <p:tgtEl>
                                          <p:spTgt spid="57"/>
                                        </p:tgtEl>
                                        <p:attrNameLst>
                                          <p:attrName>style.visibility</p:attrName>
                                        </p:attrNameLst>
                                      </p:cBhvr>
                                      <p:to>
                                        <p:strVal val="visible"/>
                                      </p:to>
                                    </p:set>
                                    <p:animEffect transition="in" filter="wheel(1)">
                                      <p:cBhvr>
                                        <p:cTn id="163" dur="2000"/>
                                        <p:tgtEl>
                                          <p:spTgt spid="57"/>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nodeType="clickEffect">
                                  <p:stCondLst>
                                    <p:cond delay="0"/>
                                  </p:stCondLst>
                                  <p:childTnLst>
                                    <p:set>
                                      <p:cBhvr>
                                        <p:cTn id="167" dur="1" fill="hold">
                                          <p:stCondLst>
                                            <p:cond delay="0"/>
                                          </p:stCondLst>
                                        </p:cTn>
                                        <p:tgtEl>
                                          <p:spTgt spid="60"/>
                                        </p:tgtEl>
                                        <p:attrNameLst>
                                          <p:attrName>style.visibility</p:attrName>
                                        </p:attrNameLst>
                                      </p:cBhvr>
                                      <p:to>
                                        <p:strVal val="visible"/>
                                      </p:to>
                                    </p:set>
                                    <p:animEffect transition="in" filter="wipe(left)">
                                      <p:cBhvr>
                                        <p:cTn id="168" dur="500"/>
                                        <p:tgtEl>
                                          <p:spTgt spid="60"/>
                                        </p:tgtEl>
                                      </p:cBhvr>
                                    </p:animEffect>
                                  </p:childTnLst>
                                </p:cTn>
                              </p:par>
                            </p:childTnLst>
                          </p:cTn>
                        </p:par>
                        <p:par>
                          <p:cTn id="169" fill="hold">
                            <p:stCondLst>
                              <p:cond delay="500"/>
                            </p:stCondLst>
                            <p:childTnLst>
                              <p:par>
                                <p:cTn id="170" presetID="22" presetClass="entr" presetSubtype="8" fill="hold" nodeType="afterEffect">
                                  <p:stCondLst>
                                    <p:cond delay="0"/>
                                  </p:stCondLst>
                                  <p:childTnLst>
                                    <p:set>
                                      <p:cBhvr>
                                        <p:cTn id="171" dur="1" fill="hold">
                                          <p:stCondLst>
                                            <p:cond delay="0"/>
                                          </p:stCondLst>
                                        </p:cTn>
                                        <p:tgtEl>
                                          <p:spTgt spid="58"/>
                                        </p:tgtEl>
                                        <p:attrNameLst>
                                          <p:attrName>style.visibility</p:attrName>
                                        </p:attrNameLst>
                                      </p:cBhvr>
                                      <p:to>
                                        <p:strVal val="visible"/>
                                      </p:to>
                                    </p:set>
                                    <p:animEffect transition="in" filter="wipe(left)">
                                      <p:cBhvr>
                                        <p:cTn id="172" dur="500"/>
                                        <p:tgtEl>
                                          <p:spTgt spid="58"/>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nodeType="click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wipe(left)">
                                      <p:cBhvr>
                                        <p:cTn id="177" dur="500"/>
                                        <p:tgtEl>
                                          <p:spTgt spid="62"/>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nodeType="clickEffect">
                                  <p:stCondLst>
                                    <p:cond delay="0"/>
                                  </p:stCondLst>
                                  <p:childTnLst>
                                    <p:set>
                                      <p:cBhvr>
                                        <p:cTn id="181" dur="1" fill="hold">
                                          <p:stCondLst>
                                            <p:cond delay="0"/>
                                          </p:stCondLst>
                                        </p:cTn>
                                        <p:tgtEl>
                                          <p:spTgt spid="64"/>
                                        </p:tgtEl>
                                        <p:attrNameLst>
                                          <p:attrName>style.visibility</p:attrName>
                                        </p:attrNameLst>
                                      </p:cBhvr>
                                      <p:to>
                                        <p:strVal val="visible"/>
                                      </p:to>
                                    </p:set>
                                    <p:animEffect transition="in" filter="wipe(left)">
                                      <p:cBhvr>
                                        <p:cTn id="18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942" grpId="0" build="p"/>
      <p:bldP spid="2" grpId="0" build="p"/>
      <p:bldP spid="3" grpId="0" uiExpand="1" build="p"/>
      <p:bldP spid="290901" grpId="0" bldLvl="0" animBg="1"/>
      <p:bldP spid="291002" grpId="0"/>
      <p:bldP spid="4" grpId="0" build="p"/>
      <p:bldP spid="5" grpId="0" build="p"/>
      <p:bldP spid="6" grpId="0" uiExpand="1" build="p"/>
      <p:bldP spid="35" grpId="0" bldLvl="0" animBg="1"/>
      <p:bldP spid="35" grpId="1" animBg="1"/>
      <p:bldP spid="57" grpId="0" bldLvl="0" animBg="1"/>
      <p:bldP spid="57" grpId="1" animBg="1"/>
      <p:bldP spid="7" grpId="0"/>
      <p:bldP spid="7"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293942" name="Text Box 54"/>
          <p:cNvSpPr txBox="1"/>
          <p:nvPr/>
        </p:nvSpPr>
        <p:spPr>
          <a:xfrm>
            <a:off x="914400" y="1219200"/>
            <a:ext cx="4806950" cy="519113"/>
          </a:xfrm>
          <a:prstGeom prst="rect">
            <a:avLst/>
          </a:prstGeom>
          <a:noFill/>
          <a:ln w="9525">
            <a:noFill/>
          </a:ln>
        </p:spPr>
        <p:txBody>
          <a:bodyPr wrap="none" anchor="t" anchorCtr="0">
            <a:spAutoFit/>
          </a:bodyPr>
          <a:p>
            <a:r>
              <a:rPr lang="zh-CN" altLang="en-US" sz="2800" b="1" dirty="0">
                <a:latin typeface="Bookman Old Style" pitchFamily="18" charset="0"/>
                <a:ea typeface="微软雅黑" panose="020B0503020204020204" pitchFamily="34" charset="-122"/>
              </a:rPr>
              <a:t>提示：探测器的接收频率应为</a:t>
            </a:r>
            <a:endParaRPr lang="zh-CN" altLang="en-US" sz="2800" b="1" dirty="0">
              <a:latin typeface="Bookman Old Style" pitchFamily="18" charset="0"/>
              <a:ea typeface="微软雅黑" panose="020B0503020204020204" pitchFamily="34" charset="-122"/>
            </a:endParaRPr>
          </a:p>
        </p:txBody>
      </p:sp>
      <p:graphicFrame>
        <p:nvGraphicFramePr>
          <p:cNvPr id="64" name="Object 199"/>
          <p:cNvGraphicFramePr>
            <a:graphicFrameLocks noChangeAspect="1"/>
          </p:cNvGraphicFramePr>
          <p:nvPr/>
        </p:nvGraphicFramePr>
        <p:xfrm>
          <a:off x="5868035" y="1052830"/>
          <a:ext cx="1320165" cy="789305"/>
        </p:xfrm>
        <a:graphic>
          <a:graphicData uri="http://schemas.openxmlformats.org/presentationml/2006/ole">
            <mc:AlternateContent xmlns:mc="http://schemas.openxmlformats.org/markup-compatibility/2006">
              <mc:Choice xmlns:v="urn:schemas-microsoft-com:vml" Requires="v">
                <p:oleObj spid="_x0000_s65" name="" r:id="rId1" imgW="838200" imgH="393700" progId="Equation.3">
                  <p:embed/>
                </p:oleObj>
              </mc:Choice>
              <mc:Fallback>
                <p:oleObj name="" r:id="rId1" imgW="838200" imgH="393700" progId="Equation.3">
                  <p:embed/>
                  <p:pic>
                    <p:nvPicPr>
                      <p:cNvPr id="0" name="图片 3101"/>
                      <p:cNvPicPr/>
                      <p:nvPr/>
                    </p:nvPicPr>
                    <p:blipFill>
                      <a:blip r:embed="rId2"/>
                      <a:stretch>
                        <a:fillRect/>
                      </a:stretch>
                    </p:blipFill>
                    <p:spPr>
                      <a:xfrm>
                        <a:off x="5868035" y="1052830"/>
                        <a:ext cx="1320165" cy="789305"/>
                      </a:xfrm>
                      <a:prstGeom prst="rect">
                        <a:avLst/>
                      </a:prstGeom>
                      <a:noFill/>
                      <a:ln w="38100">
                        <a:noFill/>
                        <a:miter/>
                      </a:ln>
                    </p:spPr>
                  </p:pic>
                </p:oleObj>
              </mc:Fallback>
            </mc:AlternateContent>
          </a:graphicData>
        </a:graphic>
      </p:graphicFrame>
      <p:sp>
        <p:nvSpPr>
          <p:cNvPr id="2" name="Text Box 54"/>
          <p:cNvSpPr txBox="1"/>
          <p:nvPr/>
        </p:nvSpPr>
        <p:spPr>
          <a:xfrm>
            <a:off x="971550" y="1842135"/>
            <a:ext cx="894080" cy="521970"/>
          </a:xfrm>
          <a:prstGeom prst="rect">
            <a:avLst/>
          </a:prstGeom>
          <a:noFill/>
          <a:ln w="9525">
            <a:noFill/>
          </a:ln>
        </p:spPr>
        <p:txBody>
          <a:bodyPr wrap="none" anchor="t" anchorCtr="0">
            <a:spAutoFit/>
          </a:bodyPr>
          <a:p>
            <a:r>
              <a:rPr lang="zh-CN" altLang="en-US" sz="2800" b="1" dirty="0">
                <a:latin typeface="Bookman Old Style" pitchFamily="18" charset="0"/>
                <a:ea typeface="微软雅黑" panose="020B0503020204020204" pitchFamily="34" charset="-122"/>
              </a:rPr>
              <a:t>拍频</a:t>
            </a:r>
            <a:endParaRPr lang="zh-CN" altLang="en-US" sz="2800" b="1" dirty="0">
              <a:latin typeface="Bookman Old Style" pitchFamily="18" charset="0"/>
              <a:ea typeface="微软雅黑" panose="020B0503020204020204" pitchFamily="34" charset="-122"/>
            </a:endParaRPr>
          </a:p>
        </p:txBody>
      </p:sp>
      <p:graphicFrame>
        <p:nvGraphicFramePr>
          <p:cNvPr id="3" name="Object 199"/>
          <p:cNvGraphicFramePr>
            <a:graphicFrameLocks noChangeAspect="1"/>
          </p:cNvGraphicFramePr>
          <p:nvPr/>
        </p:nvGraphicFramePr>
        <p:xfrm>
          <a:off x="1907223" y="1772920"/>
          <a:ext cx="2720340" cy="789305"/>
        </p:xfrm>
        <a:graphic>
          <a:graphicData uri="http://schemas.openxmlformats.org/presentationml/2006/ole">
            <mc:AlternateContent xmlns:mc="http://schemas.openxmlformats.org/markup-compatibility/2006">
              <mc:Choice xmlns:v="urn:schemas-microsoft-com:vml" Requires="v">
                <p:oleObj spid="_x0000_s4" name="" r:id="rId3" imgW="1727200" imgH="393700" progId="Equation.3">
                  <p:embed/>
                </p:oleObj>
              </mc:Choice>
              <mc:Fallback>
                <p:oleObj name="" r:id="rId3" imgW="1727200" imgH="393700" progId="Equation.3">
                  <p:embed/>
                  <p:pic>
                    <p:nvPicPr>
                      <p:cNvPr id="0" name="图片 3101"/>
                      <p:cNvPicPr/>
                      <p:nvPr/>
                    </p:nvPicPr>
                    <p:blipFill>
                      <a:blip r:embed="rId4"/>
                      <a:stretch>
                        <a:fillRect/>
                      </a:stretch>
                    </p:blipFill>
                    <p:spPr>
                      <a:xfrm>
                        <a:off x="1907223" y="1772920"/>
                        <a:ext cx="2720340" cy="789305"/>
                      </a:xfrm>
                      <a:prstGeom prst="rect">
                        <a:avLst/>
                      </a:prstGeom>
                      <a:noFill/>
                      <a:ln w="38100">
                        <a:noFill/>
                        <a:miter/>
                      </a:ln>
                    </p:spPr>
                  </p:pic>
                </p:oleObj>
              </mc:Fallback>
            </mc:AlternateContent>
          </a:graphicData>
        </a:graphic>
      </p:graphicFrame>
      <p:graphicFrame>
        <p:nvGraphicFramePr>
          <p:cNvPr id="5" name="Object 199"/>
          <p:cNvGraphicFramePr>
            <a:graphicFrameLocks noChangeAspect="1"/>
          </p:cNvGraphicFramePr>
          <p:nvPr/>
        </p:nvGraphicFramePr>
        <p:xfrm>
          <a:off x="4669473" y="1772920"/>
          <a:ext cx="980440" cy="789305"/>
        </p:xfrm>
        <a:graphic>
          <a:graphicData uri="http://schemas.openxmlformats.org/presentationml/2006/ole">
            <mc:AlternateContent xmlns:mc="http://schemas.openxmlformats.org/markup-compatibility/2006">
              <mc:Choice xmlns:v="urn:schemas-microsoft-com:vml" Requires="v">
                <p:oleObj spid="_x0000_s6" name="" r:id="rId5" imgW="622300" imgH="393700" progId="Equation.3">
                  <p:embed/>
                </p:oleObj>
              </mc:Choice>
              <mc:Fallback>
                <p:oleObj name="" r:id="rId5" imgW="622300" imgH="393700" progId="Equation.3">
                  <p:embed/>
                  <p:pic>
                    <p:nvPicPr>
                      <p:cNvPr id="0" name="图片 3101"/>
                      <p:cNvPicPr/>
                      <p:nvPr/>
                    </p:nvPicPr>
                    <p:blipFill>
                      <a:blip r:embed="rId6"/>
                      <a:stretch>
                        <a:fillRect/>
                      </a:stretch>
                    </p:blipFill>
                    <p:spPr>
                      <a:xfrm>
                        <a:off x="4669473" y="1772920"/>
                        <a:ext cx="980440" cy="789305"/>
                      </a:xfrm>
                      <a:prstGeom prst="rect">
                        <a:avLst/>
                      </a:prstGeom>
                      <a:noFill/>
                      <a:ln w="38100">
                        <a:noFill/>
                        <a:miter/>
                      </a:ln>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3942">
                                            <p:txEl>
                                              <p:charRg st="0" end="14"/>
                                            </p:txEl>
                                          </p:spTgt>
                                        </p:tgtEl>
                                        <p:attrNameLst>
                                          <p:attrName>style.visibility</p:attrName>
                                        </p:attrNameLst>
                                      </p:cBhvr>
                                      <p:to>
                                        <p:strVal val="visible"/>
                                      </p:to>
                                    </p:set>
                                    <p:animEffect transition="in" filter="wipe(left)">
                                      <p:cBhvr>
                                        <p:cTn id="7" dur="500"/>
                                        <p:tgtEl>
                                          <p:spTgt spid="293942">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wipe(left)">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charRg st="0" end="14"/>
                                            </p:txEl>
                                          </p:spTgt>
                                        </p:tgtEl>
                                        <p:attrNameLst>
                                          <p:attrName>style.visibility</p:attrName>
                                        </p:attrNameLst>
                                      </p:cBhvr>
                                      <p:to>
                                        <p:strVal val="visible"/>
                                      </p:to>
                                    </p:set>
                                    <p:animEffect transition="in" filter="wipe(left)">
                                      <p:cBhvr>
                                        <p:cTn id="17" dur="500"/>
                                        <p:tgtEl>
                                          <p:spTgt spid="2">
                                            <p:txEl>
                                              <p:charRg st="0" end="1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942" grpId="0" build="p"/>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7" name="文本框 6"/>
          <p:cNvSpPr txBox="1"/>
          <p:nvPr>
            <p:custDataLst>
              <p:tags r:id="rId1"/>
            </p:custDataLst>
          </p:nvPr>
        </p:nvSpPr>
        <p:spPr>
          <a:xfrm>
            <a:off x="683895" y="1196975"/>
            <a:ext cx="7609840" cy="121793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1．一波源频率为</a:t>
            </a:r>
            <a:r>
              <a:rPr lang="en-US" altLang="zh-CN" sz="2600" i="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600" i="1" baseline="-250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600">
                <a:solidFill>
                  <a:srgbClr val="000000"/>
                </a:solidFill>
                <a:latin typeface="微软雅黑" panose="020B0503020204020204" pitchFamily="34" charset="-122"/>
                <a:ea typeface="微软雅黑" panose="020B0503020204020204" pitchFamily="34" charset="-122"/>
              </a:rPr>
              <a:t>，相对介质向右运动，一观察者在波源的前方，相对介质向左运动，则波源前方波的频率以及观察者观察到的频率会</a:t>
            </a:r>
            <a:r>
              <a:rPr lang="en-US" altLang="zh-CN" sz="2600">
                <a:solidFill>
                  <a:srgbClr val="000000"/>
                </a:solidFill>
                <a:latin typeface="微软雅黑" panose="020B0503020204020204" pitchFamily="34" charset="-122"/>
                <a:ea typeface="微软雅黑" panose="020B0503020204020204" pitchFamily="34" charset="-122"/>
              </a:rPr>
              <a:t>[   ]</a:t>
            </a:r>
            <a:endParaRPr lang="en-US" altLang="zh-CN" sz="260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2"/>
            </p:custDataLst>
          </p:nvPr>
        </p:nvSpPr>
        <p:spPr>
          <a:xfrm>
            <a:off x="683260" y="2493010"/>
            <a:ext cx="8030845"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A</a:t>
            </a:r>
            <a:r>
              <a:rPr lang="zh-CN" altLang="en-US" sz="2600">
                <a:solidFill>
                  <a:srgbClr val="000000"/>
                </a:solidFill>
                <a:latin typeface="微软雅黑" panose="020B0503020204020204" pitchFamily="34" charset="-122"/>
                <a:ea typeface="微软雅黑" panose="020B0503020204020204" pitchFamily="34" charset="-122"/>
                <a:sym typeface="+mn-ea"/>
              </a:rPr>
              <a:t>、介质中波的频率不变，观察者接收到波的频率变大；</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3"/>
            </p:custDataLst>
          </p:nvPr>
        </p:nvSpPr>
        <p:spPr>
          <a:xfrm>
            <a:off x="683895" y="3284855"/>
            <a:ext cx="8284210"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B</a:t>
            </a:r>
            <a:r>
              <a:rPr lang="zh-CN" altLang="en-US" sz="2600">
                <a:solidFill>
                  <a:srgbClr val="000000"/>
                </a:solidFill>
                <a:latin typeface="微软雅黑" panose="020B0503020204020204" pitchFamily="34" charset="-122"/>
                <a:ea typeface="微软雅黑" panose="020B0503020204020204" pitchFamily="34" charset="-122"/>
                <a:sym typeface="+mn-ea"/>
              </a:rPr>
              <a:t>、介质中波的频率不变，观察者接收到波的频率变小；</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4"/>
            </p:custDataLst>
          </p:nvPr>
        </p:nvSpPr>
        <p:spPr>
          <a:xfrm>
            <a:off x="683260" y="4006215"/>
            <a:ext cx="8175625"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C</a:t>
            </a:r>
            <a:r>
              <a:rPr lang="zh-CN" altLang="en-US" sz="2600">
                <a:solidFill>
                  <a:srgbClr val="000000"/>
                </a:solidFill>
                <a:latin typeface="微软雅黑" panose="020B0503020204020204" pitchFamily="34" charset="-122"/>
                <a:ea typeface="微软雅黑" panose="020B0503020204020204" pitchFamily="34" charset="-122"/>
                <a:sym typeface="+mn-ea"/>
              </a:rPr>
              <a:t>、介质中波的频率变大，观察者接收到波的频率变大；</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5"/>
            </p:custDataLst>
          </p:nvPr>
        </p:nvSpPr>
        <p:spPr>
          <a:xfrm>
            <a:off x="642620" y="4797425"/>
            <a:ext cx="8071485"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D</a:t>
            </a:r>
            <a:r>
              <a:rPr lang="zh-CN" altLang="en-US" sz="2600">
                <a:solidFill>
                  <a:srgbClr val="000000"/>
                </a:solidFill>
                <a:latin typeface="微软雅黑" panose="020B0503020204020204" pitchFamily="34" charset="-122"/>
                <a:ea typeface="微软雅黑" panose="020B0503020204020204" pitchFamily="34" charset="-122"/>
                <a:sym typeface="+mn-ea"/>
              </a:rPr>
              <a:t>、介质中波的频率变小，观察者接收到波的频率变小。</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311310" name="Text Box 14"/>
          <p:cNvSpPr txBox="1"/>
          <p:nvPr/>
        </p:nvSpPr>
        <p:spPr>
          <a:xfrm>
            <a:off x="827405" y="4077970"/>
            <a:ext cx="692150" cy="701675"/>
          </a:xfrm>
          <a:prstGeom prst="rect">
            <a:avLst/>
          </a:prstGeom>
          <a:noFill/>
          <a:ln w="9525">
            <a:noFill/>
          </a:ln>
        </p:spPr>
        <p:txBody>
          <a:bodyPr wrap="none" anchor="t" anchorCtr="0">
            <a:spAutoFit/>
          </a:bodyPr>
          <a:p>
            <a:pPr algn="ctr"/>
            <a:r>
              <a:rPr lang="en-US" altLang="zh-CN" sz="4000" b="1" dirty="0">
                <a:solidFill>
                  <a:srgbClr val="FF0000"/>
                </a:solidFill>
                <a:latin typeface="Times New Roman" panose="02020603050405020304" pitchFamily="18" charset="0"/>
                <a:ea typeface="宋体" panose="02010600030101010101" pitchFamily="2" charset="-122"/>
              </a:rPr>
              <a:t>√</a:t>
            </a:r>
            <a:endParaRPr lang="en-US" altLang="zh-CN" sz="40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11310"/>
                                        </p:tgtEl>
                                        <p:attrNameLst>
                                          <p:attrName>style.visibility</p:attrName>
                                        </p:attrNameLst>
                                      </p:cBhvr>
                                      <p:to>
                                        <p:strVal val="visible"/>
                                      </p:to>
                                    </p:set>
                                    <p:animEffect transition="in" filter="wipe(down)">
                                      <p:cBhvr>
                                        <p:cTn id="7" dur="500"/>
                                        <p:tgtEl>
                                          <p:spTgt spid="311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3" name="文本框 2"/>
          <p:cNvSpPr txBox="1"/>
          <p:nvPr>
            <p:custDataLst>
              <p:tags r:id="rId1"/>
            </p:custDataLst>
          </p:nvPr>
        </p:nvSpPr>
        <p:spPr>
          <a:xfrm>
            <a:off x="571500" y="635000"/>
            <a:ext cx="7659370" cy="139128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2．关于机械波的多普勒效应，叙述正确的是</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4" name="文本框 3"/>
          <p:cNvSpPr txBox="1"/>
          <p:nvPr>
            <p:custDataLst>
              <p:tags r:id="rId2"/>
            </p:custDataLst>
          </p:nvPr>
        </p:nvSpPr>
        <p:spPr>
          <a:xfrm>
            <a:off x="1115695" y="2026285"/>
            <a:ext cx="6872605"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A</a:t>
            </a:r>
            <a:r>
              <a:rPr lang="zh-CN" altLang="en-US" sz="2600">
                <a:solidFill>
                  <a:srgbClr val="000000"/>
                </a:solidFill>
                <a:latin typeface="微软雅黑" panose="020B0503020204020204" pitchFamily="34" charset="-122"/>
                <a:ea typeface="微软雅黑" panose="020B0503020204020204" pitchFamily="34" charset="-122"/>
                <a:sym typeface="+mn-ea"/>
              </a:rPr>
              <a:t>、只有纵向多普勒效应，无横向多普勒效应；</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3"/>
            </p:custDataLst>
          </p:nvPr>
        </p:nvSpPr>
        <p:spPr>
          <a:xfrm>
            <a:off x="1115695" y="3169285"/>
            <a:ext cx="7361555"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B</a:t>
            </a:r>
            <a:r>
              <a:rPr lang="zh-CN" altLang="en-US" sz="2600">
                <a:solidFill>
                  <a:srgbClr val="000000"/>
                </a:solidFill>
                <a:latin typeface="微软雅黑" panose="020B0503020204020204" pitchFamily="34" charset="-122"/>
                <a:ea typeface="微软雅黑" panose="020B0503020204020204" pitchFamily="34" charset="-122"/>
                <a:sym typeface="+mn-ea"/>
              </a:rPr>
              <a:t>、既有纵向多普勒效应，也有横向多普勒效应；</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4"/>
            </p:custDataLst>
          </p:nvPr>
        </p:nvSpPr>
        <p:spPr>
          <a:xfrm>
            <a:off x="1115695" y="4312285"/>
            <a:ext cx="6872605"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C</a:t>
            </a:r>
            <a:r>
              <a:rPr lang="zh-CN" altLang="en-US" sz="2600">
                <a:solidFill>
                  <a:srgbClr val="000000"/>
                </a:solidFill>
                <a:latin typeface="微软雅黑" panose="020B0503020204020204" pitchFamily="34" charset="-122"/>
                <a:ea typeface="微软雅黑" panose="020B0503020204020204" pitchFamily="34" charset="-122"/>
                <a:sym typeface="+mn-ea"/>
              </a:rPr>
              <a:t>、只有横向多普勒效应，无纵向多普勒效应；</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5"/>
            </p:custDataLst>
          </p:nvPr>
        </p:nvSpPr>
        <p:spPr>
          <a:xfrm>
            <a:off x="1115695" y="5455285"/>
            <a:ext cx="6872605"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D</a:t>
            </a:r>
            <a:r>
              <a:rPr lang="zh-CN" altLang="en-US" sz="2600">
                <a:solidFill>
                  <a:srgbClr val="000000"/>
                </a:solidFill>
                <a:latin typeface="微软雅黑" panose="020B0503020204020204" pitchFamily="34" charset="-122"/>
                <a:ea typeface="微软雅黑" panose="020B0503020204020204" pitchFamily="34" charset="-122"/>
                <a:sym typeface="+mn-ea"/>
              </a:rPr>
              <a:t>、不可简单确定。</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Text Box 14"/>
          <p:cNvSpPr txBox="1"/>
          <p:nvPr/>
        </p:nvSpPr>
        <p:spPr>
          <a:xfrm>
            <a:off x="1115695" y="2181860"/>
            <a:ext cx="692150" cy="701675"/>
          </a:xfrm>
          <a:prstGeom prst="rect">
            <a:avLst/>
          </a:prstGeom>
          <a:noFill/>
          <a:ln w="9525">
            <a:noFill/>
          </a:ln>
        </p:spPr>
        <p:txBody>
          <a:bodyPr wrap="none" anchor="t" anchorCtr="0">
            <a:spAutoFit/>
          </a:bodyPr>
          <a:p>
            <a:pPr algn="ctr"/>
            <a:r>
              <a:rPr lang="en-US" altLang="zh-CN" sz="4000" b="1" dirty="0">
                <a:solidFill>
                  <a:srgbClr val="FF0000"/>
                </a:solidFill>
                <a:latin typeface="Times New Roman" panose="02020603050405020304" pitchFamily="18" charset="0"/>
                <a:ea typeface="宋体" panose="02010600030101010101" pitchFamily="2" charset="-122"/>
              </a:rPr>
              <a:t>√</a:t>
            </a:r>
            <a:endParaRPr lang="en-US" altLang="zh-CN" sz="40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356235" y="850265"/>
                <a:ext cx="8572500" cy="1410335"/>
              </a:xfrm>
              <a:prstGeom prst="rect">
                <a:avLst/>
              </a:prstGeom>
              <a:noFill/>
            </p:spPr>
            <p:txBody>
              <a:bodyPr vert="horz" wrap="square" rtlCol="0" anchor="ctr" anchorCtr="0">
                <a:noAutofit/>
              </a:bodyPr>
              <a:lstStyle/>
              <a:p>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设声波在媒质中的传播速度为</a:t>
                </a:r>
                <a14:m>
                  <m:oMath xmlns:m="http://schemas.openxmlformats.org/officeDocument/2006/math">
                    <m: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oMath>
                </a14:m>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，声源的频率为</a:t>
                </a:r>
                <a14:m>
                  <m:oMath xmlns:m="http://schemas.openxmlformats.org/officeDocument/2006/math">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r>
                          <a:rPr lang="zh-CN" altLang="en-US"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a14:m>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。若声源</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不动， 而接收器</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相对于媒质以速度</a:t>
                </a:r>
                <a14:m>
                  <m:oMath xmlns:m="http://schemas.openxmlformats.org/officeDocument/2006/math">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𝑅</m:t>
                        </m:r>
                      </m:sub>
                    </m:sSub>
                  </m:oMath>
                </a14:m>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沿着</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连线向着声源</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运动，则位于</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连线中点的质点</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的振动频率为</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356235" y="850265"/>
                <a:ext cx="8572500" cy="141033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custDataLst>
                  <p:tags r:id="rId4"/>
                </p:custDataLst>
              </p:nvPr>
            </p:nvSpPr>
            <p:spPr>
              <a:xfrm>
                <a:off x="902335" y="2277745"/>
                <a:ext cx="1163320" cy="857250"/>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sSub>
                        <m:sSubPr>
                          <m:ctrlPr>
                            <a:rPr lang="en-US" altLang="zh-CN"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r>
                            <a:rPr lang="zh-CN" altLang="en-US"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8" name="文本框 7"/>
              <p:cNvSpPr txBox="1">
                <a:spLocks noRot="1" noChangeAspect="1" noMove="1" noResize="1" noEditPoints="1" noAdjustHandles="1" noChangeArrowheads="1" noChangeShapeType="1" noTextEdit="1"/>
              </p:cNvSpPr>
              <p:nvPr>
                <p:custDataLst>
                  <p:tags r:id="rId5"/>
                </p:custDataLst>
              </p:nvPr>
            </p:nvSpPr>
            <p:spPr>
              <a:xfrm>
                <a:off x="902335" y="2277745"/>
                <a:ext cx="1163320" cy="85725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custDataLst>
                  <p:tags r:id="rId7"/>
                </p:custDataLst>
              </p:nvPr>
            </p:nvSpPr>
            <p:spPr>
              <a:xfrm>
                <a:off x="2415540" y="2280285"/>
                <a:ext cx="1915160" cy="857250"/>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sSub>
                        <m:sSubPr>
                          <m:ctrlPr>
                            <a:rPr lang="en-US" altLang="zh-CN"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f>
                            <m:fPr>
                              <m:ctrlPr>
                                <a:rPr lang="en-US" altLang="zh-CN"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fPr>
                            <m:num>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m:t>
                              </m:r>
                              <m:sSub>
                                <m:sSubPr>
                                  <m:ctrlPr>
                                    <a:rPr lang="en-US" altLang="zh-CN"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e>
                                <m:sub>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𝑅</m:t>
                                  </m:r>
                                </m:sub>
                              </m:sSub>
                            </m:num>
                            <m:den>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den>
                          </m:f>
                          <m:r>
                            <a:rPr lang="zh-CN" altLang="en-US"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9" name="文本框 8"/>
              <p:cNvSpPr txBox="1">
                <a:spLocks noRot="1" noChangeAspect="1" noMove="1" noResize="1" noEditPoints="1" noAdjustHandles="1" noChangeArrowheads="1" noChangeShapeType="1" noTextEdit="1"/>
              </p:cNvSpPr>
              <p:nvPr>
                <p:custDataLst>
                  <p:tags r:id="rId8"/>
                </p:custDataLst>
              </p:nvPr>
            </p:nvSpPr>
            <p:spPr>
              <a:xfrm>
                <a:off x="2415540" y="2280285"/>
                <a:ext cx="1915160" cy="857250"/>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custDataLst>
                  <p:tags r:id="rId10"/>
                </p:custDataLst>
              </p:nvPr>
            </p:nvSpPr>
            <p:spPr>
              <a:xfrm>
                <a:off x="4721225" y="2268855"/>
                <a:ext cx="1793240" cy="857250"/>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f>
                            <m:f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fPr>
                            <m:num>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num>
                            <m:den>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m:t>
                              </m:r>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𝑅</m:t>
                                  </m:r>
                                </m:sub>
                              </m:sSub>
                            </m:den>
                          </m:f>
                          <m:r>
                            <a:rPr lang="zh-CN" altLang="en-US"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0" name="文本框 9"/>
              <p:cNvSpPr txBox="1">
                <a:spLocks noRot="1" noChangeAspect="1" noMove="1" noResize="1" noEditPoints="1" noAdjustHandles="1" noChangeArrowheads="1" noChangeShapeType="1" noTextEdit="1"/>
              </p:cNvSpPr>
              <p:nvPr>
                <p:custDataLst>
                  <p:tags r:id="rId11"/>
                </p:custDataLst>
              </p:nvPr>
            </p:nvSpPr>
            <p:spPr>
              <a:xfrm>
                <a:off x="4721225" y="2268855"/>
                <a:ext cx="1793240" cy="857250"/>
              </a:xfrm>
              <a:prstGeom prst="rect">
                <a:avLst/>
              </a:prstGeom>
              <a:blipFill rotWithShape="1">
                <a:blip r:embed="rId1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custDataLst>
                  <p:tags r:id="rId13"/>
                </p:custDataLst>
              </p:nvPr>
            </p:nvSpPr>
            <p:spPr>
              <a:xfrm>
                <a:off x="6954520" y="2242820"/>
                <a:ext cx="1915160" cy="857250"/>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sSub>
                        <m:sSubPr>
                          <m:ctrlPr>
                            <a:rPr lang="en-US" altLang="zh-CN"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f>
                            <m:fPr>
                              <m:ctrlPr>
                                <a:rPr lang="en-US" altLang="zh-CN"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fPr>
                            <m:num>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num>
                            <m:den>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m:t>
                              </m:r>
                              <m:sSub>
                                <m:sSubPr>
                                  <m:ctrlPr>
                                    <a:rPr lang="en-US" altLang="zh-CN"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e>
                                <m:sub>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𝑅</m:t>
                                  </m:r>
                                </m:sub>
                              </m:sSub>
                            </m:den>
                          </m:f>
                          <m:r>
                            <a:rPr lang="zh-CN" altLang="en-US" sz="28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8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11" name="文本框 10"/>
              <p:cNvSpPr txBox="1">
                <a:spLocks noRot="1" noChangeAspect="1" noMove="1" noResize="1" noEditPoints="1" noAdjustHandles="1" noChangeArrowheads="1" noChangeShapeType="1" noTextEdit="1"/>
              </p:cNvSpPr>
              <p:nvPr>
                <p:custDataLst>
                  <p:tags r:id="rId14"/>
                </p:custDataLst>
              </p:nvPr>
            </p:nvSpPr>
            <p:spPr>
              <a:xfrm>
                <a:off x="6954520" y="2242820"/>
                <a:ext cx="1915160" cy="857250"/>
              </a:xfrm>
              <a:prstGeom prst="rect">
                <a:avLst/>
              </a:prstGeom>
              <a:blipFill rotWithShape="1">
                <a:blip r:embed="rId15"/>
                <a:stretch>
                  <a:fillRect/>
                </a:stretch>
              </a:blipFill>
            </p:spPr>
            <p:txBody>
              <a:bodyPr/>
              <a:lstStyle/>
              <a:p>
                <a:r>
                  <a:rPr lang="zh-CN" altLang="en-US">
                    <a:noFill/>
                  </a:rPr>
                  <a:t> </a:t>
                </a:r>
              </a:p>
            </p:txBody>
          </p:sp>
        </mc:Fallback>
      </mc:AlternateContent>
      <p:sp>
        <p:nvSpPr>
          <p:cNvPr id="13" name="文本框 12"/>
          <p:cNvSpPr txBox="1"/>
          <p:nvPr/>
        </p:nvSpPr>
        <p:spPr>
          <a:xfrm>
            <a:off x="2122805" y="2421890"/>
            <a:ext cx="761365" cy="521970"/>
          </a:xfrm>
          <a:prstGeom prst="rect">
            <a:avLst/>
          </a:prstGeom>
          <a:noFill/>
        </p:spPr>
        <p:txBody>
          <a:bodyPr wrap="none" rtlCol="0" anchor="t">
            <a:spAutoFit/>
          </a:bodyPr>
          <a:p>
            <a:r>
              <a:rPr lang="en-US" altLang="zh-CN">
                <a:solidFill>
                  <a:srgbClr val="000000"/>
                </a:solidFill>
                <a:latin typeface="微软雅黑" panose="020B0503020204020204" pitchFamily="34" charset="-122"/>
                <a:ea typeface="微软雅黑" panose="020B0503020204020204" pitchFamily="34" charset="-122"/>
                <a:sym typeface="+mn-ea"/>
              </a:rPr>
              <a:t>B</a:t>
            </a:r>
            <a:r>
              <a:rPr lang="zh-CN" altLang="en-US">
                <a:solidFill>
                  <a:srgbClr val="000000"/>
                </a:solidFill>
                <a:latin typeface="微软雅黑" panose="020B0503020204020204" pitchFamily="34" charset="-122"/>
                <a:ea typeface="微软雅黑" panose="020B0503020204020204" pitchFamily="34" charset="-122"/>
                <a:sym typeface="+mn-ea"/>
              </a:rPr>
              <a:t>、</a:t>
            </a:r>
            <a:endParaRPr lang="zh-CN" altLang="en-US"/>
          </a:p>
        </p:txBody>
      </p:sp>
      <p:sp>
        <p:nvSpPr>
          <p:cNvPr id="14" name="文本框 13"/>
          <p:cNvSpPr txBox="1"/>
          <p:nvPr/>
        </p:nvSpPr>
        <p:spPr>
          <a:xfrm>
            <a:off x="469900" y="2421890"/>
            <a:ext cx="788670" cy="521970"/>
          </a:xfrm>
          <a:prstGeom prst="rect">
            <a:avLst/>
          </a:prstGeom>
          <a:noFill/>
        </p:spPr>
        <p:txBody>
          <a:bodyPr wrap="none" rtlCol="0" anchor="t">
            <a:spAutoFit/>
          </a:bodyPr>
          <a:p>
            <a:r>
              <a:rPr lang="en-US" altLang="zh-CN">
                <a:solidFill>
                  <a:srgbClr val="000000"/>
                </a:solidFill>
                <a:latin typeface="微软雅黑" panose="020B0503020204020204" pitchFamily="34" charset="-122"/>
                <a:ea typeface="微软雅黑" panose="020B0503020204020204" pitchFamily="34" charset="-122"/>
                <a:sym typeface="+mn-ea"/>
              </a:rPr>
              <a:t>A</a:t>
            </a:r>
            <a:r>
              <a:rPr lang="zh-CN" altLang="en-US">
                <a:solidFill>
                  <a:srgbClr val="000000"/>
                </a:solidFill>
                <a:latin typeface="微软雅黑" panose="020B0503020204020204" pitchFamily="34" charset="-122"/>
                <a:ea typeface="微软雅黑" panose="020B0503020204020204" pitchFamily="34" charset="-122"/>
                <a:sym typeface="+mn-ea"/>
              </a:rPr>
              <a:t>、</a:t>
            </a:r>
            <a:endParaRPr lang="zh-CN" altLang="en-US"/>
          </a:p>
        </p:txBody>
      </p:sp>
      <p:sp>
        <p:nvSpPr>
          <p:cNvPr id="15" name="文本框 14"/>
          <p:cNvSpPr txBox="1"/>
          <p:nvPr/>
        </p:nvSpPr>
        <p:spPr>
          <a:xfrm>
            <a:off x="4431665" y="2447925"/>
            <a:ext cx="776605" cy="521970"/>
          </a:xfrm>
          <a:prstGeom prst="rect">
            <a:avLst/>
          </a:prstGeom>
          <a:noFill/>
        </p:spPr>
        <p:txBody>
          <a:bodyPr wrap="none" rtlCol="0" anchor="t">
            <a:spAutoFit/>
          </a:bodyPr>
          <a:p>
            <a:r>
              <a:rPr lang="en-US" altLang="zh-CN">
                <a:solidFill>
                  <a:srgbClr val="000000"/>
                </a:solidFill>
                <a:latin typeface="微软雅黑" panose="020B0503020204020204" pitchFamily="34" charset="-122"/>
                <a:ea typeface="微软雅黑" panose="020B0503020204020204" pitchFamily="34" charset="-122"/>
                <a:sym typeface="+mn-ea"/>
              </a:rPr>
              <a:t>C</a:t>
            </a:r>
            <a:r>
              <a:rPr lang="zh-CN" altLang="en-US">
                <a:solidFill>
                  <a:srgbClr val="000000"/>
                </a:solidFill>
                <a:latin typeface="微软雅黑" panose="020B0503020204020204" pitchFamily="34" charset="-122"/>
                <a:ea typeface="微软雅黑" panose="020B0503020204020204" pitchFamily="34" charset="-122"/>
                <a:sym typeface="+mn-ea"/>
              </a:rPr>
              <a:t>、</a:t>
            </a:r>
            <a:endParaRPr lang="zh-CN" altLang="en-US"/>
          </a:p>
        </p:txBody>
      </p:sp>
      <p:sp>
        <p:nvSpPr>
          <p:cNvPr id="16" name="文本框 15"/>
          <p:cNvSpPr txBox="1"/>
          <p:nvPr/>
        </p:nvSpPr>
        <p:spPr>
          <a:xfrm>
            <a:off x="6593205" y="2435860"/>
            <a:ext cx="809625" cy="521970"/>
          </a:xfrm>
          <a:prstGeom prst="rect">
            <a:avLst/>
          </a:prstGeom>
          <a:noFill/>
        </p:spPr>
        <p:txBody>
          <a:bodyPr wrap="none" rtlCol="0" anchor="t">
            <a:spAutoFit/>
          </a:bodyPr>
          <a:p>
            <a:r>
              <a:rPr lang="en-US" altLang="zh-CN">
                <a:solidFill>
                  <a:srgbClr val="000000"/>
                </a:solidFill>
                <a:latin typeface="微软雅黑" panose="020B0503020204020204" pitchFamily="34" charset="-122"/>
                <a:ea typeface="微软雅黑" panose="020B0503020204020204" pitchFamily="34" charset="-122"/>
                <a:sym typeface="+mn-ea"/>
              </a:rPr>
              <a:t>D</a:t>
            </a:r>
            <a:r>
              <a:rPr lang="zh-CN" altLang="en-US">
                <a:solidFill>
                  <a:srgbClr val="000000"/>
                </a:solidFill>
                <a:latin typeface="微软雅黑" panose="020B0503020204020204" pitchFamily="34" charset="-122"/>
                <a:ea typeface="微软雅黑" panose="020B0503020204020204" pitchFamily="34" charset="-122"/>
                <a:sym typeface="+mn-ea"/>
              </a:rPr>
              <a:t>、</a:t>
            </a:r>
            <a:endParaRPr lang="zh-CN" altLang="en-US"/>
          </a:p>
        </p:txBody>
      </p:sp>
      <p:sp>
        <p:nvSpPr>
          <p:cNvPr id="17" name="Text Box 14"/>
          <p:cNvSpPr txBox="1"/>
          <p:nvPr/>
        </p:nvSpPr>
        <p:spPr>
          <a:xfrm>
            <a:off x="518160" y="2470785"/>
            <a:ext cx="692150" cy="701675"/>
          </a:xfrm>
          <a:prstGeom prst="rect">
            <a:avLst/>
          </a:prstGeom>
          <a:noFill/>
          <a:ln w="9525">
            <a:noFill/>
          </a:ln>
        </p:spPr>
        <p:txBody>
          <a:bodyPr wrap="none" anchor="t" anchorCtr="0">
            <a:spAutoFit/>
          </a:bodyPr>
          <a:p>
            <a:pPr algn="ctr"/>
            <a:r>
              <a:rPr lang="en-US" altLang="zh-CN" sz="4000" b="1" dirty="0">
                <a:solidFill>
                  <a:srgbClr val="FF0000"/>
                </a:solidFill>
                <a:latin typeface="Times New Roman" panose="02020603050405020304" pitchFamily="18" charset="0"/>
                <a:ea typeface="宋体" panose="02010600030101010101" pitchFamily="2" charset="-122"/>
              </a:rPr>
              <a:t>√</a:t>
            </a:r>
            <a:endParaRPr lang="en-US" altLang="zh-CN" sz="4000" b="1" dirty="0">
              <a:solidFill>
                <a:srgbClr val="FF0000"/>
              </a:solidFill>
              <a:latin typeface="Times New Roman" panose="02020603050405020304" pitchFamily="18" charset="0"/>
              <a:ea typeface="宋体" panose="02010600030101010101" pitchFamily="2" charset="-122"/>
            </a:endParaRPr>
          </a:p>
        </p:txBody>
      </p:sp>
      <p:sp>
        <p:nvSpPr>
          <p:cNvPr id="18" name="文本框 17"/>
          <p:cNvSpPr txBox="1"/>
          <p:nvPr>
            <p:custDataLst>
              <p:tags r:id="rId16"/>
            </p:custDataLst>
          </p:nvPr>
        </p:nvSpPr>
        <p:spPr>
          <a:xfrm>
            <a:off x="1790700" y="3573145"/>
            <a:ext cx="6058535" cy="855980"/>
          </a:xfrm>
          <a:prstGeom prst="rect">
            <a:avLst/>
          </a:prstGeom>
          <a:noFill/>
        </p:spPr>
        <p:txBody>
          <a:bodyPr vert="horz" wrap="square" rtlCol="0" anchor="ctr" anchorCtr="0">
            <a:noAutofit/>
          </a:bodyPr>
          <a:p>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介质作为观察者不动，因此测的是波的频率</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波源不动，波频率等于波源频率</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文本框 18"/>
          <p:cNvSpPr txBox="1"/>
          <p:nvPr>
            <p:custDataLst>
              <p:tags r:id="rId17"/>
            </p:custDataLst>
          </p:nvPr>
        </p:nvSpPr>
        <p:spPr>
          <a:xfrm>
            <a:off x="755650" y="4581525"/>
            <a:ext cx="7978775" cy="1162685"/>
          </a:xfrm>
          <a:prstGeom prst="rect">
            <a:avLst/>
          </a:prstGeom>
          <a:noFill/>
        </p:spPr>
        <p:txBody>
          <a:bodyPr vert="horz" wrap="square" rtlCol="0" anchor="ctr" anchorCtr="0">
            <a:noAutofit/>
          </a:bodyPr>
          <a:p>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连线中点在运动</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作为观察者的质点在变，每次是不同的观察者。</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而不是作为观察者的质点在运动</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Group 36"/>
          <p:cNvGrpSpPr/>
          <p:nvPr/>
        </p:nvGrpSpPr>
        <p:grpSpPr>
          <a:xfrm>
            <a:off x="901009" y="189548"/>
            <a:ext cx="5408986" cy="395287"/>
            <a:chOff x="818" y="139"/>
            <a:chExt cx="4457" cy="255"/>
          </a:xfrm>
        </p:grpSpPr>
        <p:sp>
          <p:nvSpPr>
            <p:cNvPr id="26627" name="WordArt 37"/>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rPr>
                <a:t>机械波的多普勒频移</a:t>
              </a:r>
              <a:endParaRPr lang="zh-CN" altLang="en-US" sz="3600" b="1">
                <a:ln w="76200" cap="flat" cmpd="sng">
                  <a:solidFill>
                    <a:schemeClr val="bg1"/>
                  </a:solidFill>
                  <a:prstDash val="solid"/>
                  <a:round/>
                  <a:headEnd type="none" w="med" len="med"/>
                  <a:tailEnd type="none" w="med" len="med"/>
                </a:ln>
                <a:solidFill>
                  <a:schemeClr val="bg1"/>
                </a:solidFill>
                <a:latin typeface="华文中宋" panose="02010600040101010101" pitchFamily="2" charset="-122"/>
                <a:ea typeface="华文中宋" panose="02010600040101010101" pitchFamily="2" charset="-122"/>
              </a:endParaRPr>
            </a:p>
          </p:txBody>
        </p:sp>
        <p:sp>
          <p:nvSpPr>
            <p:cNvPr id="26628" name="WordArt 38"/>
            <p:cNvSpPr>
              <a:spLocks noTextEdit="1"/>
            </p:cNvSpPr>
            <p:nvPr/>
          </p:nvSpPr>
          <p:spPr>
            <a:xfrm>
              <a:off x="818" y="139"/>
              <a:ext cx="4457" cy="255"/>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rPr>
                <a:t>机械波的多普勒频移</a:t>
              </a:r>
              <a:endParaRPr lang="zh-CN" altLang="en-US" sz="3600" b="1">
                <a:ln w="9525" cap="flat" cmpd="sng">
                  <a:solidFill>
                    <a:srgbClr val="FF0000"/>
                  </a:solidFill>
                  <a:prstDash val="solid"/>
                  <a:round/>
                  <a:headEnd type="none" w="med" len="med"/>
                  <a:tailEnd type="none" w="med" len="med"/>
                </a:ln>
                <a:solidFill>
                  <a:srgbClr val="FF0000"/>
                </a:solidFill>
                <a:latin typeface="华文中宋" panose="02010600040101010101" pitchFamily="2" charset="-122"/>
                <a:ea typeface="华文中宋" panose="02010600040101010101" pitchFamily="2" charset="-122"/>
              </a:endParaRPr>
            </a:p>
          </p:txBody>
        </p:sp>
      </p:grpSp>
      <p:sp>
        <p:nvSpPr>
          <p:cNvPr id="3" name="文本框 2"/>
          <p:cNvSpPr txBox="1"/>
          <p:nvPr>
            <p:custDataLst>
              <p:tags r:id="rId1"/>
            </p:custDataLst>
          </p:nvPr>
        </p:nvSpPr>
        <p:spPr>
          <a:xfrm>
            <a:off x="599440" y="981075"/>
            <a:ext cx="7945120" cy="183705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rPr>
              <a:t>5</a:t>
            </a:r>
            <a:r>
              <a:rPr lang="zh-CN" altLang="en-US" sz="2600">
                <a:solidFill>
                  <a:srgbClr val="000000"/>
                </a:solidFill>
                <a:latin typeface="微软雅黑" panose="020B0503020204020204" pitchFamily="34" charset="-122"/>
                <a:ea typeface="微软雅黑" panose="020B0503020204020204" pitchFamily="34" charset="-122"/>
              </a:rPr>
              <a:t>．设一警钟在报警时，每隔0.5秒响一声．有一人在以72 km/h的速度向警钟所在地驶去的火车里，这个人在1分钟内听到的响声是（设声音在空气中的传播速度是340 m/s）［     ］ </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4" name="文本框 3"/>
          <p:cNvSpPr txBox="1"/>
          <p:nvPr>
            <p:custDataLst>
              <p:tags r:id="rId2"/>
            </p:custDataLst>
          </p:nvPr>
        </p:nvSpPr>
        <p:spPr>
          <a:xfrm>
            <a:off x="882650" y="2641600"/>
            <a:ext cx="2038350"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A</a:t>
            </a:r>
            <a:r>
              <a:rPr lang="zh-CN" altLang="en-US" sz="2600">
                <a:solidFill>
                  <a:srgbClr val="000000"/>
                </a:solidFill>
                <a:latin typeface="微软雅黑" panose="020B0503020204020204" pitchFamily="34" charset="-122"/>
                <a:ea typeface="微软雅黑" panose="020B0503020204020204" pitchFamily="34" charset="-122"/>
                <a:sym typeface="+mn-ea"/>
              </a:rPr>
              <a:t>、113 次；</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3"/>
            </p:custDataLst>
          </p:nvPr>
        </p:nvSpPr>
        <p:spPr>
          <a:xfrm>
            <a:off x="2845435" y="2638425"/>
            <a:ext cx="1965325"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B</a:t>
            </a:r>
            <a:r>
              <a:rPr lang="zh-CN" altLang="en-US" sz="2600">
                <a:solidFill>
                  <a:srgbClr val="000000"/>
                </a:solidFill>
                <a:latin typeface="微软雅黑" panose="020B0503020204020204" pitchFamily="34" charset="-122"/>
                <a:ea typeface="微软雅黑" panose="020B0503020204020204" pitchFamily="34" charset="-122"/>
                <a:sym typeface="+mn-ea"/>
              </a:rPr>
              <a:t>、120 次；</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4"/>
            </p:custDataLst>
          </p:nvPr>
        </p:nvSpPr>
        <p:spPr>
          <a:xfrm>
            <a:off x="4787900" y="2638425"/>
            <a:ext cx="2019300"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C</a:t>
            </a:r>
            <a:r>
              <a:rPr lang="zh-CN" altLang="en-US" sz="2600">
                <a:solidFill>
                  <a:srgbClr val="000000"/>
                </a:solidFill>
                <a:latin typeface="微软雅黑" panose="020B0503020204020204" pitchFamily="34" charset="-122"/>
                <a:ea typeface="微软雅黑" panose="020B0503020204020204" pitchFamily="34" charset="-122"/>
                <a:sym typeface="+mn-ea"/>
              </a:rPr>
              <a:t>、127 次；</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5"/>
            </p:custDataLst>
          </p:nvPr>
        </p:nvSpPr>
        <p:spPr>
          <a:xfrm>
            <a:off x="6807200" y="2638425"/>
            <a:ext cx="2055495" cy="85725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pitchFamily="34" charset="-122"/>
                <a:ea typeface="微软雅黑" panose="020B0503020204020204" pitchFamily="34" charset="-122"/>
                <a:sym typeface="+mn-ea"/>
              </a:rPr>
              <a:t>D</a:t>
            </a:r>
            <a:r>
              <a:rPr lang="zh-CN" altLang="en-US" sz="2600">
                <a:solidFill>
                  <a:srgbClr val="000000"/>
                </a:solidFill>
                <a:latin typeface="微软雅黑" panose="020B0503020204020204" pitchFamily="34" charset="-122"/>
                <a:ea typeface="微软雅黑" panose="020B0503020204020204" pitchFamily="34" charset="-122"/>
                <a:sym typeface="+mn-ea"/>
              </a:rPr>
              <a:t>、128次． </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Text Box 14"/>
          <p:cNvSpPr txBox="1"/>
          <p:nvPr/>
        </p:nvSpPr>
        <p:spPr>
          <a:xfrm>
            <a:off x="4716145" y="2790825"/>
            <a:ext cx="692150" cy="701675"/>
          </a:xfrm>
          <a:prstGeom prst="rect">
            <a:avLst/>
          </a:prstGeom>
          <a:noFill/>
          <a:ln w="9525">
            <a:noFill/>
          </a:ln>
        </p:spPr>
        <p:txBody>
          <a:bodyPr wrap="none" anchor="t" anchorCtr="0">
            <a:spAutoFit/>
          </a:bodyPr>
          <a:p>
            <a:pPr algn="ctr"/>
            <a:r>
              <a:rPr lang="en-US" altLang="zh-CN" sz="4000" b="1" dirty="0">
                <a:solidFill>
                  <a:srgbClr val="FF0000"/>
                </a:solidFill>
                <a:latin typeface="Times New Roman" panose="02020603050405020304" pitchFamily="18" charset="0"/>
                <a:ea typeface="宋体" panose="02010600030101010101" pitchFamily="2" charset="-122"/>
              </a:rPr>
              <a:t>√</a:t>
            </a:r>
            <a:endParaRPr lang="en-US" altLang="zh-CN" sz="4000" b="1" dirty="0">
              <a:solidFill>
                <a:srgbClr val="FF0000"/>
              </a:solidFill>
              <a:latin typeface="Times New Roman" panose="02020603050405020304"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20" name="文本框 19"/>
              <p:cNvSpPr txBox="1"/>
              <p:nvPr>
                <p:custDataLst>
                  <p:tags r:id="rId6"/>
                </p:custDataLst>
              </p:nvPr>
            </p:nvSpPr>
            <p:spPr>
              <a:xfrm>
                <a:off x="571500" y="3361690"/>
                <a:ext cx="8014970" cy="1393825"/>
              </a:xfrm>
              <a:prstGeom prst="rect">
                <a:avLst/>
              </a:prstGeom>
              <a:noFill/>
            </p:spPr>
            <p:txBody>
              <a:bodyPr vert="horz" wrap="square" rtlCol="0" anchor="ctr" anchorCtr="0">
                <a:noAutofit/>
              </a:bodyPr>
              <a:p>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声源</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和接收器</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均沿</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x</a:t>
                </a:r>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方向运动，已知两者相对于媒质的运动速率均为</a:t>
                </a:r>
                <a14:m>
                  <m:oMath xmlns:m="http://schemas.openxmlformats.org/officeDocument/2006/math">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oMath>
                </a14:m>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，如图所示。 设声波在媒质中的传播速度为</a:t>
                </a:r>
                <a14:m>
                  <m:oMath xmlns:m="http://schemas.openxmlformats.org/officeDocument/2006/math">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oMath>
                </a14:m>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声源振动频率为</a:t>
                </a:r>
                <a14:m>
                  <m:oMath xmlns:m="http://schemas.openxmlformats.org/officeDocument/2006/math">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r>
                          <a:rPr lang="zh-CN" altLang="en-US"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a14:m>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，则接收器测得的频率</a:t>
                </a:r>
                <a14:m>
                  <m:oMath xmlns:m="http://schemas.openxmlformats.org/officeDocument/2006/math">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r>
                          <a:rPr lang="zh-CN" altLang="en-US"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a14:m>
                <a:r>
                  <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a:t>
                </a:r>
                <a:r>
                  <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endParaRPr lang="en-US" altLang="zh-CN"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20" name="文本框 19"/>
              <p:cNvSpPr txBox="1">
                <a:spLocks noRot="1" noChangeAspect="1" noMove="1" noResize="1" noEditPoints="1" noAdjustHandles="1" noChangeArrowheads="1" noChangeShapeType="1" noTextEdit="1"/>
              </p:cNvSpPr>
              <p:nvPr>
                <p:custDataLst>
                  <p:tags r:id="rId7"/>
                </p:custDataLst>
              </p:nvPr>
            </p:nvSpPr>
            <p:spPr>
              <a:xfrm>
                <a:off x="571500" y="3361690"/>
                <a:ext cx="8014970" cy="1393825"/>
              </a:xfrm>
              <a:prstGeom prst="rect">
                <a:avLst/>
              </a:prstGeom>
              <a:blipFill rotWithShape="1">
                <a:blip r:embed="rId8"/>
                <a:stretch>
                  <a:fillRect/>
                </a:stretch>
              </a:blipFill>
            </p:spPr>
            <p:txBody>
              <a:bodyPr/>
              <a:lstStyle/>
              <a:p>
                <a:r>
                  <a:rPr lang="zh-CN" altLang="en-US">
                    <a:noFill/>
                  </a:rPr>
                  <a:t> </a:t>
                </a:r>
              </a:p>
            </p:txBody>
          </p:sp>
        </mc:Fallback>
      </mc:AlternateContent>
      <p:pic>
        <p:nvPicPr>
          <p:cNvPr id="21" name="图片64" descr="descr"/>
          <p:cNvPicPr/>
          <p:nvPr/>
        </p:nvPicPr>
        <p:blipFill>
          <a:blip r:embed="rId9"/>
          <a:stretch>
            <a:fillRect/>
          </a:stretch>
        </p:blipFill>
        <p:spPr>
          <a:xfrm>
            <a:off x="5940425" y="5372417"/>
            <a:ext cx="2047240" cy="955675"/>
          </a:xfrm>
          <a:prstGeom prst="rect">
            <a:avLst/>
          </a:prstGeom>
        </p:spPr>
      </p:pic>
      <mc:AlternateContent xmlns:mc="http://schemas.openxmlformats.org/markup-compatibility/2006">
        <mc:Choice xmlns:a14="http://schemas.microsoft.com/office/drawing/2010/main" Requires="a14">
          <p:sp>
            <p:nvSpPr>
              <p:cNvPr id="22" name="文本框 21"/>
              <p:cNvSpPr txBox="1"/>
              <p:nvPr>
                <p:custDataLst>
                  <p:tags r:id="rId10"/>
                </p:custDataLst>
              </p:nvPr>
            </p:nvSpPr>
            <p:spPr>
              <a:xfrm>
                <a:off x="1329690" y="4540250"/>
                <a:ext cx="1172210" cy="857250"/>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f>
                            <m:f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fPr>
                            <m:num>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num>
                            <m:den>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den>
                          </m:f>
                          <m:r>
                            <a:rPr lang="zh-CN" altLang="en-US"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m:oMathPara>
                </a14:m>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22" name="文本框 21"/>
              <p:cNvSpPr txBox="1">
                <a:spLocks noRot="1" noChangeAspect="1" noMove="1" noResize="1" noEditPoints="1" noAdjustHandles="1" noChangeArrowheads="1" noChangeShapeType="1" noTextEdit="1"/>
              </p:cNvSpPr>
              <p:nvPr>
                <p:custDataLst>
                  <p:tags r:id="rId11"/>
                </p:custDataLst>
              </p:nvPr>
            </p:nvSpPr>
            <p:spPr>
              <a:xfrm>
                <a:off x="1329690" y="4540250"/>
                <a:ext cx="1172210" cy="857250"/>
              </a:xfrm>
              <a:prstGeom prst="rect">
                <a:avLst/>
              </a:prstGeom>
              <a:blipFill rotWithShape="1">
                <a:blip r:embed="rId1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custDataLst>
                  <p:tags r:id="rId13"/>
                </p:custDataLst>
              </p:nvPr>
            </p:nvSpPr>
            <p:spPr>
              <a:xfrm>
                <a:off x="3345180" y="4582160"/>
                <a:ext cx="896620" cy="857250"/>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f>
                            <m:f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fPr>
                            <m:num>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num>
                            <m:den>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den>
                          </m:f>
                          <m:r>
                            <a:rPr lang="zh-CN" altLang="en-US"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23" name="文本框 22"/>
              <p:cNvSpPr txBox="1">
                <a:spLocks noRot="1" noChangeAspect="1" noMove="1" noResize="1" noEditPoints="1" noAdjustHandles="1" noChangeArrowheads="1" noChangeShapeType="1" noTextEdit="1"/>
              </p:cNvSpPr>
              <p:nvPr>
                <p:custDataLst>
                  <p:tags r:id="rId14"/>
                </p:custDataLst>
              </p:nvPr>
            </p:nvSpPr>
            <p:spPr>
              <a:xfrm>
                <a:off x="3345180" y="4582160"/>
                <a:ext cx="896620" cy="857250"/>
              </a:xfrm>
              <a:prstGeom prst="rect">
                <a:avLst/>
              </a:prstGeom>
              <a:blipFill rotWithShape="1">
                <a:blip r:embed="rId15"/>
                <a:stretch>
                  <a:fillRect r="-2521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p:cNvSpPr txBox="1"/>
              <p:nvPr>
                <p:custDataLst>
                  <p:tags r:id="rId16"/>
                </p:custDataLst>
              </p:nvPr>
            </p:nvSpPr>
            <p:spPr>
              <a:xfrm>
                <a:off x="5283835" y="4540250"/>
                <a:ext cx="1042035" cy="857250"/>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f>
                            <m:f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fPr>
                            <m:num>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m:t>
                              </m:r>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𝑣</m:t>
                              </m:r>
                            </m:num>
                            <m:den>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𝑢</m:t>
                              </m:r>
                            </m:den>
                          </m:f>
                          <m:r>
                            <a:rPr lang="zh-CN" altLang="en-US"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24" name="文本框 23"/>
              <p:cNvSpPr txBox="1">
                <a:spLocks noRot="1" noChangeAspect="1" noMove="1" noResize="1" noEditPoints="1" noAdjustHandles="1" noChangeArrowheads="1" noChangeShapeType="1" noTextEdit="1"/>
              </p:cNvSpPr>
              <p:nvPr>
                <p:custDataLst>
                  <p:tags r:id="rId17"/>
                </p:custDataLst>
              </p:nvPr>
            </p:nvSpPr>
            <p:spPr>
              <a:xfrm>
                <a:off x="5283835" y="4540250"/>
                <a:ext cx="1042035" cy="857250"/>
              </a:xfrm>
              <a:prstGeom prst="rect">
                <a:avLst/>
              </a:prstGeom>
              <a:blipFill rotWithShape="1">
                <a:blip r:embed="rId18"/>
                <a:stretch>
                  <a:fillRect r="-77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custDataLst>
                  <p:tags r:id="rId19"/>
                </p:custDataLst>
              </p:nvPr>
            </p:nvSpPr>
            <p:spPr>
              <a:xfrm>
                <a:off x="6943725" y="4540250"/>
                <a:ext cx="1016000" cy="857250"/>
              </a:xfrm>
              <a:prstGeom prst="rect">
                <a:avLst/>
              </a:prstGeom>
              <a:noFill/>
            </p:spPr>
            <p:txBody>
              <a:bodyPr vert="horz" rtlCol="0" anchor="ctr" anchorCtr="0">
                <a:noAutofit/>
              </a:bodyPr>
              <a:p>
                <a14:m>
                  <m:oMathPara xmlns:m="http://schemas.openxmlformats.org/officeDocument/2006/math">
                    <m:oMathParaPr>
                      <m:jc m:val="centerGroup"/>
                    </m:oMathParaPr>
                    <m:oMath xmlns:m="http://schemas.openxmlformats.org/officeDocument/2006/math">
                      <m:sSub>
                        <m:sSubPr>
                          <m:ctrlPr>
                            <a:rPr lang="en-US" altLang="zh-CN"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ctrlPr>
                        </m:sSubPr>
                        <m:e>
                          <m:r>
                            <a:rPr lang="zh-CN" altLang="en-US" sz="240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𝜈</m:t>
                          </m:r>
                        </m:e>
                        <m:sub>
                          <m:r>
                            <a:rPr lang="en-US" altLang="zh-CN" sz="2400" b="0" i="1" smtClean="0">
                              <a:solidFill>
                                <a:srgbClr val="000000"/>
                              </a:solidFill>
                              <a:latin typeface="Cambria Math" panose="02040503050406030204" charset="0"/>
                              <a:ea typeface="微软雅黑" panose="020B0503020204020204" pitchFamily="34" charset="-122"/>
                              <a:sym typeface="微软雅黑" panose="020B0503020204020204" pitchFamily="34" charset="-122"/>
                            </a:rPr>
                            <m:t>𝑠</m:t>
                          </m:r>
                        </m:sub>
                      </m:sSub>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25" name="文本框 24"/>
              <p:cNvSpPr txBox="1">
                <a:spLocks noRot="1" noChangeAspect="1" noMove="1" noResize="1" noEditPoints="1" noAdjustHandles="1" noChangeArrowheads="1" noChangeShapeType="1" noTextEdit="1"/>
              </p:cNvSpPr>
              <p:nvPr>
                <p:custDataLst>
                  <p:tags r:id="rId20"/>
                </p:custDataLst>
              </p:nvPr>
            </p:nvSpPr>
            <p:spPr>
              <a:xfrm>
                <a:off x="6943725" y="4540250"/>
                <a:ext cx="1016000" cy="857250"/>
              </a:xfrm>
              <a:prstGeom prst="rect">
                <a:avLst/>
              </a:prstGeom>
              <a:blipFill rotWithShape="1">
                <a:blip r:embed="rId21"/>
                <a:stretch>
                  <a:fillRect/>
                </a:stretch>
              </a:blipFill>
            </p:spPr>
            <p:txBody>
              <a:bodyPr/>
              <a:lstStyle/>
              <a:p>
                <a:r>
                  <a:rPr lang="zh-CN" altLang="en-US">
                    <a:noFill/>
                  </a:rPr>
                  <a:t> </a:t>
                </a:r>
              </a:p>
            </p:txBody>
          </p:sp>
        </mc:Fallback>
      </mc:AlternateContent>
      <p:sp>
        <p:nvSpPr>
          <p:cNvPr id="29" name="文本框 28"/>
          <p:cNvSpPr txBox="1"/>
          <p:nvPr/>
        </p:nvSpPr>
        <p:spPr>
          <a:xfrm>
            <a:off x="2792730" y="4798060"/>
            <a:ext cx="761365" cy="521970"/>
          </a:xfrm>
          <a:prstGeom prst="rect">
            <a:avLst/>
          </a:prstGeom>
          <a:noFill/>
        </p:spPr>
        <p:txBody>
          <a:bodyPr wrap="none" rtlCol="0" anchor="t">
            <a:spAutoFit/>
          </a:bodyPr>
          <a:p>
            <a:r>
              <a:rPr lang="en-US" altLang="zh-CN">
                <a:solidFill>
                  <a:srgbClr val="000000"/>
                </a:solidFill>
                <a:latin typeface="微软雅黑" panose="020B0503020204020204" pitchFamily="34" charset="-122"/>
                <a:ea typeface="微软雅黑" panose="020B0503020204020204" pitchFamily="34" charset="-122"/>
                <a:sym typeface="+mn-ea"/>
              </a:rPr>
              <a:t>B</a:t>
            </a:r>
            <a:r>
              <a:rPr lang="zh-CN" altLang="en-US">
                <a:solidFill>
                  <a:srgbClr val="000000"/>
                </a:solidFill>
                <a:latin typeface="微软雅黑" panose="020B0503020204020204" pitchFamily="34" charset="-122"/>
                <a:ea typeface="微软雅黑" panose="020B0503020204020204" pitchFamily="34" charset="-122"/>
                <a:sym typeface="+mn-ea"/>
              </a:rPr>
              <a:t>、</a:t>
            </a:r>
            <a:endParaRPr lang="zh-CN" altLang="en-US"/>
          </a:p>
        </p:txBody>
      </p:sp>
      <p:sp>
        <p:nvSpPr>
          <p:cNvPr id="30" name="文本框 29"/>
          <p:cNvSpPr txBox="1"/>
          <p:nvPr/>
        </p:nvSpPr>
        <p:spPr>
          <a:xfrm>
            <a:off x="538480" y="4707890"/>
            <a:ext cx="788670" cy="521970"/>
          </a:xfrm>
          <a:prstGeom prst="rect">
            <a:avLst/>
          </a:prstGeom>
          <a:noFill/>
        </p:spPr>
        <p:txBody>
          <a:bodyPr wrap="none" rtlCol="0" anchor="t">
            <a:spAutoFit/>
          </a:bodyPr>
          <a:p>
            <a:r>
              <a:rPr lang="en-US" altLang="zh-CN">
                <a:solidFill>
                  <a:srgbClr val="000000"/>
                </a:solidFill>
                <a:latin typeface="微软雅黑" panose="020B0503020204020204" pitchFamily="34" charset="-122"/>
                <a:ea typeface="微软雅黑" panose="020B0503020204020204" pitchFamily="34" charset="-122"/>
                <a:sym typeface="+mn-ea"/>
              </a:rPr>
              <a:t>A</a:t>
            </a:r>
            <a:r>
              <a:rPr lang="zh-CN" altLang="en-US">
                <a:solidFill>
                  <a:srgbClr val="000000"/>
                </a:solidFill>
                <a:latin typeface="微软雅黑" panose="020B0503020204020204" pitchFamily="34" charset="-122"/>
                <a:ea typeface="微软雅黑" panose="020B0503020204020204" pitchFamily="34" charset="-122"/>
                <a:sym typeface="+mn-ea"/>
              </a:rPr>
              <a:t>、</a:t>
            </a:r>
            <a:endParaRPr lang="zh-CN" altLang="en-US"/>
          </a:p>
        </p:txBody>
      </p:sp>
      <p:sp>
        <p:nvSpPr>
          <p:cNvPr id="31" name="文本框 30"/>
          <p:cNvSpPr txBox="1"/>
          <p:nvPr/>
        </p:nvSpPr>
        <p:spPr>
          <a:xfrm>
            <a:off x="4792980" y="4798060"/>
            <a:ext cx="776605" cy="521970"/>
          </a:xfrm>
          <a:prstGeom prst="rect">
            <a:avLst/>
          </a:prstGeom>
          <a:noFill/>
        </p:spPr>
        <p:txBody>
          <a:bodyPr wrap="none" rtlCol="0" anchor="t">
            <a:spAutoFit/>
          </a:bodyPr>
          <a:p>
            <a:r>
              <a:rPr lang="en-US" altLang="zh-CN">
                <a:solidFill>
                  <a:srgbClr val="000000"/>
                </a:solidFill>
                <a:latin typeface="微软雅黑" panose="020B0503020204020204" pitchFamily="34" charset="-122"/>
                <a:ea typeface="微软雅黑" panose="020B0503020204020204" pitchFamily="34" charset="-122"/>
                <a:sym typeface="+mn-ea"/>
              </a:rPr>
              <a:t>C</a:t>
            </a:r>
            <a:r>
              <a:rPr lang="zh-CN" altLang="en-US">
                <a:solidFill>
                  <a:srgbClr val="000000"/>
                </a:solidFill>
                <a:latin typeface="微软雅黑" panose="020B0503020204020204" pitchFamily="34" charset="-122"/>
                <a:ea typeface="微软雅黑" panose="020B0503020204020204" pitchFamily="34" charset="-122"/>
                <a:sym typeface="+mn-ea"/>
              </a:rPr>
              <a:t>、</a:t>
            </a:r>
            <a:endParaRPr lang="zh-CN" altLang="en-US"/>
          </a:p>
        </p:txBody>
      </p:sp>
      <p:sp>
        <p:nvSpPr>
          <p:cNvPr id="32" name="文本框 31"/>
          <p:cNvSpPr txBox="1"/>
          <p:nvPr/>
        </p:nvSpPr>
        <p:spPr>
          <a:xfrm>
            <a:off x="6800850" y="4726305"/>
            <a:ext cx="809625" cy="521970"/>
          </a:xfrm>
          <a:prstGeom prst="rect">
            <a:avLst/>
          </a:prstGeom>
          <a:noFill/>
        </p:spPr>
        <p:txBody>
          <a:bodyPr wrap="none" rtlCol="0" anchor="t">
            <a:spAutoFit/>
          </a:bodyPr>
          <a:p>
            <a:r>
              <a:rPr lang="en-US" altLang="zh-CN">
                <a:solidFill>
                  <a:srgbClr val="000000"/>
                </a:solidFill>
                <a:latin typeface="微软雅黑" panose="020B0503020204020204" pitchFamily="34" charset="-122"/>
                <a:ea typeface="微软雅黑" panose="020B0503020204020204" pitchFamily="34" charset="-122"/>
                <a:sym typeface="+mn-ea"/>
              </a:rPr>
              <a:t>D</a:t>
            </a:r>
            <a:r>
              <a:rPr lang="zh-CN" altLang="en-US">
                <a:solidFill>
                  <a:srgbClr val="000000"/>
                </a:solidFill>
                <a:latin typeface="微软雅黑" panose="020B0503020204020204" pitchFamily="34" charset="-122"/>
                <a:ea typeface="微软雅黑" panose="020B0503020204020204" pitchFamily="34" charset="-122"/>
                <a:sym typeface="+mn-ea"/>
              </a:rPr>
              <a:t>、</a:t>
            </a:r>
            <a:endParaRPr lang="zh-CN" altLang="en-US"/>
          </a:p>
        </p:txBody>
      </p:sp>
      <p:sp>
        <p:nvSpPr>
          <p:cNvPr id="33" name="Text Box 14"/>
          <p:cNvSpPr txBox="1"/>
          <p:nvPr/>
        </p:nvSpPr>
        <p:spPr>
          <a:xfrm>
            <a:off x="6659880" y="4869180"/>
            <a:ext cx="692150" cy="701675"/>
          </a:xfrm>
          <a:prstGeom prst="rect">
            <a:avLst/>
          </a:prstGeom>
          <a:noFill/>
          <a:ln w="9525">
            <a:noFill/>
          </a:ln>
        </p:spPr>
        <p:txBody>
          <a:bodyPr wrap="none" anchor="t" anchorCtr="0">
            <a:spAutoFit/>
          </a:bodyPr>
          <a:p>
            <a:pPr algn="ctr"/>
            <a:r>
              <a:rPr lang="en-US" altLang="zh-CN" sz="4000" b="1" dirty="0">
                <a:solidFill>
                  <a:srgbClr val="FF0000"/>
                </a:solidFill>
                <a:latin typeface="Times New Roman" panose="02020603050405020304" pitchFamily="18" charset="0"/>
                <a:ea typeface="宋体" panose="02010600030101010101" pitchFamily="2" charset="-122"/>
              </a:rPr>
              <a:t>√</a:t>
            </a:r>
            <a:endParaRPr lang="en-US" altLang="zh-CN" sz="40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down)">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3" grpId="0"/>
    </p:bld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ody"/>
</p:tagLst>
</file>

<file path=ppt/tags/tag7.xml><?xml version="1.0" encoding="utf-8"?>
<p:tagLst xmlns:p="http://schemas.openxmlformats.org/presentationml/2006/main">
  <p:tag name="RAINPROBLEM" val="ProblemItem"/>
</p:tagLst>
</file>

<file path=ppt/tags/tag8.xml><?xml version="1.0" encoding="utf-8"?>
<p:tagLst xmlns:p="http://schemas.openxmlformats.org/presentationml/2006/main">
  <p:tag name="RAINPROBLEM" val="ProblemItem"/>
</p:tagLst>
</file>

<file path=ppt/tags/tag9.xml><?xml version="1.0" encoding="utf-8"?>
<p:tagLst xmlns:p="http://schemas.openxmlformats.org/presentationml/2006/main">
  <p:tag name="RAINPROBLEM" val="ProblemItem"/>
</p:tagLst>
</file>

<file path=ppt/tags/tag10.xml><?xml version="1.0" encoding="utf-8"?>
<p:tagLst xmlns:p="http://schemas.openxmlformats.org/presentationml/2006/main">
  <p:tag name="RAINPROBLEM" val="ProblemItem"/>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RAINPROBLEM" val="ProblemBody"/>
</p:tagLst>
</file>

<file path=ppt/tags/tag13.xml><?xml version="1.0" encoding="utf-8"?>
<p:tagLst xmlns:p="http://schemas.openxmlformats.org/presentationml/2006/main">
  <p:tag name="RAINPROBLEM" val="ProblemItem"/>
</p:tagLst>
</file>

<file path=ppt/tags/tag14.xml><?xml version="1.0" encoding="utf-8"?>
<p:tagLst xmlns:p="http://schemas.openxmlformats.org/presentationml/2006/main">
  <p:tag name="RAINPROBLEM" val="ProblemItem"/>
</p:tagLst>
</file>

<file path=ppt/tags/tag15.xml><?xml version="1.0" encoding="utf-8"?>
<p:tagLst xmlns:p="http://schemas.openxmlformats.org/presentationml/2006/main">
  <p:tag name="RAINPROBLEM" val="ProblemItem"/>
</p:tagLst>
</file>

<file path=ppt/tags/tag16.xml><?xml version="1.0" encoding="utf-8"?>
<p:tagLst xmlns:p="http://schemas.openxmlformats.org/presentationml/2006/main">
  <p:tag name="RAINPROBLEM" val="ProblemItem"/>
</p:tagLst>
</file>

<file path=ppt/tags/tag17.xml><?xml version="1.0" encoding="utf-8"?>
<p:tagLst xmlns:p="http://schemas.openxmlformats.org/presentationml/2006/main">
  <p:tag name="RAINPROBLEM" val="ProblemItem"/>
</p:tagLst>
</file>

<file path=ppt/tags/tag18.xml><?xml version="1.0" encoding="utf-8"?>
<p:tagLst xmlns:p="http://schemas.openxmlformats.org/presentationml/2006/main">
  <p:tag name="RAINPROBLEM" val="ProblemItem"/>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Body"/>
</p:tagLst>
</file>

<file path=ppt/tags/tag22.xml><?xml version="1.0" encoding="utf-8"?>
<p:tagLst xmlns:p="http://schemas.openxmlformats.org/presentationml/2006/main">
  <p:tag name="RAINPROBLEM" val="ProblemBody"/>
</p:tagLst>
</file>

<file path=ppt/tags/tag23.xml><?xml version="1.0" encoding="utf-8"?>
<p:tagLst xmlns:p="http://schemas.openxmlformats.org/presentationml/2006/main">
  <p:tag name="RAINPROBLEM" val="ProblemBody"/>
</p:tagLst>
</file>

<file path=ppt/tags/tag24.xml><?xml version="1.0" encoding="utf-8"?>
<p:tagLst xmlns:p="http://schemas.openxmlformats.org/presentationml/2006/main">
  <p:tag name="RAINPROBLEM" val="ProblemItem"/>
</p:tagLst>
</file>

<file path=ppt/tags/tag25.xml><?xml version="1.0" encoding="utf-8"?>
<p:tagLst xmlns:p="http://schemas.openxmlformats.org/presentationml/2006/main">
  <p:tag name="RAINPROBLEM" val="ProblemItem"/>
</p:tagLst>
</file>

<file path=ppt/tags/tag26.xml><?xml version="1.0" encoding="utf-8"?>
<p:tagLst xmlns:p="http://schemas.openxmlformats.org/presentationml/2006/main">
  <p:tag name="RAINPROBLEM" val="ProblemItem"/>
</p:tagLst>
</file>

<file path=ppt/tags/tag27.xml><?xml version="1.0" encoding="utf-8"?>
<p:tagLst xmlns:p="http://schemas.openxmlformats.org/presentationml/2006/main">
  <p:tag name="RAINPROBLEM" val="ProblemItem"/>
</p:tagLst>
</file>

<file path=ppt/tags/tag28.xml><?xml version="1.0" encoding="utf-8"?>
<p:tagLst xmlns:p="http://schemas.openxmlformats.org/presentationml/2006/main">
  <p:tag name="RAINPROBLEM" val="ProblemBody"/>
</p:tagLst>
</file>

<file path=ppt/tags/tag29.xml><?xml version="1.0" encoding="utf-8"?>
<p:tagLst xmlns:p="http://schemas.openxmlformats.org/presentationml/2006/main">
  <p:tag name="RAINPROBLEM" val="ProblemBody"/>
</p:tagLst>
</file>

<file path=ppt/tags/tag30.xml><?xml version="1.0" encoding="utf-8"?>
<p:tagLst xmlns:p="http://schemas.openxmlformats.org/presentationml/2006/main">
  <p:tag name="RAINPROBLEM" val="ProblemItem"/>
</p:tagLst>
</file>

<file path=ppt/tags/tag31.xml><?xml version="1.0" encoding="utf-8"?>
<p:tagLst xmlns:p="http://schemas.openxmlformats.org/presentationml/2006/main">
  <p:tag name="RAINPROBLEM" val="ProblemItem"/>
</p:tagLst>
</file>

<file path=ppt/tags/tag32.xml><?xml version="1.0" encoding="utf-8"?>
<p:tagLst xmlns:p="http://schemas.openxmlformats.org/presentationml/2006/main">
  <p:tag name="RAINPROBLEM" val="ProblemItem"/>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Item"/>
</p:tagLst>
</file>

<file path=ppt/tags/tag35.xml><?xml version="1.0" encoding="utf-8"?>
<p:tagLst xmlns:p="http://schemas.openxmlformats.org/presentationml/2006/main">
  <p:tag name="RAINPROBLEM" val="ProblemItem"/>
</p:tagLst>
</file>

<file path=ppt/tags/tag36.xml><?xml version="1.0" encoding="utf-8"?>
<p:tagLst xmlns:p="http://schemas.openxmlformats.org/presentationml/2006/main">
  <p:tag name="RAINPROBLEM" val="ProblemItem"/>
</p:tagLst>
</file>

<file path=ppt/tags/tag37.xml><?xml version="1.0" encoding="utf-8"?>
<p:tagLst xmlns:p="http://schemas.openxmlformats.org/presentationml/2006/main">
  <p:tag name="RAINPROBLEM" val="ProblemItem"/>
</p:tagLst>
</file>

<file path=ppt/tags/tag38.xml><?xml version="1.0" encoding="utf-8"?>
<p:tagLst xmlns:p="http://schemas.openxmlformats.org/presentationml/2006/main">
  <p:tag name="COMMONDATA" val="eyJoZGlkIjoiZjY0OTc4ZGM0MWExZGM3ODU5NmRjNWY1MWZhNDc4NjMifQ=="/>
</p:tagLst>
</file>

<file path=ppt/theme/theme1.xml><?xml version="1.0" encoding="utf-8"?>
<a:theme xmlns:a="http://schemas.openxmlformats.org/drawingml/2006/main" name="Acminlng.srg">
  <a:themeElements>
    <a:clrScheme name="Acminlng.srg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cminlng.srg">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20000"/>
          </a:spcBef>
          <a:spcAft>
            <a:spcPct val="0"/>
          </a:spcAft>
          <a:buClr>
            <a:schemeClr val="accent2"/>
          </a:buClr>
          <a:buSzTx/>
          <a:buFont typeface="Monotype Sorts" pitchFamily="2" charset="2"/>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20000"/>
          </a:spcBef>
          <a:spcAft>
            <a:spcPct val="0"/>
          </a:spcAft>
          <a:buClr>
            <a:schemeClr val="accent2"/>
          </a:buClr>
          <a:buSzTx/>
          <a:buFont typeface="Monotype Sorts" pitchFamily="2" charset="2"/>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cminlng.srg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cminlng.srg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cminlng.srg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cminlng.srg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cminlng.srg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cminlng.srg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cminlng.srg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Office\Templates\ACMINLNG.SRG</Template>
  <TotalTime>0</TotalTime>
  <Words>3347</Words>
  <Application>WPS 演示</Application>
  <PresentationFormat>全屏显示(4:3)</PresentationFormat>
  <Paragraphs>617</Paragraphs>
  <Slides>32</Slides>
  <Notes>17</Notes>
  <HiddenSlides>24</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199</vt:i4>
      </vt:variant>
      <vt:variant>
        <vt:lpstr>幻灯片标题</vt:lpstr>
      </vt:variant>
      <vt:variant>
        <vt:i4>32</vt:i4>
      </vt:variant>
    </vt:vector>
  </HeadingPairs>
  <TitlesOfParts>
    <vt:vector size="251" baseType="lpstr">
      <vt:lpstr>Arial</vt:lpstr>
      <vt:lpstr>宋体</vt:lpstr>
      <vt:lpstr>Wingdings</vt:lpstr>
      <vt:lpstr>Times New Roman</vt:lpstr>
      <vt:lpstr>Monotype Sorts</vt:lpstr>
      <vt:lpstr>Wingdings</vt:lpstr>
      <vt:lpstr>华文中宋</vt:lpstr>
      <vt:lpstr>微软雅黑</vt:lpstr>
      <vt:lpstr>Cambria Math</vt:lpstr>
      <vt:lpstr>楷体_GB2312</vt:lpstr>
      <vt:lpstr>新宋体</vt:lpstr>
      <vt:lpstr>Arial Unicode MS</vt:lpstr>
      <vt:lpstr>汉仪超粗宋简</vt:lpstr>
      <vt:lpstr>Monotype Sorts</vt:lpstr>
      <vt:lpstr>Symbol</vt:lpstr>
      <vt:lpstr>Garamond</vt:lpstr>
      <vt:lpstr>Original Garamond Std Italic</vt:lpstr>
      <vt:lpstr>Bookman Old Style</vt:lpstr>
      <vt:lpstr>Segoe Print</vt:lpstr>
      <vt:lpstr>Acminlng.srg</vt:lpstr>
      <vt:lpstr>Photoshop.Image.10</vt:lpstr>
      <vt:lpstr>Equation.3</vt:lpstr>
      <vt:lpstr>Equation.3</vt:lpstr>
      <vt:lpstr>Equation.3</vt:lpstr>
      <vt:lpstr>Equation.3</vt:lpstr>
      <vt:lpstr>Equation.DSMT4</vt:lpstr>
      <vt:lpstr>Equation.DSMT4</vt:lpstr>
      <vt:lpstr>Equation.DSMT4</vt:lpstr>
      <vt:lpstr>Equation.DSMT4</vt:lpstr>
      <vt:lpstr>Equation.DSMT4</vt:lpstr>
      <vt:lpstr>Equation.3</vt:lpstr>
      <vt:lpstr>Equation.DSMT4</vt:lpstr>
      <vt:lpstr>Equation.3</vt:lpstr>
      <vt:lpstr>Equation.DSMT4</vt:lpstr>
      <vt:lpstr>Equation.DSMT4</vt:lpstr>
      <vt:lpstr>Equation.DSMT4</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Paint.Picture</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hbsy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机械振动</dc:title>
  <dc:creator>张晚云</dc:creator>
  <cp:lastModifiedBy>陈菊梅</cp:lastModifiedBy>
  <cp:revision>731</cp:revision>
  <cp:lastPrinted>2001-05-08T04:46:00Z</cp:lastPrinted>
  <dcterms:created xsi:type="dcterms:W3CDTF">2000-12-15T01:55:00Z</dcterms:created>
  <dcterms:modified xsi:type="dcterms:W3CDTF">2022-10-28T03:20:39Z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ICV">
    <vt:lpwstr>B57FE6B63AAA489D870178B026DD9648</vt:lpwstr>
  </property>
</Properties>
</file>